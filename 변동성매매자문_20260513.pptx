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23" r:id="rId1"/>
  </p:sldMasterIdLst>
  <p:notesMasterIdLst>
    <p:notesMasterId r:id="rId16"/>
  </p:notesMasterIdLst>
  <p:handoutMasterIdLst>
    <p:handoutMasterId r:id="rId17"/>
  </p:handoutMasterIdLst>
  <p:sldIdLst>
    <p:sldId id="1031" r:id="rId2"/>
    <p:sldId id="1084" r:id="rId3"/>
    <p:sldId id="299" r:id="rId4"/>
    <p:sldId id="312" r:id="rId5"/>
    <p:sldId id="1079" r:id="rId6"/>
    <p:sldId id="1088" r:id="rId7"/>
    <p:sldId id="1070" r:id="rId8"/>
    <p:sldId id="1080" r:id="rId9"/>
    <p:sldId id="1086" r:id="rId10"/>
    <p:sldId id="1081" r:id="rId11"/>
    <p:sldId id="1089" r:id="rId12"/>
    <p:sldId id="1085" r:id="rId13"/>
    <p:sldId id="1090" r:id="rId14"/>
    <p:sldId id="1091" r:id="rId15"/>
  </p:sldIdLst>
  <p:sldSz cx="9904413" cy="6858000"/>
  <p:notesSz cx="6797675" cy="987266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3119">
          <p15:clr>
            <a:srgbClr val="A4A3A4"/>
          </p15:clr>
        </p15:guide>
        <p15:guide id="3" pos="307" userDrawn="1">
          <p15:clr>
            <a:srgbClr val="A4A3A4"/>
          </p15:clr>
        </p15:guide>
        <p15:guide id="4" pos="59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58220"/>
    <a:srgbClr val="E12F00"/>
    <a:srgbClr val="043B72"/>
    <a:srgbClr val="F0B26B"/>
    <a:srgbClr val="00A9CE"/>
    <a:srgbClr val="93CDDD"/>
    <a:srgbClr val="7F7F7F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0" autoAdjust="0"/>
    <p:restoredTop sz="94994" autoAdjust="0"/>
  </p:normalViewPr>
  <p:slideViewPr>
    <p:cSldViewPr>
      <p:cViewPr varScale="1">
        <p:scale>
          <a:sx n="153" d="100"/>
          <a:sy n="153" d="100"/>
        </p:scale>
        <p:origin x="1696" y="84"/>
      </p:cViewPr>
      <p:guideLst>
        <p:guide orient="horz" pos="3884"/>
        <p:guide pos="3119"/>
        <p:guide pos="307"/>
        <p:guide pos="59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216" y="54"/>
      </p:cViewPr>
      <p:guideLst>
        <p:guide orient="horz" pos="3109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그래프!$B$1</c:f>
              <c:strCache>
                <c:ptCount val="1"/>
                <c:pt idx="0">
                  <c:v>자문 성과
(최초 6개월 상환)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그래프!$A$2:$A$4657</c:f>
              <c:numCache>
                <c:formatCode>0.00%</c:formatCode>
                <c:ptCount val="4656"/>
                <c:pt idx="0">
                  <c:v>-0.25748502994011901</c:v>
                </c:pt>
                <c:pt idx="1">
                  <c:v>-0.22145328719723101</c:v>
                </c:pt>
                <c:pt idx="2">
                  <c:v>-0.20338983050847401</c:v>
                </c:pt>
                <c:pt idx="3">
                  <c:v>-0.20034843205574901</c:v>
                </c:pt>
                <c:pt idx="4">
                  <c:v>-0.19426229508196699</c:v>
                </c:pt>
                <c:pt idx="5">
                  <c:v>-0.178321678321678</c:v>
                </c:pt>
                <c:pt idx="6">
                  <c:v>-0.15090909090908999</c:v>
                </c:pt>
                <c:pt idx="7">
                  <c:v>-0.13974591651542601</c:v>
                </c:pt>
                <c:pt idx="8">
                  <c:v>-0.13562386980108401</c:v>
                </c:pt>
                <c:pt idx="9">
                  <c:v>-0.13396226415094301</c:v>
                </c:pt>
                <c:pt idx="10">
                  <c:v>-0.131162790697674</c:v>
                </c:pt>
                <c:pt idx="11">
                  <c:v>-0.11985018726591699</c:v>
                </c:pt>
                <c:pt idx="12">
                  <c:v>-0.113924050632911</c:v>
                </c:pt>
                <c:pt idx="13">
                  <c:v>-0.112394957983193</c:v>
                </c:pt>
                <c:pt idx="14">
                  <c:v>-0.111888111888111</c:v>
                </c:pt>
                <c:pt idx="15">
                  <c:v>-0.11089108910891</c:v>
                </c:pt>
                <c:pt idx="16">
                  <c:v>-0.110526315789473</c:v>
                </c:pt>
                <c:pt idx="17">
                  <c:v>-0.108333333333333</c:v>
                </c:pt>
                <c:pt idx="18">
                  <c:v>-0.10666666666666599</c:v>
                </c:pt>
                <c:pt idx="19">
                  <c:v>-0.10636363636363599</c:v>
                </c:pt>
                <c:pt idx="20">
                  <c:v>-0.106103286384976</c:v>
                </c:pt>
                <c:pt idx="21">
                  <c:v>-0.10536044362292001</c:v>
                </c:pt>
                <c:pt idx="22">
                  <c:v>-0.10536044362292001</c:v>
                </c:pt>
                <c:pt idx="23">
                  <c:v>-0.104095563139931</c:v>
                </c:pt>
                <c:pt idx="24">
                  <c:v>-0.10318949343339499</c:v>
                </c:pt>
                <c:pt idx="25">
                  <c:v>-0.100371747211895</c:v>
                </c:pt>
                <c:pt idx="26">
                  <c:v>-9.6590909090909005E-2</c:v>
                </c:pt>
                <c:pt idx="27">
                  <c:v>-9.6408317580340297E-2</c:v>
                </c:pt>
                <c:pt idx="28">
                  <c:v>-9.4972067039106101E-2</c:v>
                </c:pt>
                <c:pt idx="29">
                  <c:v>-9.4936708860759403E-2</c:v>
                </c:pt>
                <c:pt idx="30">
                  <c:v>-9.4827586206896505E-2</c:v>
                </c:pt>
                <c:pt idx="31">
                  <c:v>-9.4696969696969696E-2</c:v>
                </c:pt>
                <c:pt idx="32">
                  <c:v>-9.3877551020408095E-2</c:v>
                </c:pt>
                <c:pt idx="33">
                  <c:v>-9.3264248704663197E-2</c:v>
                </c:pt>
                <c:pt idx="34">
                  <c:v>-9.2979127134724796E-2</c:v>
                </c:pt>
                <c:pt idx="35">
                  <c:v>-9.2979127134724796E-2</c:v>
                </c:pt>
                <c:pt idx="36">
                  <c:v>-9.2063492063492E-2</c:v>
                </c:pt>
                <c:pt idx="37">
                  <c:v>-9.0225563909774403E-2</c:v>
                </c:pt>
                <c:pt idx="38">
                  <c:v>-9.0225563909774403E-2</c:v>
                </c:pt>
                <c:pt idx="39">
                  <c:v>-9.0128755364806898E-2</c:v>
                </c:pt>
                <c:pt idx="40">
                  <c:v>-8.9874857792946503E-2</c:v>
                </c:pt>
                <c:pt idx="41">
                  <c:v>-8.9494163424124501E-2</c:v>
                </c:pt>
                <c:pt idx="42">
                  <c:v>-8.5365853658536495E-2</c:v>
                </c:pt>
                <c:pt idx="43">
                  <c:v>-8.4313725490196098E-2</c:v>
                </c:pt>
                <c:pt idx="44">
                  <c:v>-8.3769633507853297E-2</c:v>
                </c:pt>
                <c:pt idx="45">
                  <c:v>-8.1300813008129996E-2</c:v>
                </c:pt>
                <c:pt idx="46">
                  <c:v>-8.0769230769230801E-2</c:v>
                </c:pt>
                <c:pt idx="47">
                  <c:v>-8.04780876494023E-2</c:v>
                </c:pt>
                <c:pt idx="48">
                  <c:v>-7.9382579933847897E-2</c:v>
                </c:pt>
                <c:pt idx="49">
                  <c:v>-7.8571428571428598E-2</c:v>
                </c:pt>
                <c:pt idx="50">
                  <c:v>-7.82608695652173E-2</c:v>
                </c:pt>
                <c:pt idx="51">
                  <c:v>-7.8175895765472306E-2</c:v>
                </c:pt>
                <c:pt idx="52">
                  <c:v>-7.7922077922077906E-2</c:v>
                </c:pt>
                <c:pt idx="53">
                  <c:v>-7.7864293659621706E-2</c:v>
                </c:pt>
                <c:pt idx="54">
                  <c:v>-7.7017114914425394E-2</c:v>
                </c:pt>
                <c:pt idx="55">
                  <c:v>-7.6677316293929695E-2</c:v>
                </c:pt>
                <c:pt idx="56">
                  <c:v>-7.6589595375722505E-2</c:v>
                </c:pt>
                <c:pt idx="57">
                  <c:v>-7.6233183856502199E-2</c:v>
                </c:pt>
                <c:pt idx="58">
                  <c:v>-7.5723830734966496E-2</c:v>
                </c:pt>
                <c:pt idx="59">
                  <c:v>-7.49999999999999E-2</c:v>
                </c:pt>
                <c:pt idx="60">
                  <c:v>-7.4363992172211305E-2</c:v>
                </c:pt>
                <c:pt idx="61">
                  <c:v>-7.4345549738219899E-2</c:v>
                </c:pt>
                <c:pt idx="62">
                  <c:v>-7.4181117533718699E-2</c:v>
                </c:pt>
                <c:pt idx="63">
                  <c:v>-7.3493975903614506E-2</c:v>
                </c:pt>
                <c:pt idx="64">
                  <c:v>-7.3359073359073296E-2</c:v>
                </c:pt>
                <c:pt idx="65">
                  <c:v>-7.3260073260073194E-2</c:v>
                </c:pt>
                <c:pt idx="66">
                  <c:v>-7.2438162544169502E-2</c:v>
                </c:pt>
                <c:pt idx="67">
                  <c:v>-7.1428571428571397E-2</c:v>
                </c:pt>
                <c:pt idx="68">
                  <c:v>-7.1219512195121903E-2</c:v>
                </c:pt>
                <c:pt idx="69">
                  <c:v>-7.0847851335656103E-2</c:v>
                </c:pt>
                <c:pt idx="70">
                  <c:v>-7.0247933884297495E-2</c:v>
                </c:pt>
                <c:pt idx="71">
                  <c:v>-7.0208728652751407E-2</c:v>
                </c:pt>
                <c:pt idx="72">
                  <c:v>-6.9937369519832898E-2</c:v>
                </c:pt>
                <c:pt idx="73">
                  <c:v>-6.9852941176470507E-2</c:v>
                </c:pt>
                <c:pt idx="74">
                  <c:v>-6.9582504970178899E-2</c:v>
                </c:pt>
                <c:pt idx="75">
                  <c:v>-6.9288389513108506E-2</c:v>
                </c:pt>
                <c:pt idx="76">
                  <c:v>-6.8883610451306407E-2</c:v>
                </c:pt>
                <c:pt idx="77">
                  <c:v>-6.8403908794788304E-2</c:v>
                </c:pt>
                <c:pt idx="78">
                  <c:v>-6.8226120857699801E-2</c:v>
                </c:pt>
                <c:pt idx="79">
                  <c:v>-6.8139963167587497E-2</c:v>
                </c:pt>
                <c:pt idx="80">
                  <c:v>-6.7961165048543604E-2</c:v>
                </c:pt>
                <c:pt idx="81">
                  <c:v>-6.7542213883677302E-2</c:v>
                </c:pt>
                <c:pt idx="82">
                  <c:v>-6.7294117647058796E-2</c:v>
                </c:pt>
                <c:pt idx="83">
                  <c:v>-6.6775244299674297E-2</c:v>
                </c:pt>
                <c:pt idx="84">
                  <c:v>-6.6420664206641999E-2</c:v>
                </c:pt>
                <c:pt idx="85">
                  <c:v>-6.6315789473684203E-2</c:v>
                </c:pt>
                <c:pt idx="86">
                  <c:v>-6.5934065934065894E-2</c:v>
                </c:pt>
                <c:pt idx="87">
                  <c:v>-6.5916398713826305E-2</c:v>
                </c:pt>
                <c:pt idx="88">
                  <c:v>-6.5789473684210495E-2</c:v>
                </c:pt>
                <c:pt idx="89">
                  <c:v>-6.5705128205128194E-2</c:v>
                </c:pt>
                <c:pt idx="90">
                  <c:v>-6.5116279069767399E-2</c:v>
                </c:pt>
                <c:pt idx="91">
                  <c:v>-6.4906490649064896E-2</c:v>
                </c:pt>
                <c:pt idx="92">
                  <c:v>-6.4695009242144205E-2</c:v>
                </c:pt>
                <c:pt idx="93">
                  <c:v>-6.4412238325281701E-2</c:v>
                </c:pt>
                <c:pt idx="94">
                  <c:v>-6.4345991561181398E-2</c:v>
                </c:pt>
                <c:pt idx="95">
                  <c:v>-6.3725490196078399E-2</c:v>
                </c:pt>
                <c:pt idx="96">
                  <c:v>-6.3380281690140802E-2</c:v>
                </c:pt>
                <c:pt idx="97">
                  <c:v>-6.3357972544878502E-2</c:v>
                </c:pt>
                <c:pt idx="98">
                  <c:v>-6.3231850117095895E-2</c:v>
                </c:pt>
                <c:pt idx="99">
                  <c:v>-6.3212435233160599E-2</c:v>
                </c:pt>
                <c:pt idx="100">
                  <c:v>-6.2944162436548198E-2</c:v>
                </c:pt>
                <c:pt idx="101">
                  <c:v>-6.2868369351669895E-2</c:v>
                </c:pt>
                <c:pt idx="102">
                  <c:v>-6.2564102564102594E-2</c:v>
                </c:pt>
                <c:pt idx="103">
                  <c:v>-6.2564102564102594E-2</c:v>
                </c:pt>
                <c:pt idx="104">
                  <c:v>-6.25E-2</c:v>
                </c:pt>
                <c:pt idx="105">
                  <c:v>-6.2367864693446101E-2</c:v>
                </c:pt>
                <c:pt idx="106">
                  <c:v>-6.2015503875968901E-2</c:v>
                </c:pt>
                <c:pt idx="107">
                  <c:v>-6.1876247504989899E-2</c:v>
                </c:pt>
                <c:pt idx="108">
                  <c:v>-6.1776061776061701E-2</c:v>
                </c:pt>
                <c:pt idx="109">
                  <c:v>-6.1764705882352902E-2</c:v>
                </c:pt>
                <c:pt idx="110">
                  <c:v>-6.1503416856492001E-2</c:v>
                </c:pt>
                <c:pt idx="111">
                  <c:v>-6.1375661375661403E-2</c:v>
                </c:pt>
                <c:pt idx="112">
                  <c:v>-6.0655737704918E-2</c:v>
                </c:pt>
                <c:pt idx="113">
                  <c:v>-6.0453400503778301E-2</c:v>
                </c:pt>
                <c:pt idx="114">
                  <c:v>-6.0240963855421603E-2</c:v>
                </c:pt>
                <c:pt idx="115">
                  <c:v>-5.9870550161812301E-2</c:v>
                </c:pt>
                <c:pt idx="116">
                  <c:v>-5.97647058823529E-2</c:v>
                </c:pt>
                <c:pt idx="117">
                  <c:v>-5.9677419354838702E-2</c:v>
                </c:pt>
                <c:pt idx="118">
                  <c:v>-5.9384941675503601E-2</c:v>
                </c:pt>
                <c:pt idx="119">
                  <c:v>-5.8663028649386099E-2</c:v>
                </c:pt>
                <c:pt idx="120">
                  <c:v>-5.8572949946751801E-2</c:v>
                </c:pt>
                <c:pt idx="121">
                  <c:v>-5.83657587548638E-2</c:v>
                </c:pt>
                <c:pt idx="122">
                  <c:v>-5.83333333333333E-2</c:v>
                </c:pt>
                <c:pt idx="123">
                  <c:v>-5.7692307692307702E-2</c:v>
                </c:pt>
                <c:pt idx="124">
                  <c:v>-5.7565789473684098E-2</c:v>
                </c:pt>
                <c:pt idx="125">
                  <c:v>-5.7385759829967999E-2</c:v>
                </c:pt>
                <c:pt idx="126">
                  <c:v>-5.7385759829967999E-2</c:v>
                </c:pt>
                <c:pt idx="127">
                  <c:v>-5.7385759829967999E-2</c:v>
                </c:pt>
                <c:pt idx="128">
                  <c:v>-5.69259962049335E-2</c:v>
                </c:pt>
                <c:pt idx="129">
                  <c:v>-5.6910569105690999E-2</c:v>
                </c:pt>
                <c:pt idx="130">
                  <c:v>-5.6910569105690999E-2</c:v>
                </c:pt>
                <c:pt idx="131">
                  <c:v>-5.6666666666666601E-2</c:v>
                </c:pt>
                <c:pt idx="132">
                  <c:v>-5.6382978723404198E-2</c:v>
                </c:pt>
                <c:pt idx="133">
                  <c:v>-5.62248995983936E-2</c:v>
                </c:pt>
                <c:pt idx="134">
                  <c:v>-5.5745164960182003E-2</c:v>
                </c:pt>
                <c:pt idx="135">
                  <c:v>-5.5714285714285702E-2</c:v>
                </c:pt>
                <c:pt idx="136">
                  <c:v>-5.5555555555555497E-2</c:v>
                </c:pt>
                <c:pt idx="137">
                  <c:v>-5.5421686746987997E-2</c:v>
                </c:pt>
                <c:pt idx="138">
                  <c:v>-5.5284552845528398E-2</c:v>
                </c:pt>
                <c:pt idx="139">
                  <c:v>-5.5284552845528398E-2</c:v>
                </c:pt>
                <c:pt idx="140">
                  <c:v>-5.5205047318611901E-2</c:v>
                </c:pt>
                <c:pt idx="141">
                  <c:v>-5.5205047318611901E-2</c:v>
                </c:pt>
                <c:pt idx="142">
                  <c:v>-5.5118110236220402E-2</c:v>
                </c:pt>
                <c:pt idx="143">
                  <c:v>-5.50284629981024E-2</c:v>
                </c:pt>
                <c:pt idx="144">
                  <c:v>-5.4808686659772399E-2</c:v>
                </c:pt>
                <c:pt idx="145">
                  <c:v>-5.4455445544554497E-2</c:v>
                </c:pt>
                <c:pt idx="146">
                  <c:v>-5.4371002132196103E-2</c:v>
                </c:pt>
                <c:pt idx="147">
                  <c:v>-5.4371002132196103E-2</c:v>
                </c:pt>
                <c:pt idx="148">
                  <c:v>-5.3803339517625198E-2</c:v>
                </c:pt>
                <c:pt idx="149">
                  <c:v>-5.3691275167785199E-2</c:v>
                </c:pt>
                <c:pt idx="150">
                  <c:v>-5.3465346534653499E-2</c:v>
                </c:pt>
                <c:pt idx="151">
                  <c:v>-5.3333333333333302E-2</c:v>
                </c:pt>
                <c:pt idx="152">
                  <c:v>-5.3140096618357502E-2</c:v>
                </c:pt>
                <c:pt idx="153">
                  <c:v>-5.2948255114320102E-2</c:v>
                </c:pt>
                <c:pt idx="154">
                  <c:v>-5.2948255114320102E-2</c:v>
                </c:pt>
                <c:pt idx="155">
                  <c:v>-5.2892561983470997E-2</c:v>
                </c:pt>
                <c:pt idx="156">
                  <c:v>-5.2892561983470997E-2</c:v>
                </c:pt>
                <c:pt idx="157">
                  <c:v>-5.2350427350427303E-2</c:v>
                </c:pt>
                <c:pt idx="158">
                  <c:v>-5.2132701421800903E-2</c:v>
                </c:pt>
                <c:pt idx="159">
                  <c:v>-5.2132701421800903E-2</c:v>
                </c:pt>
                <c:pt idx="160">
                  <c:v>-5.1995163240628799E-2</c:v>
                </c:pt>
                <c:pt idx="161">
                  <c:v>-5.19774011299435E-2</c:v>
                </c:pt>
                <c:pt idx="162">
                  <c:v>-5.1867219917012403E-2</c:v>
                </c:pt>
                <c:pt idx="163">
                  <c:v>-5.1526717557251897E-2</c:v>
                </c:pt>
                <c:pt idx="164">
                  <c:v>-5.1383399209486202E-2</c:v>
                </c:pt>
                <c:pt idx="165">
                  <c:v>-5.13245033112582E-2</c:v>
                </c:pt>
                <c:pt idx="166">
                  <c:v>-5.08826583592938E-2</c:v>
                </c:pt>
                <c:pt idx="167">
                  <c:v>-5.0872093023255703E-2</c:v>
                </c:pt>
                <c:pt idx="168">
                  <c:v>-5.0724637681159403E-2</c:v>
                </c:pt>
                <c:pt idx="169">
                  <c:v>-5.0653594771241803E-2</c:v>
                </c:pt>
                <c:pt idx="170">
                  <c:v>-5.0488599348534197E-2</c:v>
                </c:pt>
                <c:pt idx="171">
                  <c:v>-4.98338870431893E-2</c:v>
                </c:pt>
                <c:pt idx="172">
                  <c:v>-4.9596309111880003E-2</c:v>
                </c:pt>
                <c:pt idx="173">
                  <c:v>-4.95436766623207E-2</c:v>
                </c:pt>
                <c:pt idx="174">
                  <c:v>-4.9516908212560301E-2</c:v>
                </c:pt>
                <c:pt idx="175">
                  <c:v>-4.9382716049382699E-2</c:v>
                </c:pt>
                <c:pt idx="176">
                  <c:v>-4.9107142857142898E-2</c:v>
                </c:pt>
                <c:pt idx="177">
                  <c:v>-4.9107142857142898E-2</c:v>
                </c:pt>
                <c:pt idx="178">
                  <c:v>-4.8872180451127803E-2</c:v>
                </c:pt>
                <c:pt idx="179">
                  <c:v>-4.8872180451127803E-2</c:v>
                </c:pt>
                <c:pt idx="180">
                  <c:v>-4.8780487804878002E-2</c:v>
                </c:pt>
                <c:pt idx="181">
                  <c:v>-4.8387096774193498E-2</c:v>
                </c:pt>
                <c:pt idx="182">
                  <c:v>-4.7892720306513301E-2</c:v>
                </c:pt>
                <c:pt idx="183">
                  <c:v>-4.7892720306513301E-2</c:v>
                </c:pt>
                <c:pt idx="184">
                  <c:v>-4.7385620915032699E-2</c:v>
                </c:pt>
                <c:pt idx="185">
                  <c:v>-4.7138047138047097E-2</c:v>
                </c:pt>
                <c:pt idx="186">
                  <c:v>-4.7058823529411799E-2</c:v>
                </c:pt>
                <c:pt idx="187">
                  <c:v>-4.6399999999999997E-2</c:v>
                </c:pt>
                <c:pt idx="188">
                  <c:v>-4.6300715990453399E-2</c:v>
                </c:pt>
                <c:pt idx="189">
                  <c:v>-4.6236559139784902E-2</c:v>
                </c:pt>
                <c:pt idx="190">
                  <c:v>-4.5908183632734502E-2</c:v>
                </c:pt>
                <c:pt idx="191">
                  <c:v>-4.5871559633027401E-2</c:v>
                </c:pt>
                <c:pt idx="192">
                  <c:v>-4.5751633986927998E-2</c:v>
                </c:pt>
                <c:pt idx="193">
                  <c:v>-4.5622688039457397E-2</c:v>
                </c:pt>
                <c:pt idx="194">
                  <c:v>-4.5191193511007997E-2</c:v>
                </c:pt>
                <c:pt idx="195">
                  <c:v>-4.49438202247191E-2</c:v>
                </c:pt>
                <c:pt idx="196">
                  <c:v>-4.4262295081967197E-2</c:v>
                </c:pt>
                <c:pt idx="197">
                  <c:v>-4.4181034482758598E-2</c:v>
                </c:pt>
                <c:pt idx="198">
                  <c:v>-4.3930635838150198E-2</c:v>
                </c:pt>
                <c:pt idx="199">
                  <c:v>-4.3775649794801599E-2</c:v>
                </c:pt>
                <c:pt idx="200">
                  <c:v>-4.3589743589743497E-2</c:v>
                </c:pt>
                <c:pt idx="201">
                  <c:v>-4.3478260869565098E-2</c:v>
                </c:pt>
                <c:pt idx="202">
                  <c:v>-4.2841037204058602E-2</c:v>
                </c:pt>
                <c:pt idx="203">
                  <c:v>-4.2465753424657499E-2</c:v>
                </c:pt>
                <c:pt idx="204">
                  <c:v>-4.1916167664670601E-2</c:v>
                </c:pt>
                <c:pt idx="205">
                  <c:v>-4.1666666666666602E-2</c:v>
                </c:pt>
                <c:pt idx="206">
                  <c:v>-4.1666666666666602E-2</c:v>
                </c:pt>
                <c:pt idx="207">
                  <c:v>-4.1436464088397698E-2</c:v>
                </c:pt>
                <c:pt idx="208">
                  <c:v>-4.1250000000000002E-2</c:v>
                </c:pt>
                <c:pt idx="209">
                  <c:v>-4.08163265306122E-2</c:v>
                </c:pt>
                <c:pt idx="210">
                  <c:v>-4.0769230769230697E-2</c:v>
                </c:pt>
                <c:pt idx="211">
                  <c:v>-4.07239819004524E-2</c:v>
                </c:pt>
                <c:pt idx="212">
                  <c:v>-4.07239819004524E-2</c:v>
                </c:pt>
                <c:pt idx="213">
                  <c:v>-4.0677966101694898E-2</c:v>
                </c:pt>
                <c:pt idx="214">
                  <c:v>-4.0201005025125497E-2</c:v>
                </c:pt>
                <c:pt idx="215">
                  <c:v>-4.0160642570281103E-2</c:v>
                </c:pt>
                <c:pt idx="216">
                  <c:v>-4.0064102564102498E-2</c:v>
                </c:pt>
                <c:pt idx="217">
                  <c:v>-4.0041067761806902E-2</c:v>
                </c:pt>
                <c:pt idx="218">
                  <c:v>-3.9835164835164798E-2</c:v>
                </c:pt>
                <c:pt idx="219">
                  <c:v>-3.9735099337748297E-2</c:v>
                </c:pt>
                <c:pt idx="220">
                  <c:v>-3.9525691699604702E-2</c:v>
                </c:pt>
                <c:pt idx="221">
                  <c:v>-3.9525691699604702E-2</c:v>
                </c:pt>
                <c:pt idx="222">
                  <c:v>-3.9525691699604702E-2</c:v>
                </c:pt>
                <c:pt idx="223">
                  <c:v>-3.9525691699604702E-2</c:v>
                </c:pt>
                <c:pt idx="224">
                  <c:v>-3.9525691699604702E-2</c:v>
                </c:pt>
                <c:pt idx="225">
                  <c:v>-3.9525691699604702E-2</c:v>
                </c:pt>
                <c:pt idx="226">
                  <c:v>-3.9525691699604702E-2</c:v>
                </c:pt>
                <c:pt idx="227">
                  <c:v>-3.9115646258503299E-2</c:v>
                </c:pt>
                <c:pt idx="228">
                  <c:v>-3.8906414300735999E-2</c:v>
                </c:pt>
                <c:pt idx="229">
                  <c:v>-3.8906414300735999E-2</c:v>
                </c:pt>
                <c:pt idx="230">
                  <c:v>-3.8461538461538401E-2</c:v>
                </c:pt>
                <c:pt idx="231">
                  <c:v>-3.8374717832956998E-2</c:v>
                </c:pt>
                <c:pt idx="232">
                  <c:v>-3.8142620232172499E-2</c:v>
                </c:pt>
                <c:pt idx="233">
                  <c:v>-3.8105046343975199E-2</c:v>
                </c:pt>
                <c:pt idx="234">
                  <c:v>-3.7845705967976699E-2</c:v>
                </c:pt>
                <c:pt idx="235">
                  <c:v>-3.7760416666666602E-2</c:v>
                </c:pt>
                <c:pt idx="236">
                  <c:v>-3.7698412698412599E-2</c:v>
                </c:pt>
                <c:pt idx="237">
                  <c:v>-3.7656903765690398E-2</c:v>
                </c:pt>
                <c:pt idx="238">
                  <c:v>-3.7410071942445999E-2</c:v>
                </c:pt>
                <c:pt idx="239">
                  <c:v>-3.7174721189591003E-2</c:v>
                </c:pt>
                <c:pt idx="240">
                  <c:v>-3.6199095022624403E-2</c:v>
                </c:pt>
                <c:pt idx="241">
                  <c:v>-3.6144578313252997E-2</c:v>
                </c:pt>
                <c:pt idx="242">
                  <c:v>-3.5999999999999997E-2</c:v>
                </c:pt>
                <c:pt idx="243">
                  <c:v>-3.5971223021582698E-2</c:v>
                </c:pt>
                <c:pt idx="244">
                  <c:v>-3.59281437125748E-2</c:v>
                </c:pt>
                <c:pt idx="245">
                  <c:v>-3.5785288270377698E-2</c:v>
                </c:pt>
                <c:pt idx="246">
                  <c:v>-3.5714285714285698E-2</c:v>
                </c:pt>
                <c:pt idx="247">
                  <c:v>-3.5527690700104503E-2</c:v>
                </c:pt>
                <c:pt idx="248">
                  <c:v>-3.54767184035477E-2</c:v>
                </c:pt>
                <c:pt idx="249">
                  <c:v>-3.4768211920529798E-2</c:v>
                </c:pt>
                <c:pt idx="250">
                  <c:v>-3.4343434343434301E-2</c:v>
                </c:pt>
                <c:pt idx="251">
                  <c:v>-3.4035656401944898E-2</c:v>
                </c:pt>
                <c:pt idx="252">
                  <c:v>-3.2634032634032598E-2</c:v>
                </c:pt>
                <c:pt idx="253">
                  <c:v>-3.2388663967611302E-2</c:v>
                </c:pt>
                <c:pt idx="254">
                  <c:v>-3.2258064516128997E-2</c:v>
                </c:pt>
                <c:pt idx="255">
                  <c:v>-3.2258064516128997E-2</c:v>
                </c:pt>
                <c:pt idx="256">
                  <c:v>-3.1914893617021198E-2</c:v>
                </c:pt>
                <c:pt idx="257">
                  <c:v>-3.1887755102040699E-2</c:v>
                </c:pt>
                <c:pt idx="258">
                  <c:v>-3.1707317073170697E-2</c:v>
                </c:pt>
                <c:pt idx="259">
                  <c:v>-3.1602708803611698E-2</c:v>
                </c:pt>
                <c:pt idx="260">
                  <c:v>-3.1372549019607801E-2</c:v>
                </c:pt>
                <c:pt idx="261">
                  <c:v>-3.1055900621117901E-2</c:v>
                </c:pt>
                <c:pt idx="262">
                  <c:v>-3.1034482758620599E-2</c:v>
                </c:pt>
                <c:pt idx="263">
                  <c:v>-3.0769230769230702E-2</c:v>
                </c:pt>
                <c:pt idx="264">
                  <c:v>-3.0769230769230702E-2</c:v>
                </c:pt>
                <c:pt idx="265">
                  <c:v>-3.0585106382978702E-2</c:v>
                </c:pt>
                <c:pt idx="266">
                  <c:v>-3.0462184873949499E-2</c:v>
                </c:pt>
                <c:pt idx="267">
                  <c:v>-3.0425963488843799E-2</c:v>
                </c:pt>
                <c:pt idx="268">
                  <c:v>-3.0097087378640801E-2</c:v>
                </c:pt>
                <c:pt idx="269">
                  <c:v>-3.00829875518672E-2</c:v>
                </c:pt>
                <c:pt idx="270">
                  <c:v>-2.99625468164793E-2</c:v>
                </c:pt>
                <c:pt idx="271">
                  <c:v>-2.9585798816568001E-2</c:v>
                </c:pt>
                <c:pt idx="272">
                  <c:v>-2.95081967213114E-2</c:v>
                </c:pt>
                <c:pt idx="273">
                  <c:v>-2.8836251287332599E-2</c:v>
                </c:pt>
                <c:pt idx="274">
                  <c:v>-2.8790786948176599E-2</c:v>
                </c:pt>
                <c:pt idx="275">
                  <c:v>-2.8692879914983999E-2</c:v>
                </c:pt>
                <c:pt idx="276">
                  <c:v>-2.8487229862475399E-2</c:v>
                </c:pt>
                <c:pt idx="277">
                  <c:v>-2.8455284552845499E-2</c:v>
                </c:pt>
                <c:pt idx="278">
                  <c:v>-2.7554535017221601E-2</c:v>
                </c:pt>
                <c:pt idx="279">
                  <c:v>-2.7397260273972601E-2</c:v>
                </c:pt>
                <c:pt idx="280">
                  <c:v>-2.7397260273972601E-2</c:v>
                </c:pt>
                <c:pt idx="281">
                  <c:v>-2.7292576419213999E-2</c:v>
                </c:pt>
                <c:pt idx="282">
                  <c:v>-2.71940667490728E-2</c:v>
                </c:pt>
                <c:pt idx="283">
                  <c:v>-2.6737967914438499E-2</c:v>
                </c:pt>
                <c:pt idx="284">
                  <c:v>-2.66497461928933E-2</c:v>
                </c:pt>
                <c:pt idx="285">
                  <c:v>-2.5641025641025599E-2</c:v>
                </c:pt>
                <c:pt idx="286">
                  <c:v>-2.5510204081632602E-2</c:v>
                </c:pt>
                <c:pt idx="287">
                  <c:v>-2.5125628140703501E-2</c:v>
                </c:pt>
                <c:pt idx="288">
                  <c:v>-2.5094102885821801E-2</c:v>
                </c:pt>
                <c:pt idx="289">
                  <c:v>-2.46305418719211E-2</c:v>
                </c:pt>
                <c:pt idx="290">
                  <c:v>-2.4547803617571001E-2</c:v>
                </c:pt>
                <c:pt idx="291">
                  <c:v>-2.4489795918367301E-2</c:v>
                </c:pt>
                <c:pt idx="292">
                  <c:v>-2.40963855421686E-2</c:v>
                </c:pt>
                <c:pt idx="293">
                  <c:v>-2.38907849829351E-2</c:v>
                </c:pt>
                <c:pt idx="294">
                  <c:v>-2.35690235690235E-2</c:v>
                </c:pt>
                <c:pt idx="295">
                  <c:v>-2.3504273504273501E-2</c:v>
                </c:pt>
                <c:pt idx="296">
                  <c:v>-2.3206751054852301E-2</c:v>
                </c:pt>
                <c:pt idx="297">
                  <c:v>-2.3166023166023099E-2</c:v>
                </c:pt>
                <c:pt idx="298">
                  <c:v>-2.2813688212927698E-2</c:v>
                </c:pt>
                <c:pt idx="299">
                  <c:v>-2.19512195121951E-2</c:v>
                </c:pt>
                <c:pt idx="300">
                  <c:v>-2.1505376344085999E-2</c:v>
                </c:pt>
                <c:pt idx="301">
                  <c:v>-2.1377672209026002E-2</c:v>
                </c:pt>
                <c:pt idx="302">
                  <c:v>-2.1276595744680799E-2</c:v>
                </c:pt>
                <c:pt idx="303">
                  <c:v>-2.1097046413502001E-2</c:v>
                </c:pt>
                <c:pt idx="304">
                  <c:v>-2.0654044750430301E-2</c:v>
                </c:pt>
                <c:pt idx="305">
                  <c:v>-2.0588235294117602E-2</c:v>
                </c:pt>
                <c:pt idx="306">
                  <c:v>-2.0491803278688402E-2</c:v>
                </c:pt>
                <c:pt idx="307">
                  <c:v>-2.0491803278688402E-2</c:v>
                </c:pt>
                <c:pt idx="308">
                  <c:v>-2.03644158628081E-2</c:v>
                </c:pt>
                <c:pt idx="309">
                  <c:v>-2.03644158628081E-2</c:v>
                </c:pt>
                <c:pt idx="310">
                  <c:v>-2.03644158628081E-2</c:v>
                </c:pt>
                <c:pt idx="311">
                  <c:v>-2.03208556149732E-2</c:v>
                </c:pt>
                <c:pt idx="312">
                  <c:v>-1.9841269841269799E-2</c:v>
                </c:pt>
                <c:pt idx="313">
                  <c:v>-1.9841269841269799E-2</c:v>
                </c:pt>
                <c:pt idx="314">
                  <c:v>-1.9801980198019799E-2</c:v>
                </c:pt>
                <c:pt idx="315">
                  <c:v>-1.9723865877712E-2</c:v>
                </c:pt>
                <c:pt idx="316">
                  <c:v>-1.9512195121951199E-2</c:v>
                </c:pt>
                <c:pt idx="317">
                  <c:v>-1.9313304721029899E-2</c:v>
                </c:pt>
                <c:pt idx="318">
                  <c:v>-1.9313304721029899E-2</c:v>
                </c:pt>
                <c:pt idx="319">
                  <c:v>-1.9088016967126101E-2</c:v>
                </c:pt>
                <c:pt idx="320">
                  <c:v>-1.9047619047619001E-2</c:v>
                </c:pt>
                <c:pt idx="321">
                  <c:v>-1.9047619047619001E-2</c:v>
                </c:pt>
                <c:pt idx="322">
                  <c:v>-1.90274841437632E-2</c:v>
                </c:pt>
                <c:pt idx="323">
                  <c:v>-1.8939393939393898E-2</c:v>
                </c:pt>
                <c:pt idx="324">
                  <c:v>-1.8934911242603599E-2</c:v>
                </c:pt>
                <c:pt idx="325">
                  <c:v>-1.8912529550827398E-2</c:v>
                </c:pt>
                <c:pt idx="326">
                  <c:v>-1.8912529550827398E-2</c:v>
                </c:pt>
                <c:pt idx="327">
                  <c:v>-1.89075630252101E-2</c:v>
                </c:pt>
                <c:pt idx="328">
                  <c:v>-1.8887722980062902E-2</c:v>
                </c:pt>
                <c:pt idx="329">
                  <c:v>-1.8867924528301799E-2</c:v>
                </c:pt>
                <c:pt idx="330">
                  <c:v>-1.8644067796610202E-2</c:v>
                </c:pt>
                <c:pt idx="331">
                  <c:v>-1.8614270941054799E-2</c:v>
                </c:pt>
                <c:pt idx="332">
                  <c:v>-1.8134715025906599E-2</c:v>
                </c:pt>
                <c:pt idx="333">
                  <c:v>-1.7857142857142901E-2</c:v>
                </c:pt>
                <c:pt idx="334">
                  <c:v>-1.7857142857142901E-2</c:v>
                </c:pt>
                <c:pt idx="335">
                  <c:v>-1.7689906347554601E-2</c:v>
                </c:pt>
                <c:pt idx="336">
                  <c:v>-1.7475728155339799E-2</c:v>
                </c:pt>
                <c:pt idx="337">
                  <c:v>-1.7127799736495301E-2</c:v>
                </c:pt>
                <c:pt idx="338">
                  <c:v>-1.7127799736495301E-2</c:v>
                </c:pt>
                <c:pt idx="339">
                  <c:v>-1.6977928692699502E-2</c:v>
                </c:pt>
                <c:pt idx="340">
                  <c:v>-1.6806722689075598E-2</c:v>
                </c:pt>
                <c:pt idx="341">
                  <c:v>-1.6806722689075598E-2</c:v>
                </c:pt>
                <c:pt idx="342">
                  <c:v>-1.6806722689075598E-2</c:v>
                </c:pt>
                <c:pt idx="343">
                  <c:v>-1.6732283464566899E-2</c:v>
                </c:pt>
                <c:pt idx="344">
                  <c:v>-1.6666666666666701E-2</c:v>
                </c:pt>
                <c:pt idx="345">
                  <c:v>-1.6460905349794198E-2</c:v>
                </c:pt>
                <c:pt idx="346">
                  <c:v>-1.6455696202531601E-2</c:v>
                </c:pt>
                <c:pt idx="347">
                  <c:v>-1.6227180527383301E-2</c:v>
                </c:pt>
                <c:pt idx="348">
                  <c:v>-1.6194331983805699E-2</c:v>
                </c:pt>
                <c:pt idx="349">
                  <c:v>-1.6194331983805699E-2</c:v>
                </c:pt>
                <c:pt idx="350">
                  <c:v>-1.5990159901599001E-2</c:v>
                </c:pt>
                <c:pt idx="351">
                  <c:v>-1.5990159901599001E-2</c:v>
                </c:pt>
                <c:pt idx="352">
                  <c:v>-1.5940488841657701E-2</c:v>
                </c:pt>
                <c:pt idx="353">
                  <c:v>-1.58371040723982E-2</c:v>
                </c:pt>
                <c:pt idx="354">
                  <c:v>-1.58371040723982E-2</c:v>
                </c:pt>
                <c:pt idx="355">
                  <c:v>-1.58371040723982E-2</c:v>
                </c:pt>
                <c:pt idx="356">
                  <c:v>-1.5789473684210499E-2</c:v>
                </c:pt>
                <c:pt idx="357">
                  <c:v>-1.5645371577574899E-2</c:v>
                </c:pt>
                <c:pt idx="358">
                  <c:v>-1.5645371577574899E-2</c:v>
                </c:pt>
                <c:pt idx="359">
                  <c:v>-1.5641293013555699E-2</c:v>
                </c:pt>
                <c:pt idx="360">
                  <c:v>-1.5564202334630199E-2</c:v>
                </c:pt>
                <c:pt idx="361">
                  <c:v>-1.4893617021276499E-2</c:v>
                </c:pt>
                <c:pt idx="362">
                  <c:v>-1.48619957537154E-2</c:v>
                </c:pt>
                <c:pt idx="363">
                  <c:v>-1.48619957537154E-2</c:v>
                </c:pt>
                <c:pt idx="364">
                  <c:v>-1.4767932489451499E-2</c:v>
                </c:pt>
                <c:pt idx="365">
                  <c:v>-1.44404332129963E-2</c:v>
                </c:pt>
                <c:pt idx="366">
                  <c:v>-1.41676505312868E-2</c:v>
                </c:pt>
                <c:pt idx="367">
                  <c:v>-1.39372822299651E-2</c:v>
                </c:pt>
                <c:pt idx="368">
                  <c:v>-1.39372822299651E-2</c:v>
                </c:pt>
                <c:pt idx="369">
                  <c:v>-1.34680134680135E-2</c:v>
                </c:pt>
                <c:pt idx="370">
                  <c:v>-1.31736526946107E-2</c:v>
                </c:pt>
                <c:pt idx="371">
                  <c:v>-1.31712259371833E-2</c:v>
                </c:pt>
                <c:pt idx="372">
                  <c:v>-1.29310344827586E-2</c:v>
                </c:pt>
                <c:pt idx="373">
                  <c:v>-1.26182965299684E-2</c:v>
                </c:pt>
                <c:pt idx="374">
                  <c:v>-1.2345679012345699E-2</c:v>
                </c:pt>
                <c:pt idx="375">
                  <c:v>-1.2345679012345699E-2</c:v>
                </c:pt>
                <c:pt idx="376">
                  <c:v>-1.2345679012345699E-2</c:v>
                </c:pt>
                <c:pt idx="377">
                  <c:v>-1.21951219512195E-2</c:v>
                </c:pt>
                <c:pt idx="378">
                  <c:v>-1.20481927710843E-2</c:v>
                </c:pt>
                <c:pt idx="379">
                  <c:v>-1.2E-2</c:v>
                </c:pt>
                <c:pt idx="380">
                  <c:v>-1.2E-2</c:v>
                </c:pt>
                <c:pt idx="381">
                  <c:v>-1.19047619047618E-2</c:v>
                </c:pt>
                <c:pt idx="382">
                  <c:v>-1.18918918918918E-2</c:v>
                </c:pt>
                <c:pt idx="383">
                  <c:v>-1.171875E-2</c:v>
                </c:pt>
                <c:pt idx="384">
                  <c:v>-1.1655011655011699E-2</c:v>
                </c:pt>
                <c:pt idx="385">
                  <c:v>-1.1249999999999901E-2</c:v>
                </c:pt>
                <c:pt idx="386">
                  <c:v>-1.0891089108910901E-2</c:v>
                </c:pt>
                <c:pt idx="387">
                  <c:v>-1.0854816824966E-2</c:v>
                </c:pt>
                <c:pt idx="388">
                  <c:v>-1.0854816824966E-2</c:v>
                </c:pt>
                <c:pt idx="389">
                  <c:v>-1.08225108225108E-2</c:v>
                </c:pt>
                <c:pt idx="390">
                  <c:v>-1.06508875739644E-2</c:v>
                </c:pt>
                <c:pt idx="391">
                  <c:v>-1.06100795755967E-2</c:v>
                </c:pt>
                <c:pt idx="392">
                  <c:v>-1.05820105820105E-2</c:v>
                </c:pt>
                <c:pt idx="393">
                  <c:v>-1.0537407797681701E-2</c:v>
                </c:pt>
                <c:pt idx="394">
                  <c:v>-1.05263157894737E-2</c:v>
                </c:pt>
                <c:pt idx="395">
                  <c:v>-1.0430247718383299E-2</c:v>
                </c:pt>
                <c:pt idx="396">
                  <c:v>-1.0256410256410199E-2</c:v>
                </c:pt>
                <c:pt idx="397">
                  <c:v>-1.00502512562814E-2</c:v>
                </c:pt>
                <c:pt idx="398">
                  <c:v>-1.00502512562814E-2</c:v>
                </c:pt>
                <c:pt idx="399">
                  <c:v>-9.4339622641509396E-3</c:v>
                </c:pt>
                <c:pt idx="400">
                  <c:v>-9.19305413687432E-3</c:v>
                </c:pt>
                <c:pt idx="401">
                  <c:v>-9.1863517060367592E-3</c:v>
                </c:pt>
                <c:pt idx="402">
                  <c:v>-9.1383812010443696E-3</c:v>
                </c:pt>
                <c:pt idx="403">
                  <c:v>-8.9385474860335101E-3</c:v>
                </c:pt>
                <c:pt idx="404">
                  <c:v>-8.5561497326203106E-3</c:v>
                </c:pt>
                <c:pt idx="405">
                  <c:v>-8.2987551867219605E-3</c:v>
                </c:pt>
                <c:pt idx="406">
                  <c:v>-8.2352941176470004E-3</c:v>
                </c:pt>
                <c:pt idx="407">
                  <c:v>-8.1632653061224306E-3</c:v>
                </c:pt>
                <c:pt idx="408">
                  <c:v>-8.0321285140562103E-3</c:v>
                </c:pt>
                <c:pt idx="409">
                  <c:v>-7.8475336322869592E-3</c:v>
                </c:pt>
                <c:pt idx="410">
                  <c:v>-7.8431372549019295E-3</c:v>
                </c:pt>
                <c:pt idx="411">
                  <c:v>-7.8431372549019295E-3</c:v>
                </c:pt>
                <c:pt idx="412">
                  <c:v>-7.7777777777777697E-3</c:v>
                </c:pt>
                <c:pt idx="413">
                  <c:v>-7.39176346356917E-3</c:v>
                </c:pt>
                <c:pt idx="414">
                  <c:v>-7.2463768115942299E-3</c:v>
                </c:pt>
                <c:pt idx="415">
                  <c:v>-6.9808027923211604E-3</c:v>
                </c:pt>
                <c:pt idx="416">
                  <c:v>-6.65778961384821E-3</c:v>
                </c:pt>
                <c:pt idx="417">
                  <c:v>-6.65778961384821E-3</c:v>
                </c:pt>
                <c:pt idx="418">
                  <c:v>-6.4766839378238503E-3</c:v>
                </c:pt>
                <c:pt idx="419">
                  <c:v>-6.42398286937906E-3</c:v>
                </c:pt>
                <c:pt idx="420">
                  <c:v>-6.0313630880578497E-3</c:v>
                </c:pt>
                <c:pt idx="421">
                  <c:v>-6.0313630880578497E-3</c:v>
                </c:pt>
                <c:pt idx="422">
                  <c:v>-6.0313630880578497E-3</c:v>
                </c:pt>
                <c:pt idx="423">
                  <c:v>-6.0313630880578497E-3</c:v>
                </c:pt>
                <c:pt idx="424">
                  <c:v>-6.0313630880578497E-3</c:v>
                </c:pt>
                <c:pt idx="425">
                  <c:v>-6.0313630880578497E-3</c:v>
                </c:pt>
                <c:pt idx="426">
                  <c:v>-6.0313630880578497E-3</c:v>
                </c:pt>
                <c:pt idx="427">
                  <c:v>-6.0301507537688899E-3</c:v>
                </c:pt>
                <c:pt idx="428">
                  <c:v>-6.0096153846154101E-3</c:v>
                </c:pt>
                <c:pt idx="429">
                  <c:v>-5.9523809523809304E-3</c:v>
                </c:pt>
                <c:pt idx="430">
                  <c:v>-5.9453032104637097E-3</c:v>
                </c:pt>
                <c:pt idx="431">
                  <c:v>-5.3191489361702404E-3</c:v>
                </c:pt>
                <c:pt idx="432">
                  <c:v>-5.3078556263269601E-3</c:v>
                </c:pt>
                <c:pt idx="433">
                  <c:v>-5.2966101694915599E-3</c:v>
                </c:pt>
                <c:pt idx="434">
                  <c:v>-5.2447552447551999E-3</c:v>
                </c:pt>
                <c:pt idx="435">
                  <c:v>-5.1413881748072401E-3</c:v>
                </c:pt>
                <c:pt idx="436">
                  <c:v>-5.12820512820511E-3</c:v>
                </c:pt>
                <c:pt idx="437">
                  <c:v>-4.8426150121065803E-3</c:v>
                </c:pt>
                <c:pt idx="438">
                  <c:v>-4.8426150121065803E-3</c:v>
                </c:pt>
                <c:pt idx="439">
                  <c:v>-4.80192076830732E-3</c:v>
                </c:pt>
                <c:pt idx="440">
                  <c:v>-4.7961630695443304E-3</c:v>
                </c:pt>
                <c:pt idx="441">
                  <c:v>-4.7562425683710299E-3</c:v>
                </c:pt>
                <c:pt idx="442">
                  <c:v>-4.6728971962616203E-3</c:v>
                </c:pt>
                <c:pt idx="443">
                  <c:v>-4.3572984749454804E-3</c:v>
                </c:pt>
                <c:pt idx="444">
                  <c:v>-4.2372881355932004E-3</c:v>
                </c:pt>
                <c:pt idx="445">
                  <c:v>-4.2194092827003704E-3</c:v>
                </c:pt>
                <c:pt idx="446">
                  <c:v>-4.1928721174003796E-3</c:v>
                </c:pt>
                <c:pt idx="447">
                  <c:v>-4.1666666666666501E-3</c:v>
                </c:pt>
                <c:pt idx="448">
                  <c:v>-4.12371134020617E-3</c:v>
                </c:pt>
                <c:pt idx="449">
                  <c:v>-4.04858299595145E-3</c:v>
                </c:pt>
                <c:pt idx="450">
                  <c:v>-3.8610038610038498E-3</c:v>
                </c:pt>
                <c:pt idx="451">
                  <c:v>-3.7174721189591098E-3</c:v>
                </c:pt>
                <c:pt idx="452">
                  <c:v>-3.27153762268261E-3</c:v>
                </c:pt>
                <c:pt idx="453">
                  <c:v>-3.2292787944026E-3</c:v>
                </c:pt>
                <c:pt idx="454">
                  <c:v>-3.2292787944026E-3</c:v>
                </c:pt>
                <c:pt idx="455">
                  <c:v>-3.0395136778115202E-3</c:v>
                </c:pt>
                <c:pt idx="456">
                  <c:v>-2.6420079260237499E-3</c:v>
                </c:pt>
                <c:pt idx="457">
                  <c:v>-2.4875621890547701E-3</c:v>
                </c:pt>
                <c:pt idx="458">
                  <c:v>-2.4271844660194099E-3</c:v>
                </c:pt>
                <c:pt idx="459">
                  <c:v>-2.2371364653244099E-3</c:v>
                </c:pt>
                <c:pt idx="460">
                  <c:v>-2.1231422505307799E-3</c:v>
                </c:pt>
                <c:pt idx="461">
                  <c:v>-2.0876826722337999E-3</c:v>
                </c:pt>
                <c:pt idx="462">
                  <c:v>-1.9723865877712102E-3</c:v>
                </c:pt>
                <c:pt idx="463">
                  <c:v>-1.9723865877712102E-3</c:v>
                </c:pt>
                <c:pt idx="464">
                  <c:v>-1.72413793103443E-3</c:v>
                </c:pt>
                <c:pt idx="465">
                  <c:v>-1.33868808567605E-3</c:v>
                </c:pt>
                <c:pt idx="466">
                  <c:v>-1.2195121951219499E-3</c:v>
                </c:pt>
                <c:pt idx="467">
                  <c:v>-1.0405827263267799E-3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5.0075112669012401E-4</c:v>
                </c:pt>
                <c:pt idx="492">
                  <c:v>5.0075112669012401E-4</c:v>
                </c:pt>
                <c:pt idx="493">
                  <c:v>1.03199174406598E-3</c:v>
                </c:pt>
                <c:pt idx="494">
                  <c:v>1.1668611435238199E-3</c:v>
                </c:pt>
                <c:pt idx="495">
                  <c:v>1.19904076738608E-3</c:v>
                </c:pt>
                <c:pt idx="496">
                  <c:v>1.2515644555695E-3</c:v>
                </c:pt>
                <c:pt idx="497">
                  <c:v>1.3262599469496799E-3</c:v>
                </c:pt>
                <c:pt idx="498">
                  <c:v>1.3422818791946E-3</c:v>
                </c:pt>
                <c:pt idx="499">
                  <c:v>1.3908205841446301E-3</c:v>
                </c:pt>
                <c:pt idx="500">
                  <c:v>1.7301038062282801E-3</c:v>
                </c:pt>
                <c:pt idx="501">
                  <c:v>2.0161290322579998E-3</c:v>
                </c:pt>
                <c:pt idx="502">
                  <c:v>2.1097046413502902E-3</c:v>
                </c:pt>
                <c:pt idx="503">
                  <c:v>2.1321961620468502E-3</c:v>
                </c:pt>
                <c:pt idx="504">
                  <c:v>2.1929824561404102E-3</c:v>
                </c:pt>
                <c:pt idx="505">
                  <c:v>2.4330900243310001E-3</c:v>
                </c:pt>
                <c:pt idx="506">
                  <c:v>3.0030030030030398E-3</c:v>
                </c:pt>
                <c:pt idx="507">
                  <c:v>3.0612244897958401E-3</c:v>
                </c:pt>
                <c:pt idx="508">
                  <c:v>3.14465408805042E-3</c:v>
                </c:pt>
                <c:pt idx="509">
                  <c:v>3.2608695652174202E-3</c:v>
                </c:pt>
                <c:pt idx="510">
                  <c:v>3.2930845225027602E-3</c:v>
                </c:pt>
                <c:pt idx="511">
                  <c:v>3.46620450606582E-3</c:v>
                </c:pt>
                <c:pt idx="512">
                  <c:v>3.5971223021582501E-3</c:v>
                </c:pt>
                <c:pt idx="513">
                  <c:v>3.6026762738034998E-3</c:v>
                </c:pt>
                <c:pt idx="514">
                  <c:v>3.6540803897686601E-3</c:v>
                </c:pt>
                <c:pt idx="515">
                  <c:v>4.06504065040658E-3</c:v>
                </c:pt>
                <c:pt idx="516">
                  <c:v>4.08163265306127E-3</c:v>
                </c:pt>
                <c:pt idx="517">
                  <c:v>4.1841004184099903E-3</c:v>
                </c:pt>
                <c:pt idx="518">
                  <c:v>4.20168067226889E-3</c:v>
                </c:pt>
                <c:pt idx="519">
                  <c:v>4.2735042735042496E-3</c:v>
                </c:pt>
                <c:pt idx="520">
                  <c:v>4.3010752688172798E-3</c:v>
                </c:pt>
                <c:pt idx="521">
                  <c:v>4.4642857142857999E-3</c:v>
                </c:pt>
                <c:pt idx="522">
                  <c:v>4.4642857142857999E-3</c:v>
                </c:pt>
                <c:pt idx="523">
                  <c:v>4.5558086560364402E-3</c:v>
                </c:pt>
                <c:pt idx="524">
                  <c:v>4.8543689320388302E-3</c:v>
                </c:pt>
                <c:pt idx="525">
                  <c:v>5.1124744376278503E-3</c:v>
                </c:pt>
                <c:pt idx="526">
                  <c:v>5.1993067590987404E-3</c:v>
                </c:pt>
                <c:pt idx="527">
                  <c:v>5.2083333333332498E-3</c:v>
                </c:pt>
                <c:pt idx="528">
                  <c:v>5.3003533568904901E-3</c:v>
                </c:pt>
                <c:pt idx="529">
                  <c:v>5.6285178236397098E-3</c:v>
                </c:pt>
                <c:pt idx="530">
                  <c:v>5.7351407716370499E-3</c:v>
                </c:pt>
                <c:pt idx="531">
                  <c:v>5.9241706161137202E-3</c:v>
                </c:pt>
                <c:pt idx="532">
                  <c:v>5.9642147117295796E-3</c:v>
                </c:pt>
                <c:pt idx="533">
                  <c:v>5.9642147117295796E-3</c:v>
                </c:pt>
                <c:pt idx="534">
                  <c:v>6.0362173038228601E-3</c:v>
                </c:pt>
                <c:pt idx="535">
                  <c:v>6.1349693251533301E-3</c:v>
                </c:pt>
                <c:pt idx="536">
                  <c:v>6.1425061425062202E-3</c:v>
                </c:pt>
                <c:pt idx="537">
                  <c:v>6.1425061425062202E-3</c:v>
                </c:pt>
                <c:pt idx="538">
                  <c:v>6.2015503875969503E-3</c:v>
                </c:pt>
                <c:pt idx="539">
                  <c:v>6.2893081761006197E-3</c:v>
                </c:pt>
                <c:pt idx="540">
                  <c:v>6.3157894736842702E-3</c:v>
                </c:pt>
                <c:pt idx="541">
                  <c:v>6.77200902934527E-3</c:v>
                </c:pt>
                <c:pt idx="542">
                  <c:v>6.95652173913052E-3</c:v>
                </c:pt>
                <c:pt idx="543">
                  <c:v>7.1513706793802003E-3</c:v>
                </c:pt>
                <c:pt idx="544">
                  <c:v>7.1942446043165003E-3</c:v>
                </c:pt>
                <c:pt idx="545">
                  <c:v>7.2992700729928002E-3</c:v>
                </c:pt>
                <c:pt idx="546">
                  <c:v>7.3349633251833498E-3</c:v>
                </c:pt>
                <c:pt idx="547">
                  <c:v>7.5757575757575604E-3</c:v>
                </c:pt>
                <c:pt idx="548">
                  <c:v>7.6569678407349901E-3</c:v>
                </c:pt>
                <c:pt idx="549">
                  <c:v>7.6775431861804098E-3</c:v>
                </c:pt>
                <c:pt idx="550">
                  <c:v>7.7639751552796002E-3</c:v>
                </c:pt>
                <c:pt idx="551">
                  <c:v>7.8125E-3</c:v>
                </c:pt>
                <c:pt idx="552">
                  <c:v>8.0971659919029104E-3</c:v>
                </c:pt>
                <c:pt idx="553">
                  <c:v>8.2706766917293104E-3</c:v>
                </c:pt>
                <c:pt idx="554">
                  <c:v>8.2987551867219605E-3</c:v>
                </c:pt>
                <c:pt idx="555">
                  <c:v>8.4033613445377801E-3</c:v>
                </c:pt>
                <c:pt idx="556">
                  <c:v>8.4388185654007408E-3</c:v>
                </c:pt>
                <c:pt idx="557">
                  <c:v>8.5679314565483208E-3</c:v>
                </c:pt>
                <c:pt idx="558">
                  <c:v>8.79120879120876E-3</c:v>
                </c:pt>
                <c:pt idx="559">
                  <c:v>9.55794504181595E-3</c:v>
                </c:pt>
                <c:pt idx="560">
                  <c:v>9.55794504181595E-3</c:v>
                </c:pt>
                <c:pt idx="561">
                  <c:v>9.5744680851064193E-3</c:v>
                </c:pt>
                <c:pt idx="562">
                  <c:v>9.5808383233533193E-3</c:v>
                </c:pt>
                <c:pt idx="563">
                  <c:v>9.5923261390886694E-3</c:v>
                </c:pt>
                <c:pt idx="564">
                  <c:v>9.6153846153845795E-3</c:v>
                </c:pt>
                <c:pt idx="565">
                  <c:v>9.6153846153845795E-3</c:v>
                </c:pt>
                <c:pt idx="566">
                  <c:v>9.63597430406859E-3</c:v>
                </c:pt>
                <c:pt idx="567">
                  <c:v>1.0398613518197399E-2</c:v>
                </c:pt>
                <c:pt idx="568">
                  <c:v>1.0398613518197399E-2</c:v>
                </c:pt>
                <c:pt idx="569">
                  <c:v>1.0443864229764999E-2</c:v>
                </c:pt>
                <c:pt idx="570">
                  <c:v>1.0471204188481501E-2</c:v>
                </c:pt>
                <c:pt idx="571">
                  <c:v>1.0638297872340399E-2</c:v>
                </c:pt>
                <c:pt idx="572">
                  <c:v>1.08108108108107E-2</c:v>
                </c:pt>
                <c:pt idx="573">
                  <c:v>1.08932461873638E-2</c:v>
                </c:pt>
                <c:pt idx="574">
                  <c:v>1.10619469026549E-2</c:v>
                </c:pt>
                <c:pt idx="575">
                  <c:v>1.10619469026549E-2</c:v>
                </c:pt>
                <c:pt idx="576">
                  <c:v>1.10619469026549E-2</c:v>
                </c:pt>
                <c:pt idx="577">
                  <c:v>1.10619469026549E-2</c:v>
                </c:pt>
                <c:pt idx="578">
                  <c:v>1.13378684807257E-2</c:v>
                </c:pt>
                <c:pt idx="579">
                  <c:v>1.1560693641618601E-2</c:v>
                </c:pt>
                <c:pt idx="580">
                  <c:v>1.1560693641618601E-2</c:v>
                </c:pt>
                <c:pt idx="581">
                  <c:v>1.1560693641618601E-2</c:v>
                </c:pt>
                <c:pt idx="582">
                  <c:v>1.16731517509727E-2</c:v>
                </c:pt>
                <c:pt idx="583">
                  <c:v>1.16822429906542E-2</c:v>
                </c:pt>
                <c:pt idx="584">
                  <c:v>1.18343195266272E-2</c:v>
                </c:pt>
                <c:pt idx="585">
                  <c:v>1.1884550084889599E-2</c:v>
                </c:pt>
                <c:pt idx="586">
                  <c:v>1.19904076738608E-2</c:v>
                </c:pt>
                <c:pt idx="587">
                  <c:v>1.2E-2</c:v>
                </c:pt>
                <c:pt idx="588">
                  <c:v>1.2E-2</c:v>
                </c:pt>
                <c:pt idx="589">
                  <c:v>1.22116689280868E-2</c:v>
                </c:pt>
                <c:pt idx="590">
                  <c:v>1.22199592668024E-2</c:v>
                </c:pt>
                <c:pt idx="591">
                  <c:v>1.2285012285012199E-2</c:v>
                </c:pt>
                <c:pt idx="592">
                  <c:v>1.2307692307692301E-2</c:v>
                </c:pt>
                <c:pt idx="593">
                  <c:v>1.24999999999999E-2</c:v>
                </c:pt>
                <c:pt idx="594">
                  <c:v>1.25925925925924E-2</c:v>
                </c:pt>
                <c:pt idx="595">
                  <c:v>1.26582278481013E-2</c:v>
                </c:pt>
                <c:pt idx="596">
                  <c:v>1.26582278481013E-2</c:v>
                </c:pt>
                <c:pt idx="597">
                  <c:v>1.26582278481013E-2</c:v>
                </c:pt>
                <c:pt idx="598">
                  <c:v>1.2727272727272599E-2</c:v>
                </c:pt>
                <c:pt idx="599">
                  <c:v>1.3089005235602E-2</c:v>
                </c:pt>
                <c:pt idx="600">
                  <c:v>1.3317191283292999E-2</c:v>
                </c:pt>
                <c:pt idx="601">
                  <c:v>1.3377926421404601E-2</c:v>
                </c:pt>
                <c:pt idx="602">
                  <c:v>1.35135135135135E-2</c:v>
                </c:pt>
                <c:pt idx="603">
                  <c:v>1.35635018495683E-2</c:v>
                </c:pt>
                <c:pt idx="604">
                  <c:v>1.39679255043974E-2</c:v>
                </c:pt>
                <c:pt idx="605">
                  <c:v>1.40105078809107E-2</c:v>
                </c:pt>
                <c:pt idx="606">
                  <c:v>1.4051522248243501E-2</c:v>
                </c:pt>
                <c:pt idx="607">
                  <c:v>1.40625E-2</c:v>
                </c:pt>
                <c:pt idx="608">
                  <c:v>1.41342756183746E-2</c:v>
                </c:pt>
                <c:pt idx="609">
                  <c:v>1.4198782961460399E-2</c:v>
                </c:pt>
                <c:pt idx="610">
                  <c:v>1.42602495543671E-2</c:v>
                </c:pt>
                <c:pt idx="611">
                  <c:v>1.42857142857142E-2</c:v>
                </c:pt>
                <c:pt idx="612">
                  <c:v>1.4657980456025999E-2</c:v>
                </c:pt>
                <c:pt idx="613">
                  <c:v>1.46699266503667E-2</c:v>
                </c:pt>
                <c:pt idx="614">
                  <c:v>1.4778325123152801E-2</c:v>
                </c:pt>
                <c:pt idx="615">
                  <c:v>1.4799154334038001E-2</c:v>
                </c:pt>
                <c:pt idx="616">
                  <c:v>1.48619957537154E-2</c:v>
                </c:pt>
                <c:pt idx="617">
                  <c:v>1.51162790697674E-2</c:v>
                </c:pt>
                <c:pt idx="618">
                  <c:v>1.5200868621064E-2</c:v>
                </c:pt>
                <c:pt idx="619">
                  <c:v>1.5202702702702599E-2</c:v>
                </c:pt>
                <c:pt idx="620">
                  <c:v>1.52631578947368E-2</c:v>
                </c:pt>
                <c:pt idx="621">
                  <c:v>1.53846153846153E-2</c:v>
                </c:pt>
                <c:pt idx="622">
                  <c:v>1.55555555555555E-2</c:v>
                </c:pt>
                <c:pt idx="623">
                  <c:v>1.5776699029126099E-2</c:v>
                </c:pt>
                <c:pt idx="624">
                  <c:v>1.6129032258064498E-2</c:v>
                </c:pt>
                <c:pt idx="625">
                  <c:v>1.6736401673640201E-2</c:v>
                </c:pt>
                <c:pt idx="626">
                  <c:v>1.6949152542372801E-2</c:v>
                </c:pt>
                <c:pt idx="627">
                  <c:v>1.7001545595053999E-2</c:v>
                </c:pt>
                <c:pt idx="628">
                  <c:v>1.7010935601457999E-2</c:v>
                </c:pt>
                <c:pt idx="629">
                  <c:v>1.7010935601457999E-2</c:v>
                </c:pt>
                <c:pt idx="630">
                  <c:v>1.7021276595744698E-2</c:v>
                </c:pt>
                <c:pt idx="631">
                  <c:v>1.7241379310344699E-2</c:v>
                </c:pt>
                <c:pt idx="632">
                  <c:v>1.7766497461928901E-2</c:v>
                </c:pt>
                <c:pt idx="633">
                  <c:v>1.78117048346055E-2</c:v>
                </c:pt>
                <c:pt idx="634">
                  <c:v>1.7948717948717802E-2</c:v>
                </c:pt>
                <c:pt idx="635">
                  <c:v>1.79738562091502E-2</c:v>
                </c:pt>
                <c:pt idx="636">
                  <c:v>1.87919463087249E-2</c:v>
                </c:pt>
                <c:pt idx="637">
                  <c:v>1.8803418803418698E-2</c:v>
                </c:pt>
                <c:pt idx="638">
                  <c:v>1.8838304552590099E-2</c:v>
                </c:pt>
                <c:pt idx="639">
                  <c:v>1.91897654584221E-2</c:v>
                </c:pt>
                <c:pt idx="640">
                  <c:v>1.92023633677991E-2</c:v>
                </c:pt>
                <c:pt idx="641">
                  <c:v>1.94174757281553E-2</c:v>
                </c:pt>
                <c:pt idx="642">
                  <c:v>1.94174757281553E-2</c:v>
                </c:pt>
                <c:pt idx="643">
                  <c:v>1.95227765726682E-2</c:v>
                </c:pt>
                <c:pt idx="644">
                  <c:v>1.9543973941368E-2</c:v>
                </c:pt>
                <c:pt idx="645">
                  <c:v>1.99789695057834E-2</c:v>
                </c:pt>
                <c:pt idx="646">
                  <c:v>2.04081632653061E-2</c:v>
                </c:pt>
                <c:pt idx="647">
                  <c:v>2.04081632653061E-2</c:v>
                </c:pt>
                <c:pt idx="648">
                  <c:v>2.0481927710843398E-2</c:v>
                </c:pt>
                <c:pt idx="649">
                  <c:v>2.05198358413132E-2</c:v>
                </c:pt>
                <c:pt idx="650">
                  <c:v>2.0547945205479499E-2</c:v>
                </c:pt>
                <c:pt idx="651">
                  <c:v>2.0661157024793399E-2</c:v>
                </c:pt>
                <c:pt idx="652">
                  <c:v>2.07100591715976E-2</c:v>
                </c:pt>
                <c:pt idx="653">
                  <c:v>2.1052631578947399E-2</c:v>
                </c:pt>
                <c:pt idx="654">
                  <c:v>2.1175224986765301E-2</c:v>
                </c:pt>
                <c:pt idx="655">
                  <c:v>2.1276595744680701E-2</c:v>
                </c:pt>
                <c:pt idx="656">
                  <c:v>2.1296296296296299E-2</c:v>
                </c:pt>
                <c:pt idx="657">
                  <c:v>2.1311475409835998E-2</c:v>
                </c:pt>
                <c:pt idx="658">
                  <c:v>2.1367521367521201E-2</c:v>
                </c:pt>
                <c:pt idx="659">
                  <c:v>2.1367521367521201E-2</c:v>
                </c:pt>
                <c:pt idx="660">
                  <c:v>2.14007782101166E-2</c:v>
                </c:pt>
                <c:pt idx="661">
                  <c:v>2.1528525296017099E-2</c:v>
                </c:pt>
                <c:pt idx="662">
                  <c:v>2.1739130434782698E-2</c:v>
                </c:pt>
                <c:pt idx="663">
                  <c:v>2.1739130434782698E-2</c:v>
                </c:pt>
                <c:pt idx="664">
                  <c:v>2.1874999999999999E-2</c:v>
                </c:pt>
                <c:pt idx="665">
                  <c:v>2.1909233176838901E-2</c:v>
                </c:pt>
                <c:pt idx="666">
                  <c:v>2.19780219780219E-2</c:v>
                </c:pt>
                <c:pt idx="667">
                  <c:v>2.2298456260720401E-2</c:v>
                </c:pt>
                <c:pt idx="668">
                  <c:v>2.2633744855966999E-2</c:v>
                </c:pt>
                <c:pt idx="669">
                  <c:v>2.27272727272727E-2</c:v>
                </c:pt>
                <c:pt idx="670">
                  <c:v>2.27765726681128E-2</c:v>
                </c:pt>
                <c:pt idx="671">
                  <c:v>2.3201856148491899E-2</c:v>
                </c:pt>
                <c:pt idx="672">
                  <c:v>2.3391812865496998E-2</c:v>
                </c:pt>
                <c:pt idx="673">
                  <c:v>2.3510971786833802E-2</c:v>
                </c:pt>
                <c:pt idx="674">
                  <c:v>2.3510971786833802E-2</c:v>
                </c:pt>
                <c:pt idx="675">
                  <c:v>2.4054982817869299E-2</c:v>
                </c:pt>
                <c:pt idx="676">
                  <c:v>2.4054982817869299E-2</c:v>
                </c:pt>
                <c:pt idx="677">
                  <c:v>2.4327784891165102E-2</c:v>
                </c:pt>
                <c:pt idx="678">
                  <c:v>2.4630541871921201E-2</c:v>
                </c:pt>
                <c:pt idx="679">
                  <c:v>2.4691358024691398E-2</c:v>
                </c:pt>
                <c:pt idx="680">
                  <c:v>2.47349823321554E-2</c:v>
                </c:pt>
                <c:pt idx="681">
                  <c:v>2.4834437086092599E-2</c:v>
                </c:pt>
                <c:pt idx="682">
                  <c:v>2.5051124744376301E-2</c:v>
                </c:pt>
                <c:pt idx="683">
                  <c:v>2.5225225225225099E-2</c:v>
                </c:pt>
                <c:pt idx="684">
                  <c:v>2.5380710659898401E-2</c:v>
                </c:pt>
                <c:pt idx="685">
                  <c:v>2.5380710659898401E-2</c:v>
                </c:pt>
                <c:pt idx="686">
                  <c:v>2.5423728813559199E-2</c:v>
                </c:pt>
                <c:pt idx="687">
                  <c:v>2.5641025641025501E-2</c:v>
                </c:pt>
                <c:pt idx="688">
                  <c:v>2.5920873124147301E-2</c:v>
                </c:pt>
                <c:pt idx="689">
                  <c:v>2.5943396226414998E-2</c:v>
                </c:pt>
                <c:pt idx="690">
                  <c:v>2.5943396226414998E-2</c:v>
                </c:pt>
                <c:pt idx="691">
                  <c:v>2.60663507109004E-2</c:v>
                </c:pt>
                <c:pt idx="692">
                  <c:v>2.6119402985074602E-2</c:v>
                </c:pt>
                <c:pt idx="693">
                  <c:v>2.62008733624454E-2</c:v>
                </c:pt>
                <c:pt idx="694">
                  <c:v>2.6397515527950301E-2</c:v>
                </c:pt>
                <c:pt idx="695">
                  <c:v>2.6521060842433698E-2</c:v>
                </c:pt>
                <c:pt idx="696">
                  <c:v>2.6859504132231399E-2</c:v>
                </c:pt>
                <c:pt idx="697">
                  <c:v>2.6890756302520899E-2</c:v>
                </c:pt>
                <c:pt idx="698">
                  <c:v>2.6957637997432501E-2</c:v>
                </c:pt>
                <c:pt idx="699">
                  <c:v>2.6993865030674899E-2</c:v>
                </c:pt>
                <c:pt idx="700">
                  <c:v>2.70270270270269E-2</c:v>
                </c:pt>
                <c:pt idx="701">
                  <c:v>2.70270270270269E-2</c:v>
                </c:pt>
                <c:pt idx="702">
                  <c:v>2.71002710027099E-2</c:v>
                </c:pt>
                <c:pt idx="703">
                  <c:v>2.7118644067796599E-2</c:v>
                </c:pt>
                <c:pt idx="704">
                  <c:v>2.7173913043478201E-2</c:v>
                </c:pt>
                <c:pt idx="705">
                  <c:v>2.7237354085602999E-2</c:v>
                </c:pt>
                <c:pt idx="706">
                  <c:v>2.7243589743589602E-2</c:v>
                </c:pt>
                <c:pt idx="707">
                  <c:v>2.73809523809522E-2</c:v>
                </c:pt>
                <c:pt idx="708">
                  <c:v>2.7397260273972698E-2</c:v>
                </c:pt>
                <c:pt idx="709">
                  <c:v>2.7450980392156699E-2</c:v>
                </c:pt>
                <c:pt idx="710">
                  <c:v>2.7459954233409498E-2</c:v>
                </c:pt>
                <c:pt idx="711">
                  <c:v>2.7491408934707799E-2</c:v>
                </c:pt>
                <c:pt idx="712">
                  <c:v>2.75080906148867E-2</c:v>
                </c:pt>
                <c:pt idx="713">
                  <c:v>2.7586206896551699E-2</c:v>
                </c:pt>
                <c:pt idx="714">
                  <c:v>2.7586206896551699E-2</c:v>
                </c:pt>
                <c:pt idx="715">
                  <c:v>2.7586206896551699E-2</c:v>
                </c:pt>
                <c:pt idx="716">
                  <c:v>2.7777777777777599E-2</c:v>
                </c:pt>
                <c:pt idx="717">
                  <c:v>2.7956989247311902E-2</c:v>
                </c:pt>
                <c:pt idx="718">
                  <c:v>2.83159463487332E-2</c:v>
                </c:pt>
                <c:pt idx="719">
                  <c:v>2.8500619578686499E-2</c:v>
                </c:pt>
                <c:pt idx="720">
                  <c:v>2.8862478777589001E-2</c:v>
                </c:pt>
                <c:pt idx="721">
                  <c:v>2.8892455858748001E-2</c:v>
                </c:pt>
                <c:pt idx="722">
                  <c:v>2.9062087186261399E-2</c:v>
                </c:pt>
                <c:pt idx="723">
                  <c:v>2.9166666666666501E-2</c:v>
                </c:pt>
                <c:pt idx="724">
                  <c:v>2.9166666666666501E-2</c:v>
                </c:pt>
                <c:pt idx="725">
                  <c:v>2.9171528588098E-2</c:v>
                </c:pt>
                <c:pt idx="726">
                  <c:v>2.9284164859001999E-2</c:v>
                </c:pt>
                <c:pt idx="727">
                  <c:v>2.93040293040292E-2</c:v>
                </c:pt>
                <c:pt idx="728">
                  <c:v>2.9520295202952001E-2</c:v>
                </c:pt>
                <c:pt idx="729">
                  <c:v>2.9598308668076001E-2</c:v>
                </c:pt>
                <c:pt idx="730">
                  <c:v>2.9661016949152401E-2</c:v>
                </c:pt>
                <c:pt idx="731">
                  <c:v>2.9787234042553099E-2</c:v>
                </c:pt>
                <c:pt idx="732">
                  <c:v>2.99043062200956E-2</c:v>
                </c:pt>
                <c:pt idx="733">
                  <c:v>2.99500831946755E-2</c:v>
                </c:pt>
                <c:pt idx="734">
                  <c:v>2.9962546816479401E-2</c:v>
                </c:pt>
                <c:pt idx="735">
                  <c:v>0.03</c:v>
                </c:pt>
                <c:pt idx="736">
                  <c:v>3.0066815144766001E-2</c:v>
                </c:pt>
                <c:pt idx="737">
                  <c:v>3.0172413793103401E-2</c:v>
                </c:pt>
                <c:pt idx="738">
                  <c:v>3.0172413793103401E-2</c:v>
                </c:pt>
                <c:pt idx="739">
                  <c:v>3.0197444831591098E-2</c:v>
                </c:pt>
                <c:pt idx="740">
                  <c:v>3.0223390275952701E-2</c:v>
                </c:pt>
                <c:pt idx="741">
                  <c:v>3.0339805825242601E-2</c:v>
                </c:pt>
                <c:pt idx="742">
                  <c:v>3.03867403314916E-2</c:v>
                </c:pt>
                <c:pt idx="743">
                  <c:v>3.0428055698813902E-2</c:v>
                </c:pt>
                <c:pt idx="744">
                  <c:v>3.0844155844155799E-2</c:v>
                </c:pt>
                <c:pt idx="745">
                  <c:v>3.1007751937984499E-2</c:v>
                </c:pt>
                <c:pt idx="746">
                  <c:v>3.1007751937984499E-2</c:v>
                </c:pt>
                <c:pt idx="747">
                  <c:v>3.1034482758620599E-2</c:v>
                </c:pt>
                <c:pt idx="748">
                  <c:v>3.1055900621117901E-2</c:v>
                </c:pt>
                <c:pt idx="749">
                  <c:v>3.1434184675835003E-2</c:v>
                </c:pt>
                <c:pt idx="750">
                  <c:v>3.1481481481481402E-2</c:v>
                </c:pt>
                <c:pt idx="751">
                  <c:v>3.15917375455649E-2</c:v>
                </c:pt>
                <c:pt idx="752">
                  <c:v>3.18471337579617E-2</c:v>
                </c:pt>
                <c:pt idx="753">
                  <c:v>3.2102728731942198E-2</c:v>
                </c:pt>
                <c:pt idx="754">
                  <c:v>3.2338308457711303E-2</c:v>
                </c:pt>
                <c:pt idx="755">
                  <c:v>3.2338308457711303E-2</c:v>
                </c:pt>
                <c:pt idx="756">
                  <c:v>3.2338308457711303E-2</c:v>
                </c:pt>
                <c:pt idx="757">
                  <c:v>3.2567049808429102E-2</c:v>
                </c:pt>
                <c:pt idx="758">
                  <c:v>3.25814536340851E-2</c:v>
                </c:pt>
                <c:pt idx="759">
                  <c:v>3.2876712328767203E-2</c:v>
                </c:pt>
                <c:pt idx="760">
                  <c:v>3.2938076416337302E-2</c:v>
                </c:pt>
                <c:pt idx="761">
                  <c:v>3.3395176252318998E-2</c:v>
                </c:pt>
                <c:pt idx="762">
                  <c:v>3.3412887828162298E-2</c:v>
                </c:pt>
                <c:pt idx="763">
                  <c:v>3.34394904458599E-2</c:v>
                </c:pt>
                <c:pt idx="764">
                  <c:v>3.34394904458599E-2</c:v>
                </c:pt>
                <c:pt idx="765">
                  <c:v>3.34394904458599E-2</c:v>
                </c:pt>
                <c:pt idx="766">
                  <c:v>3.34394904458599E-2</c:v>
                </c:pt>
                <c:pt idx="767">
                  <c:v>3.3613445378151301E-2</c:v>
                </c:pt>
                <c:pt idx="768">
                  <c:v>3.3623910336239002E-2</c:v>
                </c:pt>
                <c:pt idx="769">
                  <c:v>3.3653846153846201E-2</c:v>
                </c:pt>
                <c:pt idx="770">
                  <c:v>3.3762057877813501E-2</c:v>
                </c:pt>
                <c:pt idx="771">
                  <c:v>3.3769063180827799E-2</c:v>
                </c:pt>
                <c:pt idx="772">
                  <c:v>3.38573155985488E-2</c:v>
                </c:pt>
                <c:pt idx="773">
                  <c:v>3.3967391304347803E-2</c:v>
                </c:pt>
                <c:pt idx="774">
                  <c:v>3.4136546184738902E-2</c:v>
                </c:pt>
                <c:pt idx="775">
                  <c:v>3.4482758620689703E-2</c:v>
                </c:pt>
                <c:pt idx="776">
                  <c:v>3.4482758620689703E-2</c:v>
                </c:pt>
                <c:pt idx="777">
                  <c:v>3.46320346320345E-2</c:v>
                </c:pt>
                <c:pt idx="778">
                  <c:v>3.4912718204488803E-2</c:v>
                </c:pt>
                <c:pt idx="779">
                  <c:v>3.5019455252918302E-2</c:v>
                </c:pt>
                <c:pt idx="780">
                  <c:v>3.5019455252918302E-2</c:v>
                </c:pt>
                <c:pt idx="781">
                  <c:v>3.51020408163265E-2</c:v>
                </c:pt>
                <c:pt idx="782">
                  <c:v>3.515625E-2</c:v>
                </c:pt>
                <c:pt idx="783">
                  <c:v>3.5365853658536603E-2</c:v>
                </c:pt>
                <c:pt idx="784">
                  <c:v>3.5476718403547602E-2</c:v>
                </c:pt>
                <c:pt idx="785">
                  <c:v>3.5541195476575103E-2</c:v>
                </c:pt>
                <c:pt idx="786">
                  <c:v>3.5626535626535699E-2</c:v>
                </c:pt>
                <c:pt idx="787">
                  <c:v>3.5714285714285803E-2</c:v>
                </c:pt>
                <c:pt idx="788">
                  <c:v>3.5714285714285803E-2</c:v>
                </c:pt>
                <c:pt idx="789">
                  <c:v>3.5714285714285803E-2</c:v>
                </c:pt>
                <c:pt idx="790">
                  <c:v>3.5763411279229697E-2</c:v>
                </c:pt>
                <c:pt idx="791">
                  <c:v>3.6217303822937599E-2</c:v>
                </c:pt>
                <c:pt idx="792">
                  <c:v>3.6332179930795801E-2</c:v>
                </c:pt>
                <c:pt idx="793">
                  <c:v>3.6423841059602703E-2</c:v>
                </c:pt>
                <c:pt idx="794">
                  <c:v>3.6521739130434799E-2</c:v>
                </c:pt>
                <c:pt idx="795">
                  <c:v>3.6538461538461603E-2</c:v>
                </c:pt>
                <c:pt idx="796">
                  <c:v>3.6605657237936698E-2</c:v>
                </c:pt>
                <c:pt idx="797">
                  <c:v>3.6605657237936698E-2</c:v>
                </c:pt>
                <c:pt idx="798">
                  <c:v>3.6741214057508E-2</c:v>
                </c:pt>
                <c:pt idx="799">
                  <c:v>3.6866359447004601E-2</c:v>
                </c:pt>
                <c:pt idx="800">
                  <c:v>3.6876355748373099E-2</c:v>
                </c:pt>
                <c:pt idx="801">
                  <c:v>3.73831775700934E-2</c:v>
                </c:pt>
                <c:pt idx="802">
                  <c:v>3.7433155080213797E-2</c:v>
                </c:pt>
                <c:pt idx="803">
                  <c:v>3.7499999999999999E-2</c:v>
                </c:pt>
                <c:pt idx="804">
                  <c:v>3.7567084078711899E-2</c:v>
                </c:pt>
                <c:pt idx="805">
                  <c:v>3.7647058823529297E-2</c:v>
                </c:pt>
                <c:pt idx="806">
                  <c:v>3.7656903765690398E-2</c:v>
                </c:pt>
                <c:pt idx="807">
                  <c:v>3.7807183364839202E-2</c:v>
                </c:pt>
                <c:pt idx="808">
                  <c:v>3.8083538083538003E-2</c:v>
                </c:pt>
                <c:pt idx="809">
                  <c:v>3.8186157517899597E-2</c:v>
                </c:pt>
                <c:pt idx="810">
                  <c:v>3.83693045563549E-2</c:v>
                </c:pt>
                <c:pt idx="811">
                  <c:v>3.8636363636363497E-2</c:v>
                </c:pt>
                <c:pt idx="812">
                  <c:v>3.8636363636363497E-2</c:v>
                </c:pt>
                <c:pt idx="813">
                  <c:v>3.8723181580324298E-2</c:v>
                </c:pt>
                <c:pt idx="814">
                  <c:v>3.8798498122653201E-2</c:v>
                </c:pt>
                <c:pt idx="815">
                  <c:v>3.8932146829810901E-2</c:v>
                </c:pt>
                <c:pt idx="816">
                  <c:v>3.9039039039038902E-2</c:v>
                </c:pt>
                <c:pt idx="817">
                  <c:v>3.9354187689202701E-2</c:v>
                </c:pt>
                <c:pt idx="818">
                  <c:v>3.9370078740157403E-2</c:v>
                </c:pt>
                <c:pt idx="819">
                  <c:v>3.9370078740157403E-2</c:v>
                </c:pt>
                <c:pt idx="820">
                  <c:v>3.9603960396039598E-2</c:v>
                </c:pt>
                <c:pt idx="821">
                  <c:v>3.9603960396039598E-2</c:v>
                </c:pt>
                <c:pt idx="822">
                  <c:v>3.9603960396039598E-2</c:v>
                </c:pt>
                <c:pt idx="823">
                  <c:v>3.9627039627039701E-2</c:v>
                </c:pt>
                <c:pt idx="824">
                  <c:v>3.98114195914092E-2</c:v>
                </c:pt>
                <c:pt idx="825">
                  <c:v>3.9878849066128097E-2</c:v>
                </c:pt>
                <c:pt idx="826">
                  <c:v>3.9911308203990997E-2</c:v>
                </c:pt>
                <c:pt idx="827">
                  <c:v>3.9942938659058402E-2</c:v>
                </c:pt>
                <c:pt idx="828">
                  <c:v>4.0089086859688101E-2</c:v>
                </c:pt>
                <c:pt idx="829">
                  <c:v>4.0236686390532503E-2</c:v>
                </c:pt>
                <c:pt idx="830">
                  <c:v>4.0446304044630302E-2</c:v>
                </c:pt>
                <c:pt idx="831">
                  <c:v>4.0446304044630302E-2</c:v>
                </c:pt>
                <c:pt idx="832">
                  <c:v>4.0570175438596499E-2</c:v>
                </c:pt>
                <c:pt idx="833">
                  <c:v>4.0570175438596499E-2</c:v>
                </c:pt>
                <c:pt idx="834">
                  <c:v>4.0716612377850098E-2</c:v>
                </c:pt>
                <c:pt idx="835">
                  <c:v>4.0865384615384498E-2</c:v>
                </c:pt>
                <c:pt idx="836">
                  <c:v>4.0865384615384498E-2</c:v>
                </c:pt>
                <c:pt idx="837">
                  <c:v>4.0885860306643901E-2</c:v>
                </c:pt>
                <c:pt idx="838">
                  <c:v>4.0909090909090999E-2</c:v>
                </c:pt>
                <c:pt idx="839">
                  <c:v>4.1079812206572697E-2</c:v>
                </c:pt>
                <c:pt idx="840">
                  <c:v>4.12147505422992E-2</c:v>
                </c:pt>
                <c:pt idx="841">
                  <c:v>4.1292639138240599E-2</c:v>
                </c:pt>
                <c:pt idx="842">
                  <c:v>4.1405269761606002E-2</c:v>
                </c:pt>
                <c:pt idx="843">
                  <c:v>4.1428571428571301E-2</c:v>
                </c:pt>
                <c:pt idx="844">
                  <c:v>4.1428571428571301E-2</c:v>
                </c:pt>
                <c:pt idx="845">
                  <c:v>4.1474654377880102E-2</c:v>
                </c:pt>
                <c:pt idx="846">
                  <c:v>4.1562343515272902E-2</c:v>
                </c:pt>
                <c:pt idx="847">
                  <c:v>4.1733547351524701E-2</c:v>
                </c:pt>
                <c:pt idx="848">
                  <c:v>4.1733547351524701E-2</c:v>
                </c:pt>
                <c:pt idx="849">
                  <c:v>4.1769041769041698E-2</c:v>
                </c:pt>
                <c:pt idx="850">
                  <c:v>4.2079207920792103E-2</c:v>
                </c:pt>
                <c:pt idx="851">
                  <c:v>4.2128603104212903E-2</c:v>
                </c:pt>
                <c:pt idx="852">
                  <c:v>4.2918454935622297E-2</c:v>
                </c:pt>
                <c:pt idx="853">
                  <c:v>4.31654676258992E-2</c:v>
                </c:pt>
                <c:pt idx="854">
                  <c:v>4.34083601286172E-2</c:v>
                </c:pt>
                <c:pt idx="855">
                  <c:v>4.3529411764705803E-2</c:v>
                </c:pt>
                <c:pt idx="856">
                  <c:v>4.3715846994535498E-2</c:v>
                </c:pt>
                <c:pt idx="857">
                  <c:v>4.3887147335423198E-2</c:v>
                </c:pt>
                <c:pt idx="858">
                  <c:v>4.4077134986225897E-2</c:v>
                </c:pt>
                <c:pt idx="859">
                  <c:v>4.4117647058823498E-2</c:v>
                </c:pt>
                <c:pt idx="860">
                  <c:v>4.4260027662517298E-2</c:v>
                </c:pt>
                <c:pt idx="861">
                  <c:v>4.4407894736842E-2</c:v>
                </c:pt>
                <c:pt idx="862">
                  <c:v>4.4444444444444502E-2</c:v>
                </c:pt>
                <c:pt idx="863">
                  <c:v>4.4776119402984899E-2</c:v>
                </c:pt>
                <c:pt idx="864">
                  <c:v>4.4827586206896503E-2</c:v>
                </c:pt>
                <c:pt idx="865">
                  <c:v>4.4902912621359099E-2</c:v>
                </c:pt>
                <c:pt idx="866">
                  <c:v>4.5112781954887299E-2</c:v>
                </c:pt>
                <c:pt idx="867">
                  <c:v>4.5184304399524297E-2</c:v>
                </c:pt>
                <c:pt idx="868">
                  <c:v>4.5267489711933999E-2</c:v>
                </c:pt>
                <c:pt idx="869">
                  <c:v>4.55259026687597E-2</c:v>
                </c:pt>
                <c:pt idx="870">
                  <c:v>4.5751633986928102E-2</c:v>
                </c:pt>
                <c:pt idx="871">
                  <c:v>4.5751633986928102E-2</c:v>
                </c:pt>
                <c:pt idx="872">
                  <c:v>4.5826513911620202E-2</c:v>
                </c:pt>
                <c:pt idx="873">
                  <c:v>4.5893719806763197E-2</c:v>
                </c:pt>
                <c:pt idx="874">
                  <c:v>4.5918367346938702E-2</c:v>
                </c:pt>
                <c:pt idx="875">
                  <c:v>4.5918367346938702E-2</c:v>
                </c:pt>
                <c:pt idx="876">
                  <c:v>4.5918367346938702E-2</c:v>
                </c:pt>
                <c:pt idx="877">
                  <c:v>4.5951859956236199E-2</c:v>
                </c:pt>
                <c:pt idx="878">
                  <c:v>4.63215258855584E-2</c:v>
                </c:pt>
                <c:pt idx="879">
                  <c:v>4.6413502109704699E-2</c:v>
                </c:pt>
                <c:pt idx="880">
                  <c:v>4.6428571428571402E-2</c:v>
                </c:pt>
                <c:pt idx="881">
                  <c:v>4.6753246753246699E-2</c:v>
                </c:pt>
                <c:pt idx="882">
                  <c:v>4.7040971168436897E-2</c:v>
                </c:pt>
                <c:pt idx="883">
                  <c:v>4.7058823529411799E-2</c:v>
                </c:pt>
                <c:pt idx="884">
                  <c:v>4.7381546134663298E-2</c:v>
                </c:pt>
                <c:pt idx="885">
                  <c:v>4.7486033519553002E-2</c:v>
                </c:pt>
                <c:pt idx="886">
                  <c:v>4.7619047619047603E-2</c:v>
                </c:pt>
                <c:pt idx="887">
                  <c:v>4.76562499999999E-2</c:v>
                </c:pt>
                <c:pt idx="888">
                  <c:v>4.7752808988763898E-2</c:v>
                </c:pt>
                <c:pt idx="889">
                  <c:v>4.7752808988763898E-2</c:v>
                </c:pt>
                <c:pt idx="890">
                  <c:v>4.7781569965870303E-2</c:v>
                </c:pt>
                <c:pt idx="891">
                  <c:v>4.7979797979797997E-2</c:v>
                </c:pt>
                <c:pt idx="892">
                  <c:v>4.8000000000000001E-2</c:v>
                </c:pt>
                <c:pt idx="893">
                  <c:v>4.8143053645116798E-2</c:v>
                </c:pt>
                <c:pt idx="894">
                  <c:v>4.8245614035087703E-2</c:v>
                </c:pt>
                <c:pt idx="895">
                  <c:v>4.8245614035087703E-2</c:v>
                </c:pt>
                <c:pt idx="896">
                  <c:v>4.8426150121065402E-2</c:v>
                </c:pt>
                <c:pt idx="897">
                  <c:v>4.8523206751054801E-2</c:v>
                </c:pt>
                <c:pt idx="898">
                  <c:v>4.8523206751054801E-2</c:v>
                </c:pt>
                <c:pt idx="899">
                  <c:v>4.8523206751054801E-2</c:v>
                </c:pt>
                <c:pt idx="900">
                  <c:v>4.858934169279E-2</c:v>
                </c:pt>
                <c:pt idx="901">
                  <c:v>4.8618784530386698E-2</c:v>
                </c:pt>
                <c:pt idx="902">
                  <c:v>4.8632218844984802E-2</c:v>
                </c:pt>
                <c:pt idx="903">
                  <c:v>4.8672566371681297E-2</c:v>
                </c:pt>
                <c:pt idx="904">
                  <c:v>4.87210718635811E-2</c:v>
                </c:pt>
                <c:pt idx="905">
                  <c:v>4.87514863258025E-2</c:v>
                </c:pt>
                <c:pt idx="906">
                  <c:v>4.8752834467120199E-2</c:v>
                </c:pt>
                <c:pt idx="907">
                  <c:v>4.8824593128390603E-2</c:v>
                </c:pt>
                <c:pt idx="908">
                  <c:v>4.8824593128390603E-2</c:v>
                </c:pt>
                <c:pt idx="909">
                  <c:v>4.9382716049382699E-2</c:v>
                </c:pt>
                <c:pt idx="910">
                  <c:v>4.9382716049382699E-2</c:v>
                </c:pt>
                <c:pt idx="911">
                  <c:v>4.9450549450549497E-2</c:v>
                </c:pt>
                <c:pt idx="912">
                  <c:v>4.9450549450549497E-2</c:v>
                </c:pt>
                <c:pt idx="913">
                  <c:v>4.9778761061946897E-2</c:v>
                </c:pt>
                <c:pt idx="914">
                  <c:v>4.9812533476164898E-2</c:v>
                </c:pt>
                <c:pt idx="915">
                  <c:v>4.9812533476164898E-2</c:v>
                </c:pt>
                <c:pt idx="916">
                  <c:v>4.9886621315192697E-2</c:v>
                </c:pt>
                <c:pt idx="917">
                  <c:v>4.9921177088807001E-2</c:v>
                </c:pt>
                <c:pt idx="918">
                  <c:v>0.05</c:v>
                </c:pt>
                <c:pt idx="919">
                  <c:v>0.05</c:v>
                </c:pt>
                <c:pt idx="920">
                  <c:v>5.0448430493273501E-2</c:v>
                </c:pt>
                <c:pt idx="921">
                  <c:v>5.0632911392405097E-2</c:v>
                </c:pt>
                <c:pt idx="922">
                  <c:v>5.0785973397823501E-2</c:v>
                </c:pt>
                <c:pt idx="923">
                  <c:v>5.09708737864078E-2</c:v>
                </c:pt>
                <c:pt idx="924">
                  <c:v>5.1020408163265203E-2</c:v>
                </c:pt>
                <c:pt idx="925">
                  <c:v>5.1063829787234102E-2</c:v>
                </c:pt>
                <c:pt idx="926">
                  <c:v>5.1122194513715601E-2</c:v>
                </c:pt>
                <c:pt idx="927">
                  <c:v>5.1251489868891602E-2</c:v>
                </c:pt>
                <c:pt idx="928">
                  <c:v>5.1282051282051301E-2</c:v>
                </c:pt>
                <c:pt idx="929">
                  <c:v>5.1369863013698697E-2</c:v>
                </c:pt>
                <c:pt idx="930">
                  <c:v>5.1724137931034399E-2</c:v>
                </c:pt>
                <c:pt idx="931">
                  <c:v>5.1759834368529899E-2</c:v>
                </c:pt>
                <c:pt idx="932">
                  <c:v>5.17647058823529E-2</c:v>
                </c:pt>
                <c:pt idx="933">
                  <c:v>5.1948051948051903E-2</c:v>
                </c:pt>
                <c:pt idx="934">
                  <c:v>5.1948051948051903E-2</c:v>
                </c:pt>
                <c:pt idx="935">
                  <c:v>5.2083333333333197E-2</c:v>
                </c:pt>
                <c:pt idx="936">
                  <c:v>5.2106430155210499E-2</c:v>
                </c:pt>
                <c:pt idx="937">
                  <c:v>5.2238805970149203E-2</c:v>
                </c:pt>
                <c:pt idx="938">
                  <c:v>5.2542372881355798E-2</c:v>
                </c:pt>
                <c:pt idx="939">
                  <c:v>5.2542372881355798E-2</c:v>
                </c:pt>
                <c:pt idx="940">
                  <c:v>5.26315789473683E-2</c:v>
                </c:pt>
                <c:pt idx="941">
                  <c:v>5.26315789473683E-2</c:v>
                </c:pt>
                <c:pt idx="942">
                  <c:v>5.2724077328646798E-2</c:v>
                </c:pt>
                <c:pt idx="943">
                  <c:v>5.2863436123347901E-2</c:v>
                </c:pt>
                <c:pt idx="944">
                  <c:v>5.30303030303029E-2</c:v>
                </c:pt>
                <c:pt idx="945">
                  <c:v>5.3291536050156602E-2</c:v>
                </c:pt>
                <c:pt idx="946">
                  <c:v>5.3333333333333198E-2</c:v>
                </c:pt>
                <c:pt idx="947">
                  <c:v>5.3435114503816702E-2</c:v>
                </c:pt>
                <c:pt idx="948">
                  <c:v>5.3627760252366E-2</c:v>
                </c:pt>
                <c:pt idx="949">
                  <c:v>5.3672316384180699E-2</c:v>
                </c:pt>
                <c:pt idx="950">
                  <c:v>5.38720538720538E-2</c:v>
                </c:pt>
                <c:pt idx="951">
                  <c:v>5.3932584269662902E-2</c:v>
                </c:pt>
                <c:pt idx="952">
                  <c:v>5.4151624548736503E-2</c:v>
                </c:pt>
                <c:pt idx="953">
                  <c:v>5.4237288135593198E-2</c:v>
                </c:pt>
                <c:pt idx="954">
                  <c:v>5.4444444444444497E-2</c:v>
                </c:pt>
                <c:pt idx="955">
                  <c:v>5.45645330535151E-2</c:v>
                </c:pt>
                <c:pt idx="956">
                  <c:v>5.4577464788732398E-2</c:v>
                </c:pt>
                <c:pt idx="957">
                  <c:v>5.4802259887005697E-2</c:v>
                </c:pt>
                <c:pt idx="958">
                  <c:v>5.4809843400447297E-2</c:v>
                </c:pt>
                <c:pt idx="959">
                  <c:v>5.5045871559632899E-2</c:v>
                </c:pt>
                <c:pt idx="960">
                  <c:v>5.5099648300117099E-2</c:v>
                </c:pt>
                <c:pt idx="961">
                  <c:v>5.5181695827725301E-2</c:v>
                </c:pt>
                <c:pt idx="962">
                  <c:v>5.5248618784530398E-2</c:v>
                </c:pt>
                <c:pt idx="963">
                  <c:v>5.5374592833876198E-2</c:v>
                </c:pt>
                <c:pt idx="964">
                  <c:v>5.5389221556886303E-2</c:v>
                </c:pt>
                <c:pt idx="965">
                  <c:v>5.5480378890392298E-2</c:v>
                </c:pt>
                <c:pt idx="966">
                  <c:v>5.56257901390644E-2</c:v>
                </c:pt>
                <c:pt idx="967">
                  <c:v>5.5932203389830397E-2</c:v>
                </c:pt>
                <c:pt idx="968">
                  <c:v>5.5979643765903198E-2</c:v>
                </c:pt>
                <c:pt idx="969">
                  <c:v>5.5991041433370602E-2</c:v>
                </c:pt>
                <c:pt idx="970">
                  <c:v>5.6338028169014003E-2</c:v>
                </c:pt>
                <c:pt idx="971">
                  <c:v>5.6473829201101999E-2</c:v>
                </c:pt>
                <c:pt idx="972">
                  <c:v>5.6603773584905599E-2</c:v>
                </c:pt>
                <c:pt idx="973">
                  <c:v>5.6603773584905599E-2</c:v>
                </c:pt>
                <c:pt idx="974">
                  <c:v>5.6722689075630203E-2</c:v>
                </c:pt>
                <c:pt idx="975">
                  <c:v>5.6928034371643399E-2</c:v>
                </c:pt>
                <c:pt idx="976">
                  <c:v>5.69715142428786E-2</c:v>
                </c:pt>
                <c:pt idx="977">
                  <c:v>5.7103064066852303E-2</c:v>
                </c:pt>
                <c:pt idx="978">
                  <c:v>5.7182705718270499E-2</c:v>
                </c:pt>
                <c:pt idx="979">
                  <c:v>5.7201225740551601E-2</c:v>
                </c:pt>
                <c:pt idx="980">
                  <c:v>5.7324840764331197E-2</c:v>
                </c:pt>
                <c:pt idx="981">
                  <c:v>5.7356608478803001E-2</c:v>
                </c:pt>
                <c:pt idx="982">
                  <c:v>5.7488653555219198E-2</c:v>
                </c:pt>
                <c:pt idx="983">
                  <c:v>5.7553956834532398E-2</c:v>
                </c:pt>
                <c:pt idx="984">
                  <c:v>5.7553956834532398E-2</c:v>
                </c:pt>
                <c:pt idx="985">
                  <c:v>5.7579318448883698E-2</c:v>
                </c:pt>
                <c:pt idx="986">
                  <c:v>5.7797164667393597E-2</c:v>
                </c:pt>
                <c:pt idx="987">
                  <c:v>5.8156028368794299E-2</c:v>
                </c:pt>
                <c:pt idx="988">
                  <c:v>5.8241758241758201E-2</c:v>
                </c:pt>
                <c:pt idx="989">
                  <c:v>5.8267716535433001E-2</c:v>
                </c:pt>
                <c:pt idx="990">
                  <c:v>5.82822085889571E-2</c:v>
                </c:pt>
                <c:pt idx="991">
                  <c:v>5.83333333333333E-2</c:v>
                </c:pt>
                <c:pt idx="992">
                  <c:v>5.83333333333333E-2</c:v>
                </c:pt>
                <c:pt idx="993">
                  <c:v>5.83700440528633E-2</c:v>
                </c:pt>
                <c:pt idx="994">
                  <c:v>5.8375634517766298E-2</c:v>
                </c:pt>
                <c:pt idx="995">
                  <c:v>5.83850931677019E-2</c:v>
                </c:pt>
                <c:pt idx="996">
                  <c:v>5.8419243986254303E-2</c:v>
                </c:pt>
                <c:pt idx="997">
                  <c:v>5.8823529411764698E-2</c:v>
                </c:pt>
                <c:pt idx="998">
                  <c:v>5.8823529411764698E-2</c:v>
                </c:pt>
                <c:pt idx="999">
                  <c:v>5.9154929577464703E-2</c:v>
                </c:pt>
                <c:pt idx="1000">
                  <c:v>5.93220338983051E-2</c:v>
                </c:pt>
                <c:pt idx="1001">
                  <c:v>5.9384941675503601E-2</c:v>
                </c:pt>
                <c:pt idx="1002">
                  <c:v>5.9459459459459497E-2</c:v>
                </c:pt>
                <c:pt idx="1003">
                  <c:v>5.95238095238095E-2</c:v>
                </c:pt>
                <c:pt idx="1004">
                  <c:v>5.9535822401614397E-2</c:v>
                </c:pt>
                <c:pt idx="1005">
                  <c:v>5.9581320450885697E-2</c:v>
                </c:pt>
                <c:pt idx="1006">
                  <c:v>5.9659090909090801E-2</c:v>
                </c:pt>
                <c:pt idx="1007">
                  <c:v>5.9847660500543999E-2</c:v>
                </c:pt>
                <c:pt idx="1008">
                  <c:v>5.9859154929577399E-2</c:v>
                </c:pt>
                <c:pt idx="1009">
                  <c:v>5.98669623059866E-2</c:v>
                </c:pt>
                <c:pt idx="1010">
                  <c:v>5.98669623059866E-2</c:v>
                </c:pt>
                <c:pt idx="1011">
                  <c:v>5.99078341013825E-2</c:v>
                </c:pt>
                <c:pt idx="1012">
                  <c:v>5.99078341013825E-2</c:v>
                </c:pt>
                <c:pt idx="1013">
                  <c:v>5.99315068493151E-2</c:v>
                </c:pt>
                <c:pt idx="1014">
                  <c:v>6.0046189376443397E-2</c:v>
                </c:pt>
                <c:pt idx="1015">
                  <c:v>6.0176991150442297E-2</c:v>
                </c:pt>
                <c:pt idx="1016">
                  <c:v>6.0291060291060197E-2</c:v>
                </c:pt>
                <c:pt idx="1017">
                  <c:v>6.0324825986078898E-2</c:v>
                </c:pt>
                <c:pt idx="1018">
                  <c:v>6.0472787245739297E-2</c:v>
                </c:pt>
                <c:pt idx="1019">
                  <c:v>6.0556464811783998E-2</c:v>
                </c:pt>
                <c:pt idx="1020">
                  <c:v>6.0686015831134602E-2</c:v>
                </c:pt>
                <c:pt idx="1021">
                  <c:v>6.0975609756097601E-2</c:v>
                </c:pt>
                <c:pt idx="1022">
                  <c:v>6.1076604554865403E-2</c:v>
                </c:pt>
                <c:pt idx="1023">
                  <c:v>6.1135371179039201E-2</c:v>
                </c:pt>
                <c:pt idx="1024">
                  <c:v>6.11664295874823E-2</c:v>
                </c:pt>
                <c:pt idx="1025">
                  <c:v>6.11664295874823E-2</c:v>
                </c:pt>
                <c:pt idx="1026">
                  <c:v>6.11664295874823E-2</c:v>
                </c:pt>
                <c:pt idx="1027">
                  <c:v>6.1274509803921497E-2</c:v>
                </c:pt>
                <c:pt idx="1028">
                  <c:v>6.13287904599659E-2</c:v>
                </c:pt>
                <c:pt idx="1029">
                  <c:v>6.1624649859943897E-2</c:v>
                </c:pt>
                <c:pt idx="1030">
                  <c:v>6.1643835616438297E-2</c:v>
                </c:pt>
                <c:pt idx="1031">
                  <c:v>6.1728395061728399E-2</c:v>
                </c:pt>
                <c:pt idx="1032">
                  <c:v>6.1728395061728399E-2</c:v>
                </c:pt>
                <c:pt idx="1033">
                  <c:v>6.1784897025171502E-2</c:v>
                </c:pt>
                <c:pt idx="1034">
                  <c:v>6.1872909698996698E-2</c:v>
                </c:pt>
                <c:pt idx="1035">
                  <c:v>6.2193126022913103E-2</c:v>
                </c:pt>
                <c:pt idx="1036">
                  <c:v>6.2222222222222102E-2</c:v>
                </c:pt>
                <c:pt idx="1037">
                  <c:v>6.2222222222222102E-2</c:v>
                </c:pt>
                <c:pt idx="1038">
                  <c:v>6.2222222222222102E-2</c:v>
                </c:pt>
                <c:pt idx="1039">
                  <c:v>6.2222222222222102E-2</c:v>
                </c:pt>
                <c:pt idx="1040">
                  <c:v>6.2295081967212999E-2</c:v>
                </c:pt>
                <c:pt idx="1041">
                  <c:v>6.2388591800356601E-2</c:v>
                </c:pt>
                <c:pt idx="1042">
                  <c:v>6.2388591800356601E-2</c:v>
                </c:pt>
                <c:pt idx="1043">
                  <c:v>6.2388591800356601E-2</c:v>
                </c:pt>
                <c:pt idx="1044">
                  <c:v>6.25E-2</c:v>
                </c:pt>
                <c:pt idx="1045">
                  <c:v>6.2573789846517E-2</c:v>
                </c:pt>
                <c:pt idx="1046">
                  <c:v>6.2634989200863897E-2</c:v>
                </c:pt>
                <c:pt idx="1047">
                  <c:v>6.2726801451529202E-2</c:v>
                </c:pt>
                <c:pt idx="1048">
                  <c:v>6.2761506276150597E-2</c:v>
                </c:pt>
                <c:pt idx="1049">
                  <c:v>6.2761506276150597E-2</c:v>
                </c:pt>
                <c:pt idx="1050">
                  <c:v>6.2765055131467296E-2</c:v>
                </c:pt>
                <c:pt idx="1051">
                  <c:v>6.29139072847682E-2</c:v>
                </c:pt>
                <c:pt idx="1052">
                  <c:v>6.31494804156673E-2</c:v>
                </c:pt>
                <c:pt idx="1053">
                  <c:v>6.3291139240506195E-2</c:v>
                </c:pt>
                <c:pt idx="1054">
                  <c:v>6.3424947145877403E-2</c:v>
                </c:pt>
                <c:pt idx="1055">
                  <c:v>6.34730538922154E-2</c:v>
                </c:pt>
                <c:pt idx="1056">
                  <c:v>6.3545150501672198E-2</c:v>
                </c:pt>
                <c:pt idx="1057">
                  <c:v>6.3596491228070207E-2</c:v>
                </c:pt>
                <c:pt idx="1058">
                  <c:v>6.3775510204081495E-2</c:v>
                </c:pt>
                <c:pt idx="1059">
                  <c:v>6.3829787234042507E-2</c:v>
                </c:pt>
                <c:pt idx="1060">
                  <c:v>6.3897763578274702E-2</c:v>
                </c:pt>
                <c:pt idx="1061">
                  <c:v>6.3985374771480696E-2</c:v>
                </c:pt>
                <c:pt idx="1062">
                  <c:v>6.4056939501779306E-2</c:v>
                </c:pt>
                <c:pt idx="1063">
                  <c:v>6.4088397790055193E-2</c:v>
                </c:pt>
                <c:pt idx="1064">
                  <c:v>6.4194008559201196E-2</c:v>
                </c:pt>
                <c:pt idx="1065">
                  <c:v>6.4257028112449696E-2</c:v>
                </c:pt>
                <c:pt idx="1066">
                  <c:v>6.4382139148494194E-2</c:v>
                </c:pt>
                <c:pt idx="1067">
                  <c:v>6.4478986758779597E-2</c:v>
                </c:pt>
                <c:pt idx="1068">
                  <c:v>6.4798598949211902E-2</c:v>
                </c:pt>
                <c:pt idx="1069">
                  <c:v>6.4814814814814797E-2</c:v>
                </c:pt>
                <c:pt idx="1070">
                  <c:v>6.4957264957264907E-2</c:v>
                </c:pt>
                <c:pt idx="1071">
                  <c:v>6.4976228209191605E-2</c:v>
                </c:pt>
                <c:pt idx="1072">
                  <c:v>6.4981949458483707E-2</c:v>
                </c:pt>
                <c:pt idx="1073">
                  <c:v>6.5095398428731605E-2</c:v>
                </c:pt>
                <c:pt idx="1074">
                  <c:v>6.5217391304347894E-2</c:v>
                </c:pt>
                <c:pt idx="1075">
                  <c:v>6.5217391304347894E-2</c:v>
                </c:pt>
                <c:pt idx="1076">
                  <c:v>6.5306122448979403E-2</c:v>
                </c:pt>
                <c:pt idx="1077">
                  <c:v>6.5306122448979403E-2</c:v>
                </c:pt>
                <c:pt idx="1078">
                  <c:v>6.5359477124182996E-2</c:v>
                </c:pt>
                <c:pt idx="1079">
                  <c:v>6.5359477124182996E-2</c:v>
                </c:pt>
                <c:pt idx="1080">
                  <c:v>6.5600000000000103E-2</c:v>
                </c:pt>
                <c:pt idx="1081">
                  <c:v>6.5681444991789698E-2</c:v>
                </c:pt>
                <c:pt idx="1082">
                  <c:v>6.57142857142856E-2</c:v>
                </c:pt>
                <c:pt idx="1083">
                  <c:v>6.57142857142856E-2</c:v>
                </c:pt>
                <c:pt idx="1084">
                  <c:v>6.5804935370152806E-2</c:v>
                </c:pt>
                <c:pt idx="1085">
                  <c:v>6.5836298932384393E-2</c:v>
                </c:pt>
                <c:pt idx="1086">
                  <c:v>6.5836298932384393E-2</c:v>
                </c:pt>
                <c:pt idx="1087">
                  <c:v>6.5836298932384393E-2</c:v>
                </c:pt>
                <c:pt idx="1088">
                  <c:v>6.5836298932384393E-2</c:v>
                </c:pt>
                <c:pt idx="1089">
                  <c:v>6.5836298932384393E-2</c:v>
                </c:pt>
                <c:pt idx="1090">
                  <c:v>6.5843621399176794E-2</c:v>
                </c:pt>
                <c:pt idx="1091">
                  <c:v>6.5911431513903093E-2</c:v>
                </c:pt>
                <c:pt idx="1092">
                  <c:v>6.6026410564225604E-2</c:v>
                </c:pt>
                <c:pt idx="1093">
                  <c:v>6.6059225512528505E-2</c:v>
                </c:pt>
                <c:pt idx="1094">
                  <c:v>6.6189624329159299E-2</c:v>
                </c:pt>
                <c:pt idx="1095">
                  <c:v>6.6460587326120493E-2</c:v>
                </c:pt>
                <c:pt idx="1096">
                  <c:v>6.6666666666666596E-2</c:v>
                </c:pt>
                <c:pt idx="1097">
                  <c:v>6.6666666666666596E-2</c:v>
                </c:pt>
                <c:pt idx="1098">
                  <c:v>6.6737853710624601E-2</c:v>
                </c:pt>
                <c:pt idx="1099">
                  <c:v>6.6759388038942893E-2</c:v>
                </c:pt>
                <c:pt idx="1100">
                  <c:v>6.6822977725674096E-2</c:v>
                </c:pt>
                <c:pt idx="1101">
                  <c:v>6.6901408450704206E-2</c:v>
                </c:pt>
                <c:pt idx="1102">
                  <c:v>6.6974595842956106E-2</c:v>
                </c:pt>
                <c:pt idx="1103">
                  <c:v>6.7049808429118604E-2</c:v>
                </c:pt>
                <c:pt idx="1104">
                  <c:v>6.7073170731707293E-2</c:v>
                </c:pt>
                <c:pt idx="1105">
                  <c:v>6.7164179104477695E-2</c:v>
                </c:pt>
                <c:pt idx="1106">
                  <c:v>6.7256637168141495E-2</c:v>
                </c:pt>
                <c:pt idx="1107">
                  <c:v>6.7326732673267303E-2</c:v>
                </c:pt>
                <c:pt idx="1108">
                  <c:v>6.7375886524822598E-2</c:v>
                </c:pt>
                <c:pt idx="1109">
                  <c:v>6.7460317460317401E-2</c:v>
                </c:pt>
                <c:pt idx="1110">
                  <c:v>6.75453047775946E-2</c:v>
                </c:pt>
                <c:pt idx="1111">
                  <c:v>6.7627494456762693E-2</c:v>
                </c:pt>
                <c:pt idx="1112">
                  <c:v>6.7950169875424696E-2</c:v>
                </c:pt>
                <c:pt idx="1113">
                  <c:v>6.8111455108359004E-2</c:v>
                </c:pt>
                <c:pt idx="1114">
                  <c:v>6.81399631675874E-2</c:v>
                </c:pt>
                <c:pt idx="1115">
                  <c:v>6.8281938325991096E-2</c:v>
                </c:pt>
                <c:pt idx="1116">
                  <c:v>6.8333333333333302E-2</c:v>
                </c:pt>
                <c:pt idx="1117">
                  <c:v>6.8337129840546601E-2</c:v>
                </c:pt>
                <c:pt idx="1118">
                  <c:v>6.8337129840546601E-2</c:v>
                </c:pt>
                <c:pt idx="1119">
                  <c:v>6.8475452196382403E-2</c:v>
                </c:pt>
                <c:pt idx="1120">
                  <c:v>6.8493150684931503E-2</c:v>
                </c:pt>
                <c:pt idx="1121">
                  <c:v>6.86936936936937E-2</c:v>
                </c:pt>
                <c:pt idx="1122">
                  <c:v>6.8750000000000006E-2</c:v>
                </c:pt>
                <c:pt idx="1123">
                  <c:v>6.8859198355601198E-2</c:v>
                </c:pt>
                <c:pt idx="1124">
                  <c:v>6.8965517241379198E-2</c:v>
                </c:pt>
                <c:pt idx="1125">
                  <c:v>6.9029850746268495E-2</c:v>
                </c:pt>
                <c:pt idx="1126">
                  <c:v>6.9037656903765607E-2</c:v>
                </c:pt>
                <c:pt idx="1127">
                  <c:v>6.9097888675623706E-2</c:v>
                </c:pt>
                <c:pt idx="1128">
                  <c:v>6.9182389937106903E-2</c:v>
                </c:pt>
                <c:pt idx="1129">
                  <c:v>6.9248826291079701E-2</c:v>
                </c:pt>
                <c:pt idx="1130">
                  <c:v>6.9271758436944803E-2</c:v>
                </c:pt>
                <c:pt idx="1131">
                  <c:v>6.9306930693069299E-2</c:v>
                </c:pt>
                <c:pt idx="1132">
                  <c:v>6.9351230425055796E-2</c:v>
                </c:pt>
                <c:pt idx="1133">
                  <c:v>6.9459757442116896E-2</c:v>
                </c:pt>
                <c:pt idx="1134">
                  <c:v>6.9498069498069498E-2</c:v>
                </c:pt>
                <c:pt idx="1135">
                  <c:v>6.9577080491132398E-2</c:v>
                </c:pt>
                <c:pt idx="1136">
                  <c:v>6.9593147751605994E-2</c:v>
                </c:pt>
                <c:pt idx="1137">
                  <c:v>6.9642857142857104E-2</c:v>
                </c:pt>
                <c:pt idx="1138">
                  <c:v>6.9767441860465004E-2</c:v>
                </c:pt>
                <c:pt idx="1139">
                  <c:v>6.9984447900466498E-2</c:v>
                </c:pt>
                <c:pt idx="1140">
                  <c:v>7.0166041778253904E-2</c:v>
                </c:pt>
                <c:pt idx="1141">
                  <c:v>7.0301291248206596E-2</c:v>
                </c:pt>
                <c:pt idx="1142">
                  <c:v>7.0422535211267498E-2</c:v>
                </c:pt>
                <c:pt idx="1143">
                  <c:v>7.0422535211267498E-2</c:v>
                </c:pt>
                <c:pt idx="1144">
                  <c:v>7.0422535211267498E-2</c:v>
                </c:pt>
                <c:pt idx="1145">
                  <c:v>7.0446735395188906E-2</c:v>
                </c:pt>
                <c:pt idx="1146">
                  <c:v>7.0652173913043403E-2</c:v>
                </c:pt>
                <c:pt idx="1147">
                  <c:v>7.0671378091872794E-2</c:v>
                </c:pt>
                <c:pt idx="1148">
                  <c:v>7.0796460176991205E-2</c:v>
                </c:pt>
                <c:pt idx="1149">
                  <c:v>7.0934256055363396E-2</c:v>
                </c:pt>
                <c:pt idx="1150">
                  <c:v>7.0987654320987706E-2</c:v>
                </c:pt>
                <c:pt idx="1151">
                  <c:v>7.1038251366120297E-2</c:v>
                </c:pt>
                <c:pt idx="1152">
                  <c:v>7.1071071071071107E-2</c:v>
                </c:pt>
                <c:pt idx="1153">
                  <c:v>7.1074380165289303E-2</c:v>
                </c:pt>
                <c:pt idx="1154">
                  <c:v>7.1153846153846095E-2</c:v>
                </c:pt>
                <c:pt idx="1155">
                  <c:v>7.1153846153846095E-2</c:v>
                </c:pt>
                <c:pt idx="1156">
                  <c:v>7.1246819338422293E-2</c:v>
                </c:pt>
                <c:pt idx="1157">
                  <c:v>7.1428571428571397E-2</c:v>
                </c:pt>
                <c:pt idx="1158">
                  <c:v>7.1428571428571397E-2</c:v>
                </c:pt>
                <c:pt idx="1159">
                  <c:v>7.1428571428571397E-2</c:v>
                </c:pt>
                <c:pt idx="1160">
                  <c:v>7.1428571428571397E-2</c:v>
                </c:pt>
                <c:pt idx="1161">
                  <c:v>7.1570576540755396E-2</c:v>
                </c:pt>
                <c:pt idx="1162">
                  <c:v>7.1611253196930805E-2</c:v>
                </c:pt>
                <c:pt idx="1163">
                  <c:v>7.1684587813619999E-2</c:v>
                </c:pt>
                <c:pt idx="1164">
                  <c:v>7.1830985915492807E-2</c:v>
                </c:pt>
                <c:pt idx="1165">
                  <c:v>7.1856287425149601E-2</c:v>
                </c:pt>
                <c:pt idx="1166">
                  <c:v>7.1925754060324795E-2</c:v>
                </c:pt>
                <c:pt idx="1167">
                  <c:v>7.1942446043165395E-2</c:v>
                </c:pt>
                <c:pt idx="1168">
                  <c:v>7.1942446043165395E-2</c:v>
                </c:pt>
                <c:pt idx="1169">
                  <c:v>7.2033898305084706E-2</c:v>
                </c:pt>
                <c:pt idx="1170">
                  <c:v>7.2085889570551995E-2</c:v>
                </c:pt>
                <c:pt idx="1171">
                  <c:v>7.2088724584103495E-2</c:v>
                </c:pt>
                <c:pt idx="1172">
                  <c:v>7.2202166064981796E-2</c:v>
                </c:pt>
                <c:pt idx="1173">
                  <c:v>7.2386058981233195E-2</c:v>
                </c:pt>
                <c:pt idx="1174">
                  <c:v>7.2463768115942101E-2</c:v>
                </c:pt>
                <c:pt idx="1175">
                  <c:v>7.2512647554806103E-2</c:v>
                </c:pt>
                <c:pt idx="1176">
                  <c:v>7.2522982635342098E-2</c:v>
                </c:pt>
                <c:pt idx="1177">
                  <c:v>7.2580645161290203E-2</c:v>
                </c:pt>
                <c:pt idx="1178">
                  <c:v>7.2727272727272696E-2</c:v>
                </c:pt>
                <c:pt idx="1179">
                  <c:v>7.2727272727272696E-2</c:v>
                </c:pt>
                <c:pt idx="1180">
                  <c:v>7.2799999999999906E-2</c:v>
                </c:pt>
                <c:pt idx="1181">
                  <c:v>7.2847682119205198E-2</c:v>
                </c:pt>
                <c:pt idx="1182">
                  <c:v>7.2916666666666699E-2</c:v>
                </c:pt>
                <c:pt idx="1183">
                  <c:v>7.2916666666666699E-2</c:v>
                </c:pt>
                <c:pt idx="1184">
                  <c:v>7.2966507177033499E-2</c:v>
                </c:pt>
                <c:pt idx="1185">
                  <c:v>7.2988505747126398E-2</c:v>
                </c:pt>
                <c:pt idx="1186">
                  <c:v>7.3059360730593603E-2</c:v>
                </c:pt>
                <c:pt idx="1187">
                  <c:v>7.3170731707317097E-2</c:v>
                </c:pt>
                <c:pt idx="1188">
                  <c:v>7.3226544622425602E-2</c:v>
                </c:pt>
                <c:pt idx="1189">
                  <c:v>7.3426573426573299E-2</c:v>
                </c:pt>
                <c:pt idx="1190">
                  <c:v>7.3529411764705802E-2</c:v>
                </c:pt>
                <c:pt idx="1191">
                  <c:v>7.3684210526315796E-2</c:v>
                </c:pt>
                <c:pt idx="1192">
                  <c:v>7.3693230505569696E-2</c:v>
                </c:pt>
                <c:pt idx="1193">
                  <c:v>7.3791348600508802E-2</c:v>
                </c:pt>
                <c:pt idx="1194">
                  <c:v>7.3825503355704702E-2</c:v>
                </c:pt>
                <c:pt idx="1195">
                  <c:v>7.3860660031429895E-2</c:v>
                </c:pt>
                <c:pt idx="1196">
                  <c:v>7.3873873873873702E-2</c:v>
                </c:pt>
                <c:pt idx="1197">
                  <c:v>7.4053452115812907E-2</c:v>
                </c:pt>
                <c:pt idx="1198">
                  <c:v>7.4193548387096797E-2</c:v>
                </c:pt>
                <c:pt idx="1199">
                  <c:v>7.4285714285714205E-2</c:v>
                </c:pt>
                <c:pt idx="1200">
                  <c:v>7.4427480916030506E-2</c:v>
                </c:pt>
                <c:pt idx="1201">
                  <c:v>7.4450084602368793E-2</c:v>
                </c:pt>
                <c:pt idx="1202">
                  <c:v>7.4660633484162797E-2</c:v>
                </c:pt>
                <c:pt idx="1203">
                  <c:v>7.4681238615664697E-2</c:v>
                </c:pt>
                <c:pt idx="1204">
                  <c:v>7.4688796680497799E-2</c:v>
                </c:pt>
                <c:pt idx="1205">
                  <c:v>7.4766355140186896E-2</c:v>
                </c:pt>
                <c:pt idx="1206">
                  <c:v>7.4850299401197695E-2</c:v>
                </c:pt>
                <c:pt idx="1207">
                  <c:v>7.4873096446700593E-2</c:v>
                </c:pt>
                <c:pt idx="1208">
                  <c:v>7.5151515151515094E-2</c:v>
                </c:pt>
                <c:pt idx="1209">
                  <c:v>7.5221238938053103E-2</c:v>
                </c:pt>
                <c:pt idx="1210">
                  <c:v>7.5221238938053103E-2</c:v>
                </c:pt>
                <c:pt idx="1211">
                  <c:v>7.5268817204300995E-2</c:v>
                </c:pt>
                <c:pt idx="1212">
                  <c:v>7.5318655851680294E-2</c:v>
                </c:pt>
                <c:pt idx="1213">
                  <c:v>7.5349838536060199E-2</c:v>
                </c:pt>
                <c:pt idx="1214">
                  <c:v>7.5367647058823595E-2</c:v>
                </c:pt>
                <c:pt idx="1215">
                  <c:v>7.53846153846153E-2</c:v>
                </c:pt>
                <c:pt idx="1216">
                  <c:v>7.53846153846153E-2</c:v>
                </c:pt>
                <c:pt idx="1217">
                  <c:v>7.5445816186556894E-2</c:v>
                </c:pt>
                <c:pt idx="1218">
                  <c:v>7.5539568345323702E-2</c:v>
                </c:pt>
                <c:pt idx="1219">
                  <c:v>7.5688073394495306E-2</c:v>
                </c:pt>
                <c:pt idx="1220">
                  <c:v>7.5819672131147403E-2</c:v>
                </c:pt>
                <c:pt idx="1221">
                  <c:v>7.5850529838259906E-2</c:v>
                </c:pt>
                <c:pt idx="1222">
                  <c:v>7.6066790352504701E-2</c:v>
                </c:pt>
                <c:pt idx="1223">
                  <c:v>7.6396807297605507E-2</c:v>
                </c:pt>
                <c:pt idx="1224">
                  <c:v>7.6443057722308902E-2</c:v>
                </c:pt>
                <c:pt idx="1225">
                  <c:v>7.6479076479076299E-2</c:v>
                </c:pt>
                <c:pt idx="1226">
                  <c:v>7.6479076479076299E-2</c:v>
                </c:pt>
                <c:pt idx="1227">
                  <c:v>7.6495132127955404E-2</c:v>
                </c:pt>
                <c:pt idx="1228">
                  <c:v>7.6495132127955404E-2</c:v>
                </c:pt>
                <c:pt idx="1229">
                  <c:v>7.6670317634172896E-2</c:v>
                </c:pt>
                <c:pt idx="1230">
                  <c:v>7.6809453471196498E-2</c:v>
                </c:pt>
                <c:pt idx="1231">
                  <c:v>7.6923076923076802E-2</c:v>
                </c:pt>
                <c:pt idx="1232">
                  <c:v>7.7037037037037001E-2</c:v>
                </c:pt>
                <c:pt idx="1233">
                  <c:v>7.7162092180217398E-2</c:v>
                </c:pt>
                <c:pt idx="1234">
                  <c:v>7.7448747152619499E-2</c:v>
                </c:pt>
                <c:pt idx="1235">
                  <c:v>7.7551020408163293E-2</c:v>
                </c:pt>
                <c:pt idx="1236">
                  <c:v>7.7753779697624203E-2</c:v>
                </c:pt>
                <c:pt idx="1237">
                  <c:v>7.7795786061588296E-2</c:v>
                </c:pt>
                <c:pt idx="1238">
                  <c:v>7.7844311377245498E-2</c:v>
                </c:pt>
                <c:pt idx="1239">
                  <c:v>7.7850877192982407E-2</c:v>
                </c:pt>
                <c:pt idx="1240">
                  <c:v>7.7901430842607297E-2</c:v>
                </c:pt>
                <c:pt idx="1241">
                  <c:v>7.7966101694915302E-2</c:v>
                </c:pt>
                <c:pt idx="1242">
                  <c:v>7.8014184397163094E-2</c:v>
                </c:pt>
                <c:pt idx="1243">
                  <c:v>7.8023407022106597E-2</c:v>
                </c:pt>
                <c:pt idx="1244">
                  <c:v>7.8066914498141099E-2</c:v>
                </c:pt>
                <c:pt idx="1245">
                  <c:v>7.80984719864177E-2</c:v>
                </c:pt>
                <c:pt idx="1246">
                  <c:v>7.80984719864177E-2</c:v>
                </c:pt>
                <c:pt idx="1247">
                  <c:v>7.8125E-2</c:v>
                </c:pt>
                <c:pt idx="1248">
                  <c:v>7.8125E-2</c:v>
                </c:pt>
                <c:pt idx="1249">
                  <c:v>7.8125E-2</c:v>
                </c:pt>
                <c:pt idx="1250">
                  <c:v>7.8134110787172001E-2</c:v>
                </c:pt>
                <c:pt idx="1251">
                  <c:v>7.8160919540229898E-2</c:v>
                </c:pt>
                <c:pt idx="1252">
                  <c:v>7.8224101479915403E-2</c:v>
                </c:pt>
                <c:pt idx="1253">
                  <c:v>7.8313253012048195E-2</c:v>
                </c:pt>
                <c:pt idx="1254">
                  <c:v>7.8651685393258397E-2</c:v>
                </c:pt>
                <c:pt idx="1255">
                  <c:v>7.8703703703703706E-2</c:v>
                </c:pt>
                <c:pt idx="1256">
                  <c:v>7.8780177890724196E-2</c:v>
                </c:pt>
                <c:pt idx="1257">
                  <c:v>7.9136690647481897E-2</c:v>
                </c:pt>
                <c:pt idx="1258">
                  <c:v>7.9136690647481897E-2</c:v>
                </c:pt>
                <c:pt idx="1259">
                  <c:v>7.9219288174511904E-2</c:v>
                </c:pt>
                <c:pt idx="1260">
                  <c:v>7.9229122055674395E-2</c:v>
                </c:pt>
                <c:pt idx="1261">
                  <c:v>7.9242032730404796E-2</c:v>
                </c:pt>
                <c:pt idx="1262">
                  <c:v>7.9365079365079305E-2</c:v>
                </c:pt>
                <c:pt idx="1263">
                  <c:v>7.9399141630901199E-2</c:v>
                </c:pt>
                <c:pt idx="1264">
                  <c:v>7.9404466501240695E-2</c:v>
                </c:pt>
                <c:pt idx="1265">
                  <c:v>7.9427083333333204E-2</c:v>
                </c:pt>
                <c:pt idx="1266">
                  <c:v>7.9452054794520499E-2</c:v>
                </c:pt>
                <c:pt idx="1267">
                  <c:v>7.9545454545454503E-2</c:v>
                </c:pt>
                <c:pt idx="1268">
                  <c:v>7.9591836734693902E-2</c:v>
                </c:pt>
                <c:pt idx="1269">
                  <c:v>7.9594790159189494E-2</c:v>
                </c:pt>
                <c:pt idx="1270">
                  <c:v>7.9812206572769995E-2</c:v>
                </c:pt>
                <c:pt idx="1271">
                  <c:v>7.9847908745246998E-2</c:v>
                </c:pt>
                <c:pt idx="1272">
                  <c:v>7.9861111111111105E-2</c:v>
                </c:pt>
                <c:pt idx="1273">
                  <c:v>7.9861111111111105E-2</c:v>
                </c:pt>
                <c:pt idx="1274">
                  <c:v>7.9872204472843406E-2</c:v>
                </c:pt>
                <c:pt idx="1275">
                  <c:v>8.0213903743315607E-2</c:v>
                </c:pt>
                <c:pt idx="1276">
                  <c:v>8.0229226361031497E-2</c:v>
                </c:pt>
                <c:pt idx="1277">
                  <c:v>8.0303030303030307E-2</c:v>
                </c:pt>
                <c:pt idx="1278">
                  <c:v>8.0310880829015593E-2</c:v>
                </c:pt>
                <c:pt idx="1279">
                  <c:v>8.0370942812983001E-2</c:v>
                </c:pt>
                <c:pt idx="1280">
                  <c:v>8.0584099513250296E-2</c:v>
                </c:pt>
                <c:pt idx="1281">
                  <c:v>8.0614203454894395E-2</c:v>
                </c:pt>
                <c:pt idx="1282">
                  <c:v>8.0614203454894395E-2</c:v>
                </c:pt>
                <c:pt idx="1283">
                  <c:v>8.0717488789237596E-2</c:v>
                </c:pt>
                <c:pt idx="1284">
                  <c:v>8.0722891566264998E-2</c:v>
                </c:pt>
                <c:pt idx="1285">
                  <c:v>8.0851063829787198E-2</c:v>
                </c:pt>
                <c:pt idx="1286">
                  <c:v>8.08656036446469E-2</c:v>
                </c:pt>
                <c:pt idx="1287">
                  <c:v>8.0952380952380804E-2</c:v>
                </c:pt>
                <c:pt idx="1288">
                  <c:v>8.0996884735202501E-2</c:v>
                </c:pt>
                <c:pt idx="1289">
                  <c:v>8.1005586592178797E-2</c:v>
                </c:pt>
                <c:pt idx="1290">
                  <c:v>8.1188118811881205E-2</c:v>
                </c:pt>
                <c:pt idx="1291">
                  <c:v>8.1227436823104696E-2</c:v>
                </c:pt>
                <c:pt idx="1292">
                  <c:v>8.1300813008129996E-2</c:v>
                </c:pt>
                <c:pt idx="1293">
                  <c:v>8.1300813008129996E-2</c:v>
                </c:pt>
                <c:pt idx="1294">
                  <c:v>8.1325301204819095E-2</c:v>
                </c:pt>
                <c:pt idx="1295">
                  <c:v>8.1504702194357306E-2</c:v>
                </c:pt>
                <c:pt idx="1296">
                  <c:v>8.1504702194357306E-2</c:v>
                </c:pt>
                <c:pt idx="1297">
                  <c:v>8.1504702194357306E-2</c:v>
                </c:pt>
                <c:pt idx="1298">
                  <c:v>8.1578947368420904E-2</c:v>
                </c:pt>
                <c:pt idx="1299">
                  <c:v>8.1597222222222293E-2</c:v>
                </c:pt>
                <c:pt idx="1300">
                  <c:v>8.1730769230769107E-2</c:v>
                </c:pt>
                <c:pt idx="1301">
                  <c:v>8.1805359661495103E-2</c:v>
                </c:pt>
                <c:pt idx="1302">
                  <c:v>8.1850533807829196E-2</c:v>
                </c:pt>
                <c:pt idx="1303">
                  <c:v>8.1932773109243601E-2</c:v>
                </c:pt>
                <c:pt idx="1304">
                  <c:v>8.2004555808655899E-2</c:v>
                </c:pt>
                <c:pt idx="1305">
                  <c:v>8.2026537997587495E-2</c:v>
                </c:pt>
                <c:pt idx="1306">
                  <c:v>8.2098061573546197E-2</c:v>
                </c:pt>
                <c:pt idx="1307">
                  <c:v>8.2098061573546197E-2</c:v>
                </c:pt>
                <c:pt idx="1308">
                  <c:v>8.2309582309582296E-2</c:v>
                </c:pt>
                <c:pt idx="1309">
                  <c:v>8.2474226804123599E-2</c:v>
                </c:pt>
                <c:pt idx="1310">
                  <c:v>8.2508250825082494E-2</c:v>
                </c:pt>
                <c:pt idx="1311">
                  <c:v>8.2568807339449393E-2</c:v>
                </c:pt>
                <c:pt idx="1312">
                  <c:v>8.2692307692307607E-2</c:v>
                </c:pt>
                <c:pt idx="1313">
                  <c:v>8.2738944365192593E-2</c:v>
                </c:pt>
                <c:pt idx="1314">
                  <c:v>8.3032490974729298E-2</c:v>
                </c:pt>
                <c:pt idx="1315">
                  <c:v>8.3202511773940294E-2</c:v>
                </c:pt>
                <c:pt idx="1316">
                  <c:v>8.3333333333333204E-2</c:v>
                </c:pt>
                <c:pt idx="1317">
                  <c:v>8.3333333333333204E-2</c:v>
                </c:pt>
                <c:pt idx="1318">
                  <c:v>8.3333333333333204E-2</c:v>
                </c:pt>
                <c:pt idx="1319">
                  <c:v>8.3333333333333204E-2</c:v>
                </c:pt>
                <c:pt idx="1320">
                  <c:v>8.3333333333333204E-2</c:v>
                </c:pt>
                <c:pt idx="1321">
                  <c:v>8.3682008368200805E-2</c:v>
                </c:pt>
                <c:pt idx="1322">
                  <c:v>8.3753784056508504E-2</c:v>
                </c:pt>
                <c:pt idx="1323">
                  <c:v>8.3811710677382301E-2</c:v>
                </c:pt>
                <c:pt idx="1324">
                  <c:v>8.4158415841584205E-2</c:v>
                </c:pt>
                <c:pt idx="1325">
                  <c:v>8.42105263157895E-2</c:v>
                </c:pt>
                <c:pt idx="1326">
                  <c:v>8.42105263157895E-2</c:v>
                </c:pt>
                <c:pt idx="1327">
                  <c:v>8.4291187739463605E-2</c:v>
                </c:pt>
                <c:pt idx="1328">
                  <c:v>8.4291187739463605E-2</c:v>
                </c:pt>
                <c:pt idx="1329">
                  <c:v>8.43373493975903E-2</c:v>
                </c:pt>
                <c:pt idx="1330">
                  <c:v>8.4452975047984505E-2</c:v>
                </c:pt>
                <c:pt idx="1331">
                  <c:v>8.4592145015105702E-2</c:v>
                </c:pt>
                <c:pt idx="1332">
                  <c:v>8.4632516703786201E-2</c:v>
                </c:pt>
                <c:pt idx="1333">
                  <c:v>8.4643288996372398E-2</c:v>
                </c:pt>
                <c:pt idx="1334">
                  <c:v>8.4895259095920605E-2</c:v>
                </c:pt>
                <c:pt idx="1335">
                  <c:v>8.4905660377358499E-2</c:v>
                </c:pt>
                <c:pt idx="1336">
                  <c:v>8.5271317829457294E-2</c:v>
                </c:pt>
                <c:pt idx="1337">
                  <c:v>8.5470085470085305E-2</c:v>
                </c:pt>
                <c:pt idx="1338">
                  <c:v>8.5714285714285604E-2</c:v>
                </c:pt>
                <c:pt idx="1339">
                  <c:v>8.5769980506822593E-2</c:v>
                </c:pt>
                <c:pt idx="1340">
                  <c:v>8.5788561525129897E-2</c:v>
                </c:pt>
                <c:pt idx="1341">
                  <c:v>8.5788561525129897E-2</c:v>
                </c:pt>
                <c:pt idx="1342">
                  <c:v>8.5872576177285304E-2</c:v>
                </c:pt>
                <c:pt idx="1343">
                  <c:v>8.5880640465793204E-2</c:v>
                </c:pt>
                <c:pt idx="1344">
                  <c:v>8.61618798955614E-2</c:v>
                </c:pt>
                <c:pt idx="1345">
                  <c:v>8.61618798955614E-2</c:v>
                </c:pt>
                <c:pt idx="1346">
                  <c:v>8.6321381142098197E-2</c:v>
                </c:pt>
                <c:pt idx="1347">
                  <c:v>8.6642599277978197E-2</c:v>
                </c:pt>
                <c:pt idx="1348">
                  <c:v>8.6956521739130294E-2</c:v>
                </c:pt>
                <c:pt idx="1349">
                  <c:v>8.7051142546245894E-2</c:v>
                </c:pt>
                <c:pt idx="1350">
                  <c:v>8.71021775544389E-2</c:v>
                </c:pt>
                <c:pt idx="1351">
                  <c:v>8.7104072398189902E-2</c:v>
                </c:pt>
                <c:pt idx="1352">
                  <c:v>8.73015873015872E-2</c:v>
                </c:pt>
                <c:pt idx="1353">
                  <c:v>8.7392550143266398E-2</c:v>
                </c:pt>
                <c:pt idx="1354">
                  <c:v>8.7603305785123903E-2</c:v>
                </c:pt>
                <c:pt idx="1355">
                  <c:v>8.7636932707355106E-2</c:v>
                </c:pt>
                <c:pt idx="1356">
                  <c:v>8.7673611111111105E-2</c:v>
                </c:pt>
                <c:pt idx="1357">
                  <c:v>8.7774294670846395E-2</c:v>
                </c:pt>
                <c:pt idx="1358">
                  <c:v>8.7866108786610803E-2</c:v>
                </c:pt>
                <c:pt idx="1359">
                  <c:v>8.7926509186351698E-2</c:v>
                </c:pt>
                <c:pt idx="1360">
                  <c:v>8.7943262411347395E-2</c:v>
                </c:pt>
                <c:pt idx="1361">
                  <c:v>8.7956698240865896E-2</c:v>
                </c:pt>
                <c:pt idx="1362">
                  <c:v>8.8019559902200395E-2</c:v>
                </c:pt>
                <c:pt idx="1363">
                  <c:v>8.8235294117646898E-2</c:v>
                </c:pt>
                <c:pt idx="1364">
                  <c:v>8.8305489260143102E-2</c:v>
                </c:pt>
                <c:pt idx="1365">
                  <c:v>8.8328075709779005E-2</c:v>
                </c:pt>
                <c:pt idx="1366">
                  <c:v>8.8328075709779005E-2</c:v>
                </c:pt>
                <c:pt idx="1367">
                  <c:v>8.8405797101449302E-2</c:v>
                </c:pt>
                <c:pt idx="1368">
                  <c:v>8.8435374149659907E-2</c:v>
                </c:pt>
                <c:pt idx="1369">
                  <c:v>8.8435374149659907E-2</c:v>
                </c:pt>
                <c:pt idx="1370">
                  <c:v>8.8507265521796594E-2</c:v>
                </c:pt>
                <c:pt idx="1371">
                  <c:v>8.8607594936708806E-2</c:v>
                </c:pt>
                <c:pt idx="1372">
                  <c:v>8.8803088803088806E-2</c:v>
                </c:pt>
                <c:pt idx="1373">
                  <c:v>8.8803088803088806E-2</c:v>
                </c:pt>
                <c:pt idx="1374">
                  <c:v>8.8888888888888795E-2</c:v>
                </c:pt>
                <c:pt idx="1375">
                  <c:v>8.8888888888888795E-2</c:v>
                </c:pt>
                <c:pt idx="1376">
                  <c:v>8.9193825042881605E-2</c:v>
                </c:pt>
                <c:pt idx="1377">
                  <c:v>8.9264173703256899E-2</c:v>
                </c:pt>
                <c:pt idx="1378">
                  <c:v>8.9356110381077603E-2</c:v>
                </c:pt>
                <c:pt idx="1379">
                  <c:v>8.9356110381077603E-2</c:v>
                </c:pt>
                <c:pt idx="1380">
                  <c:v>8.9361702127659495E-2</c:v>
                </c:pt>
                <c:pt idx="1381">
                  <c:v>8.9385474860335101E-2</c:v>
                </c:pt>
                <c:pt idx="1382">
                  <c:v>8.9403973509933607E-2</c:v>
                </c:pt>
                <c:pt idx="1383">
                  <c:v>8.9449541284403605E-2</c:v>
                </c:pt>
                <c:pt idx="1384">
                  <c:v>8.9462129527991097E-2</c:v>
                </c:pt>
                <c:pt idx="1385">
                  <c:v>8.9552238805970102E-2</c:v>
                </c:pt>
                <c:pt idx="1386">
                  <c:v>8.9552238805970102E-2</c:v>
                </c:pt>
                <c:pt idx="1387">
                  <c:v>8.9569829110194496E-2</c:v>
                </c:pt>
                <c:pt idx="1388">
                  <c:v>8.9588377723970894E-2</c:v>
                </c:pt>
                <c:pt idx="1389">
                  <c:v>8.9605734767025103E-2</c:v>
                </c:pt>
                <c:pt idx="1390">
                  <c:v>8.9644513137558002E-2</c:v>
                </c:pt>
                <c:pt idx="1391">
                  <c:v>8.9673913043478201E-2</c:v>
                </c:pt>
                <c:pt idx="1392">
                  <c:v>8.98876404494382E-2</c:v>
                </c:pt>
                <c:pt idx="1393">
                  <c:v>8.9947089947089998E-2</c:v>
                </c:pt>
                <c:pt idx="1394">
                  <c:v>9.0047393364928799E-2</c:v>
                </c:pt>
                <c:pt idx="1395">
                  <c:v>9.0090090090090003E-2</c:v>
                </c:pt>
                <c:pt idx="1396">
                  <c:v>9.0225563909774403E-2</c:v>
                </c:pt>
                <c:pt idx="1397">
                  <c:v>9.0387374461979794E-2</c:v>
                </c:pt>
                <c:pt idx="1398">
                  <c:v>9.0476190476190294E-2</c:v>
                </c:pt>
                <c:pt idx="1399">
                  <c:v>9.0517241379310207E-2</c:v>
                </c:pt>
                <c:pt idx="1400">
                  <c:v>9.0517241379310207E-2</c:v>
                </c:pt>
                <c:pt idx="1401">
                  <c:v>9.0558766859344803E-2</c:v>
                </c:pt>
                <c:pt idx="1402">
                  <c:v>9.06217070600632E-2</c:v>
                </c:pt>
                <c:pt idx="1403">
                  <c:v>9.0697674418604504E-2</c:v>
                </c:pt>
                <c:pt idx="1404">
                  <c:v>9.0909090909090801E-2</c:v>
                </c:pt>
                <c:pt idx="1405">
                  <c:v>9.0909090909090801E-2</c:v>
                </c:pt>
                <c:pt idx="1406">
                  <c:v>9.0909090909090801E-2</c:v>
                </c:pt>
                <c:pt idx="1407">
                  <c:v>9.0909090909090801E-2</c:v>
                </c:pt>
                <c:pt idx="1408">
                  <c:v>9.1058244462674395E-2</c:v>
                </c:pt>
                <c:pt idx="1409">
                  <c:v>9.1085271317829397E-2</c:v>
                </c:pt>
                <c:pt idx="1410">
                  <c:v>9.1463414634146395E-2</c:v>
                </c:pt>
                <c:pt idx="1411">
                  <c:v>9.1561938958707401E-2</c:v>
                </c:pt>
                <c:pt idx="1412">
                  <c:v>9.1561938958707401E-2</c:v>
                </c:pt>
                <c:pt idx="1413">
                  <c:v>9.1591591591591595E-2</c:v>
                </c:pt>
                <c:pt idx="1414">
                  <c:v>9.1687041564792099E-2</c:v>
                </c:pt>
                <c:pt idx="1415">
                  <c:v>9.1703056768558999E-2</c:v>
                </c:pt>
                <c:pt idx="1416">
                  <c:v>9.1954022988505801E-2</c:v>
                </c:pt>
                <c:pt idx="1417">
                  <c:v>9.2016238159675107E-2</c:v>
                </c:pt>
                <c:pt idx="1418">
                  <c:v>9.2059838895282006E-2</c:v>
                </c:pt>
                <c:pt idx="1419">
                  <c:v>9.2097445038621606E-2</c:v>
                </c:pt>
                <c:pt idx="1420">
                  <c:v>9.2105263157894607E-2</c:v>
                </c:pt>
                <c:pt idx="1421">
                  <c:v>9.2127303182579501E-2</c:v>
                </c:pt>
                <c:pt idx="1422">
                  <c:v>9.2134831460674194E-2</c:v>
                </c:pt>
                <c:pt idx="1423">
                  <c:v>9.2156862745097906E-2</c:v>
                </c:pt>
                <c:pt idx="1424">
                  <c:v>9.2187500000000006E-2</c:v>
                </c:pt>
                <c:pt idx="1425">
                  <c:v>9.2233009708737795E-2</c:v>
                </c:pt>
                <c:pt idx="1426">
                  <c:v>9.2233009708737795E-2</c:v>
                </c:pt>
                <c:pt idx="1427">
                  <c:v>9.2240117130307497E-2</c:v>
                </c:pt>
                <c:pt idx="1428">
                  <c:v>9.2399403874813699E-2</c:v>
                </c:pt>
                <c:pt idx="1429">
                  <c:v>9.2400218698742403E-2</c:v>
                </c:pt>
                <c:pt idx="1430">
                  <c:v>9.2436974789915805E-2</c:v>
                </c:pt>
                <c:pt idx="1431">
                  <c:v>9.2457420924574304E-2</c:v>
                </c:pt>
                <c:pt idx="1432">
                  <c:v>9.2473118279569902E-2</c:v>
                </c:pt>
                <c:pt idx="1433">
                  <c:v>9.2592592592592504E-2</c:v>
                </c:pt>
                <c:pt idx="1434">
                  <c:v>9.2664092664092701E-2</c:v>
                </c:pt>
                <c:pt idx="1435">
                  <c:v>9.3023255813953404E-2</c:v>
                </c:pt>
                <c:pt idx="1436">
                  <c:v>9.3085106382978705E-2</c:v>
                </c:pt>
                <c:pt idx="1437">
                  <c:v>9.3085106382978705E-2</c:v>
                </c:pt>
                <c:pt idx="1438">
                  <c:v>9.3220338983050793E-2</c:v>
                </c:pt>
                <c:pt idx="1439">
                  <c:v>9.3355761143818203E-2</c:v>
                </c:pt>
                <c:pt idx="1440">
                  <c:v>9.3434343434343398E-2</c:v>
                </c:pt>
                <c:pt idx="1441">
                  <c:v>9.3502377179080803E-2</c:v>
                </c:pt>
                <c:pt idx="1442">
                  <c:v>9.3514328808446304E-2</c:v>
                </c:pt>
                <c:pt idx="1443">
                  <c:v>9.3548387096774099E-2</c:v>
                </c:pt>
                <c:pt idx="1444">
                  <c:v>9.3585699263932703E-2</c:v>
                </c:pt>
                <c:pt idx="1445">
                  <c:v>9.3596059113300406E-2</c:v>
                </c:pt>
                <c:pt idx="1446">
                  <c:v>9.3788063337393299E-2</c:v>
                </c:pt>
                <c:pt idx="1447">
                  <c:v>9.3821510297482799E-2</c:v>
                </c:pt>
                <c:pt idx="1448">
                  <c:v>9.3841642228738906E-2</c:v>
                </c:pt>
                <c:pt idx="1449">
                  <c:v>9.3841642228738906E-2</c:v>
                </c:pt>
                <c:pt idx="1450">
                  <c:v>9.3841642228738906E-2</c:v>
                </c:pt>
                <c:pt idx="1451">
                  <c:v>9.3959731543624206E-2</c:v>
                </c:pt>
                <c:pt idx="1452">
                  <c:v>9.4017094017094099E-2</c:v>
                </c:pt>
                <c:pt idx="1453">
                  <c:v>9.4273127753303904E-2</c:v>
                </c:pt>
                <c:pt idx="1454">
                  <c:v>9.4276094276094194E-2</c:v>
                </c:pt>
                <c:pt idx="1455">
                  <c:v>9.4276094276094194E-2</c:v>
                </c:pt>
                <c:pt idx="1456">
                  <c:v>9.4339622641509399E-2</c:v>
                </c:pt>
                <c:pt idx="1457">
                  <c:v>9.4435075885328706E-2</c:v>
                </c:pt>
                <c:pt idx="1458">
                  <c:v>9.4435075885328706E-2</c:v>
                </c:pt>
                <c:pt idx="1459">
                  <c:v>9.4435075885328706E-2</c:v>
                </c:pt>
                <c:pt idx="1460">
                  <c:v>9.4512195121951095E-2</c:v>
                </c:pt>
                <c:pt idx="1461">
                  <c:v>9.4650205761316705E-2</c:v>
                </c:pt>
                <c:pt idx="1462">
                  <c:v>9.4654788418708294E-2</c:v>
                </c:pt>
                <c:pt idx="1463">
                  <c:v>9.4827586206896505E-2</c:v>
                </c:pt>
                <c:pt idx="1464">
                  <c:v>9.4999999999999904E-2</c:v>
                </c:pt>
                <c:pt idx="1465">
                  <c:v>9.5032397408207195E-2</c:v>
                </c:pt>
                <c:pt idx="1466">
                  <c:v>9.5041322314049603E-2</c:v>
                </c:pt>
                <c:pt idx="1467">
                  <c:v>9.5041322314049603E-2</c:v>
                </c:pt>
                <c:pt idx="1468">
                  <c:v>9.5063985374771398E-2</c:v>
                </c:pt>
                <c:pt idx="1469">
                  <c:v>9.5238095238095302E-2</c:v>
                </c:pt>
                <c:pt idx="1470">
                  <c:v>9.5367847411444107E-2</c:v>
                </c:pt>
                <c:pt idx="1471">
                  <c:v>9.5435684647302996E-2</c:v>
                </c:pt>
                <c:pt idx="1472">
                  <c:v>9.5447870778267302E-2</c:v>
                </c:pt>
                <c:pt idx="1473">
                  <c:v>9.5483870967741899E-2</c:v>
                </c:pt>
                <c:pt idx="1474">
                  <c:v>9.6183206106870103E-2</c:v>
                </c:pt>
                <c:pt idx="1475">
                  <c:v>9.6216216216216094E-2</c:v>
                </c:pt>
                <c:pt idx="1476">
                  <c:v>9.6224116930572395E-2</c:v>
                </c:pt>
                <c:pt idx="1477">
                  <c:v>9.6247960848287101E-2</c:v>
                </c:pt>
                <c:pt idx="1478">
                  <c:v>9.6306068601583E-2</c:v>
                </c:pt>
                <c:pt idx="1479">
                  <c:v>9.63172804532577E-2</c:v>
                </c:pt>
                <c:pt idx="1480">
                  <c:v>9.6330275229357706E-2</c:v>
                </c:pt>
                <c:pt idx="1481">
                  <c:v>9.6398305084745603E-2</c:v>
                </c:pt>
                <c:pt idx="1482">
                  <c:v>9.6514745308311001E-2</c:v>
                </c:pt>
                <c:pt idx="1483">
                  <c:v>9.6577017114914496E-2</c:v>
                </c:pt>
                <c:pt idx="1484">
                  <c:v>9.6597145993413805E-2</c:v>
                </c:pt>
                <c:pt idx="1485">
                  <c:v>9.6649484536082506E-2</c:v>
                </c:pt>
                <c:pt idx="1486">
                  <c:v>9.6774193548386997E-2</c:v>
                </c:pt>
                <c:pt idx="1487">
                  <c:v>9.6818810511756601E-2</c:v>
                </c:pt>
                <c:pt idx="1488">
                  <c:v>9.697933227345E-2</c:v>
                </c:pt>
                <c:pt idx="1489">
                  <c:v>9.7109826589595299E-2</c:v>
                </c:pt>
                <c:pt idx="1490">
                  <c:v>9.7247706422018299E-2</c:v>
                </c:pt>
                <c:pt idx="1491">
                  <c:v>9.7447795823665903E-2</c:v>
                </c:pt>
                <c:pt idx="1492">
                  <c:v>9.7457627118644002E-2</c:v>
                </c:pt>
                <c:pt idx="1493">
                  <c:v>9.7520661157024693E-2</c:v>
                </c:pt>
                <c:pt idx="1494">
                  <c:v>9.7560975609756101E-2</c:v>
                </c:pt>
                <c:pt idx="1495">
                  <c:v>9.7713097713097705E-2</c:v>
                </c:pt>
                <c:pt idx="1496">
                  <c:v>9.7744360902255606E-2</c:v>
                </c:pt>
                <c:pt idx="1497">
                  <c:v>9.7744360902255606E-2</c:v>
                </c:pt>
                <c:pt idx="1498">
                  <c:v>9.7799511002444994E-2</c:v>
                </c:pt>
                <c:pt idx="1499">
                  <c:v>9.8013245033112595E-2</c:v>
                </c:pt>
                <c:pt idx="1500">
                  <c:v>9.8081023454157798E-2</c:v>
                </c:pt>
                <c:pt idx="1501">
                  <c:v>9.8092643051770997E-2</c:v>
                </c:pt>
                <c:pt idx="1502">
                  <c:v>9.8159509202454004E-2</c:v>
                </c:pt>
                <c:pt idx="1503">
                  <c:v>9.8324022346368598E-2</c:v>
                </c:pt>
                <c:pt idx="1504">
                  <c:v>9.8416289592760206E-2</c:v>
                </c:pt>
                <c:pt idx="1505">
                  <c:v>9.8461538461538295E-2</c:v>
                </c:pt>
                <c:pt idx="1506">
                  <c:v>9.8461538461538295E-2</c:v>
                </c:pt>
                <c:pt idx="1507">
                  <c:v>9.8461538461538295E-2</c:v>
                </c:pt>
                <c:pt idx="1508">
                  <c:v>9.8726114649681604E-2</c:v>
                </c:pt>
                <c:pt idx="1509">
                  <c:v>9.8901098901098994E-2</c:v>
                </c:pt>
                <c:pt idx="1510">
                  <c:v>9.8930481283422397E-2</c:v>
                </c:pt>
                <c:pt idx="1511">
                  <c:v>9.8958333333333204E-2</c:v>
                </c:pt>
                <c:pt idx="1512">
                  <c:v>9.9115044247787706E-2</c:v>
                </c:pt>
                <c:pt idx="1513">
                  <c:v>9.9122807017543793E-2</c:v>
                </c:pt>
                <c:pt idx="1514">
                  <c:v>9.9137931034482596E-2</c:v>
                </c:pt>
                <c:pt idx="1515">
                  <c:v>9.9264705882353005E-2</c:v>
                </c:pt>
                <c:pt idx="1516">
                  <c:v>9.9415204678362498E-2</c:v>
                </c:pt>
                <c:pt idx="1517">
                  <c:v>9.94694960212201E-2</c:v>
                </c:pt>
                <c:pt idx="1518">
                  <c:v>9.9526066350710901E-2</c:v>
                </c:pt>
                <c:pt idx="1519">
                  <c:v>9.9547511312217202E-2</c:v>
                </c:pt>
                <c:pt idx="1520">
                  <c:v>9.9562363238512003E-2</c:v>
                </c:pt>
                <c:pt idx="1521">
                  <c:v>9.9585062240663894E-2</c:v>
                </c:pt>
                <c:pt idx="1522">
                  <c:v>9.9585062240663894E-2</c:v>
                </c:pt>
                <c:pt idx="1523">
                  <c:v>9.9652375434530593E-2</c:v>
                </c:pt>
                <c:pt idx="1524">
                  <c:v>9.9740932642486901E-2</c:v>
                </c:pt>
                <c:pt idx="1525">
                  <c:v>0.1</c:v>
                </c:pt>
                <c:pt idx="1526">
                  <c:v>0.1</c:v>
                </c:pt>
                <c:pt idx="1527">
                  <c:v>0.1</c:v>
                </c:pt>
                <c:pt idx="1528">
                  <c:v>0.1</c:v>
                </c:pt>
                <c:pt idx="1529">
                  <c:v>0.1</c:v>
                </c:pt>
                <c:pt idx="1530">
                  <c:v>0.100082712985938</c:v>
                </c:pt>
                <c:pt idx="1531">
                  <c:v>0.100107642626479</c:v>
                </c:pt>
                <c:pt idx="1532">
                  <c:v>0.100135317997293</c:v>
                </c:pt>
                <c:pt idx="1533">
                  <c:v>0.10037573805689699</c:v>
                </c:pt>
                <c:pt idx="1534">
                  <c:v>0.100478468899521</c:v>
                </c:pt>
                <c:pt idx="1535">
                  <c:v>0.10050251256281401</c:v>
                </c:pt>
                <c:pt idx="1536">
                  <c:v>0.100790513833992</c:v>
                </c:pt>
                <c:pt idx="1537">
                  <c:v>0.100790513833992</c:v>
                </c:pt>
                <c:pt idx="1538">
                  <c:v>0.1008</c:v>
                </c:pt>
                <c:pt idx="1539">
                  <c:v>0.10091743119266</c:v>
                </c:pt>
                <c:pt idx="1540">
                  <c:v>0.10096153846153801</c:v>
                </c:pt>
                <c:pt idx="1541">
                  <c:v>0.101021566401816</c:v>
                </c:pt>
                <c:pt idx="1542">
                  <c:v>0.101198402130492</c:v>
                </c:pt>
                <c:pt idx="1543">
                  <c:v>0.101382488479262</c:v>
                </c:pt>
                <c:pt idx="1544">
                  <c:v>0.10160427807486599</c:v>
                </c:pt>
                <c:pt idx="1545">
                  <c:v>0.10172413793103401</c:v>
                </c:pt>
                <c:pt idx="1546">
                  <c:v>0.101736972704714</c:v>
                </c:pt>
                <c:pt idx="1547">
                  <c:v>0.10178117048346</c:v>
                </c:pt>
                <c:pt idx="1548">
                  <c:v>0.101871101871101</c:v>
                </c:pt>
                <c:pt idx="1549">
                  <c:v>0.101871101871101</c:v>
                </c:pt>
                <c:pt idx="1550">
                  <c:v>0.10204081632653</c:v>
                </c:pt>
                <c:pt idx="1551">
                  <c:v>0.102127659574468</c:v>
                </c:pt>
                <c:pt idx="1552">
                  <c:v>0.10217755443886101</c:v>
                </c:pt>
                <c:pt idx="1553">
                  <c:v>0.10222222222222201</c:v>
                </c:pt>
                <c:pt idx="1554">
                  <c:v>0.102236421725239</c:v>
                </c:pt>
                <c:pt idx="1555">
                  <c:v>0.10228571428571399</c:v>
                </c:pt>
                <c:pt idx="1556">
                  <c:v>0.10249999999999999</c:v>
                </c:pt>
                <c:pt idx="1557">
                  <c:v>0.10256410256410201</c:v>
                </c:pt>
                <c:pt idx="1558">
                  <c:v>0.10259740259740199</c:v>
                </c:pt>
                <c:pt idx="1559">
                  <c:v>0.102639296187683</c:v>
                </c:pt>
                <c:pt idx="1560">
                  <c:v>0.102639296187683</c:v>
                </c:pt>
                <c:pt idx="1561">
                  <c:v>0.10267229254571</c:v>
                </c:pt>
                <c:pt idx="1562">
                  <c:v>0.102739726027397</c:v>
                </c:pt>
                <c:pt idx="1563">
                  <c:v>0.102766798418972</c:v>
                </c:pt>
                <c:pt idx="1564">
                  <c:v>0.102766798418972</c:v>
                </c:pt>
                <c:pt idx="1565">
                  <c:v>0.10280373831775599</c:v>
                </c:pt>
                <c:pt idx="1566">
                  <c:v>0.10285714285714199</c:v>
                </c:pt>
                <c:pt idx="1567">
                  <c:v>0.102918586789554</c:v>
                </c:pt>
                <c:pt idx="1568">
                  <c:v>0.10297029702970301</c:v>
                </c:pt>
                <c:pt idx="1569">
                  <c:v>0.103076923076923</c:v>
                </c:pt>
                <c:pt idx="1570">
                  <c:v>0.103076923076923</c:v>
                </c:pt>
                <c:pt idx="1571">
                  <c:v>0.103202846975088</c:v>
                </c:pt>
                <c:pt idx="1572">
                  <c:v>0.10344827586206801</c:v>
                </c:pt>
                <c:pt idx="1573">
                  <c:v>0.103571428571428</c:v>
                </c:pt>
                <c:pt idx="1574">
                  <c:v>0.103741496598639</c:v>
                </c:pt>
                <c:pt idx="1575">
                  <c:v>0.103741496598639</c:v>
                </c:pt>
                <c:pt idx="1576">
                  <c:v>0.10377358490565999</c:v>
                </c:pt>
                <c:pt idx="1577">
                  <c:v>0.10377358490565999</c:v>
                </c:pt>
                <c:pt idx="1578">
                  <c:v>0.10392609699769</c:v>
                </c:pt>
                <c:pt idx="1579">
                  <c:v>0.104</c:v>
                </c:pt>
                <c:pt idx="1580">
                  <c:v>0.10408921933085399</c:v>
                </c:pt>
                <c:pt idx="1581">
                  <c:v>0.10416666666666601</c:v>
                </c:pt>
                <c:pt idx="1582">
                  <c:v>0.104225352112676</c:v>
                </c:pt>
                <c:pt idx="1583">
                  <c:v>0.104308390022675</c:v>
                </c:pt>
                <c:pt idx="1584">
                  <c:v>0.104347826086956</c:v>
                </c:pt>
                <c:pt idx="1585">
                  <c:v>0.104477611940298</c:v>
                </c:pt>
                <c:pt idx="1586">
                  <c:v>0.104477611940298</c:v>
                </c:pt>
                <c:pt idx="1587">
                  <c:v>0.10449438202247099</c:v>
                </c:pt>
                <c:pt idx="1588">
                  <c:v>0.104529616724738</c:v>
                </c:pt>
                <c:pt idx="1589">
                  <c:v>0.10455104551045501</c:v>
                </c:pt>
                <c:pt idx="1590">
                  <c:v>0.10458715596330199</c:v>
                </c:pt>
                <c:pt idx="1591">
                  <c:v>0.10458715596330199</c:v>
                </c:pt>
                <c:pt idx="1592">
                  <c:v>0.10462776659959699</c:v>
                </c:pt>
                <c:pt idx="1593">
                  <c:v>0.104712041884816</c:v>
                </c:pt>
                <c:pt idx="1594">
                  <c:v>0.104712041884816</c:v>
                </c:pt>
                <c:pt idx="1595">
                  <c:v>0.104761904761904</c:v>
                </c:pt>
                <c:pt idx="1596">
                  <c:v>0.104938271604938</c:v>
                </c:pt>
                <c:pt idx="1597">
                  <c:v>0.104938271604938</c:v>
                </c:pt>
                <c:pt idx="1598">
                  <c:v>0.10518518518518501</c:v>
                </c:pt>
                <c:pt idx="1599">
                  <c:v>0.105263157894736</c:v>
                </c:pt>
                <c:pt idx="1600">
                  <c:v>0.105263157894736</c:v>
                </c:pt>
                <c:pt idx="1601">
                  <c:v>0.105442176870748</c:v>
                </c:pt>
                <c:pt idx="1602">
                  <c:v>0.105782792665726</c:v>
                </c:pt>
                <c:pt idx="1603">
                  <c:v>0.10585305105853</c:v>
                </c:pt>
                <c:pt idx="1604">
                  <c:v>0.105882352941176</c:v>
                </c:pt>
                <c:pt idx="1605">
                  <c:v>0.105911330049261</c:v>
                </c:pt>
                <c:pt idx="1606">
                  <c:v>0.10593220338983</c:v>
                </c:pt>
                <c:pt idx="1607">
                  <c:v>0.10593220338983</c:v>
                </c:pt>
                <c:pt idx="1608">
                  <c:v>0.10604192355117099</c:v>
                </c:pt>
                <c:pt idx="1609">
                  <c:v>0.106042654028436</c:v>
                </c:pt>
                <c:pt idx="1610">
                  <c:v>0.106043329532497</c:v>
                </c:pt>
                <c:pt idx="1611">
                  <c:v>0.10606060606060499</c:v>
                </c:pt>
                <c:pt idx="1612">
                  <c:v>0.106280193236715</c:v>
                </c:pt>
                <c:pt idx="1613">
                  <c:v>0.10638297872340401</c:v>
                </c:pt>
                <c:pt idx="1614">
                  <c:v>0.106481481481481</c:v>
                </c:pt>
                <c:pt idx="1615">
                  <c:v>0.106481481481481</c:v>
                </c:pt>
                <c:pt idx="1616">
                  <c:v>0.106481481481481</c:v>
                </c:pt>
                <c:pt idx="1617">
                  <c:v>0.106631989596879</c:v>
                </c:pt>
                <c:pt idx="1618">
                  <c:v>0.10682819383259901</c:v>
                </c:pt>
                <c:pt idx="1619">
                  <c:v>0.106910039113429</c:v>
                </c:pt>
                <c:pt idx="1620">
                  <c:v>0.106931757119828</c:v>
                </c:pt>
                <c:pt idx="1621">
                  <c:v>0.10695187165775399</c:v>
                </c:pt>
                <c:pt idx="1622">
                  <c:v>0.106971793507184</c:v>
                </c:pt>
                <c:pt idx="1623">
                  <c:v>0.107142857142857</c:v>
                </c:pt>
                <c:pt idx="1624">
                  <c:v>0.10727496917385899</c:v>
                </c:pt>
                <c:pt idx="1625">
                  <c:v>0.107355864811133</c:v>
                </c:pt>
                <c:pt idx="1626">
                  <c:v>0.107410491257285</c:v>
                </c:pt>
                <c:pt idx="1627">
                  <c:v>0.107544141252006</c:v>
                </c:pt>
                <c:pt idx="1628">
                  <c:v>0.107544141252006</c:v>
                </c:pt>
                <c:pt idx="1629">
                  <c:v>0.107561235356762</c:v>
                </c:pt>
                <c:pt idx="1630">
                  <c:v>0.10759493670886</c:v>
                </c:pt>
                <c:pt idx="1631">
                  <c:v>0.107732406602953</c:v>
                </c:pt>
                <c:pt idx="1632">
                  <c:v>0.10813704496788</c:v>
                </c:pt>
                <c:pt idx="1633">
                  <c:v>0.108202443280977</c:v>
                </c:pt>
                <c:pt idx="1634">
                  <c:v>0.108229988726042</c:v>
                </c:pt>
                <c:pt idx="1635">
                  <c:v>0.108333333333333</c:v>
                </c:pt>
                <c:pt idx="1636">
                  <c:v>0.108333333333333</c:v>
                </c:pt>
                <c:pt idx="1637">
                  <c:v>0.108333333333333</c:v>
                </c:pt>
                <c:pt idx="1638">
                  <c:v>0.10840108401084</c:v>
                </c:pt>
                <c:pt idx="1639">
                  <c:v>0.108444444444444</c:v>
                </c:pt>
                <c:pt idx="1640">
                  <c:v>0.108695652173913</c:v>
                </c:pt>
                <c:pt idx="1641">
                  <c:v>0.10874439461883401</c:v>
                </c:pt>
                <c:pt idx="1642">
                  <c:v>0.109048723897911</c:v>
                </c:pt>
                <c:pt idx="1643">
                  <c:v>0.10919540229885</c:v>
                </c:pt>
                <c:pt idx="1644">
                  <c:v>0.109401709401709</c:v>
                </c:pt>
                <c:pt idx="1645">
                  <c:v>0.109401709401709</c:v>
                </c:pt>
                <c:pt idx="1646">
                  <c:v>0.109445277361319</c:v>
                </c:pt>
                <c:pt idx="1647">
                  <c:v>0.109515260323159</c:v>
                </c:pt>
                <c:pt idx="1648">
                  <c:v>0.109727626459144</c:v>
                </c:pt>
                <c:pt idx="1649">
                  <c:v>0.10973724884080301</c:v>
                </c:pt>
                <c:pt idx="1650">
                  <c:v>0.10979729729729699</c:v>
                </c:pt>
                <c:pt idx="1651">
                  <c:v>0.109826589595375</c:v>
                </c:pt>
                <c:pt idx="1652">
                  <c:v>0.11013986013986</c:v>
                </c:pt>
                <c:pt idx="1653">
                  <c:v>0.11018711018711</c:v>
                </c:pt>
                <c:pt idx="1654">
                  <c:v>0.11044776119402901</c:v>
                </c:pt>
                <c:pt idx="1655">
                  <c:v>0.110599078341013</c:v>
                </c:pt>
                <c:pt idx="1656">
                  <c:v>0.11070110701107</c:v>
                </c:pt>
                <c:pt idx="1657">
                  <c:v>0.11070110701107</c:v>
                </c:pt>
                <c:pt idx="1658">
                  <c:v>0.11071682044002799</c:v>
                </c:pt>
                <c:pt idx="1659">
                  <c:v>0.110730593607305</c:v>
                </c:pt>
                <c:pt idx="1660">
                  <c:v>0.110831234256926</c:v>
                </c:pt>
                <c:pt idx="1661">
                  <c:v>0.110831234256926</c:v>
                </c:pt>
                <c:pt idx="1662">
                  <c:v>0.110898661567877</c:v>
                </c:pt>
                <c:pt idx="1663">
                  <c:v>0.11096774193548301</c:v>
                </c:pt>
                <c:pt idx="1664">
                  <c:v>0.110982658959537</c:v>
                </c:pt>
                <c:pt idx="1665">
                  <c:v>0.11111111111111099</c:v>
                </c:pt>
                <c:pt idx="1666">
                  <c:v>0.11111111111111099</c:v>
                </c:pt>
                <c:pt idx="1667">
                  <c:v>0.11130136986301301</c:v>
                </c:pt>
                <c:pt idx="1668">
                  <c:v>0.111332007952286</c:v>
                </c:pt>
                <c:pt idx="1669">
                  <c:v>0.111392405063291</c:v>
                </c:pt>
                <c:pt idx="1670">
                  <c:v>0.111392405063291</c:v>
                </c:pt>
                <c:pt idx="1671">
                  <c:v>0.111486486486486</c:v>
                </c:pt>
                <c:pt idx="1672">
                  <c:v>0.111492281303602</c:v>
                </c:pt>
                <c:pt idx="1673">
                  <c:v>0.111492281303602</c:v>
                </c:pt>
                <c:pt idx="1674">
                  <c:v>0.111524163568773</c:v>
                </c:pt>
                <c:pt idx="1675">
                  <c:v>0.111587982832618</c:v>
                </c:pt>
                <c:pt idx="1676">
                  <c:v>0.111597374179431</c:v>
                </c:pt>
                <c:pt idx="1677">
                  <c:v>0.111607142857142</c:v>
                </c:pt>
                <c:pt idx="1678">
                  <c:v>0.111627906976744</c:v>
                </c:pt>
                <c:pt idx="1679">
                  <c:v>0.111627906976744</c:v>
                </c:pt>
                <c:pt idx="1680">
                  <c:v>0.111650485436893</c:v>
                </c:pt>
                <c:pt idx="1681">
                  <c:v>0.11183355006501899</c:v>
                </c:pt>
                <c:pt idx="1682">
                  <c:v>0.111869031377898</c:v>
                </c:pt>
                <c:pt idx="1683">
                  <c:v>0.11190053285968</c:v>
                </c:pt>
                <c:pt idx="1684">
                  <c:v>0.11198428290766201</c:v>
                </c:pt>
                <c:pt idx="1685">
                  <c:v>0.112028301886792</c:v>
                </c:pt>
                <c:pt idx="1686">
                  <c:v>0.112028301886792</c:v>
                </c:pt>
                <c:pt idx="1687">
                  <c:v>0.11205673758865201</c:v>
                </c:pt>
                <c:pt idx="1688">
                  <c:v>0.112079701120797</c:v>
                </c:pt>
                <c:pt idx="1689">
                  <c:v>0.11208406304728501</c:v>
                </c:pt>
                <c:pt idx="1690">
                  <c:v>0.112107623318385</c:v>
                </c:pt>
                <c:pt idx="1691">
                  <c:v>0.112107623318385</c:v>
                </c:pt>
                <c:pt idx="1692">
                  <c:v>0.11231101511879001</c:v>
                </c:pt>
                <c:pt idx="1693">
                  <c:v>0.11232279171210401</c:v>
                </c:pt>
                <c:pt idx="1694">
                  <c:v>0.112403100775193</c:v>
                </c:pt>
                <c:pt idx="1695">
                  <c:v>0.112426035502958</c:v>
                </c:pt>
                <c:pt idx="1696">
                  <c:v>0.112426035502958</c:v>
                </c:pt>
                <c:pt idx="1697">
                  <c:v>0.1125</c:v>
                </c:pt>
                <c:pt idx="1698">
                  <c:v>0.112612612612612</c:v>
                </c:pt>
                <c:pt idx="1699">
                  <c:v>0.11275167785234801</c:v>
                </c:pt>
                <c:pt idx="1700">
                  <c:v>0.11275626423690099</c:v>
                </c:pt>
                <c:pt idx="1701">
                  <c:v>0.112763320941759</c:v>
                </c:pt>
                <c:pt idx="1702">
                  <c:v>0.112813370473537</c:v>
                </c:pt>
                <c:pt idx="1703">
                  <c:v>0.11287477954144599</c:v>
                </c:pt>
                <c:pt idx="1704">
                  <c:v>0.11292517006802701</c:v>
                </c:pt>
                <c:pt idx="1705">
                  <c:v>0.11297071129707099</c:v>
                </c:pt>
                <c:pt idx="1706">
                  <c:v>0.11297071129707099</c:v>
                </c:pt>
                <c:pt idx="1707">
                  <c:v>0.112980769230769</c:v>
                </c:pt>
                <c:pt idx="1708">
                  <c:v>0.11302681992337101</c:v>
                </c:pt>
                <c:pt idx="1709">
                  <c:v>0.113057324840764</c:v>
                </c:pt>
                <c:pt idx="1710">
                  <c:v>0.113069016152716</c:v>
                </c:pt>
                <c:pt idx="1711">
                  <c:v>0.113086770981507</c:v>
                </c:pt>
                <c:pt idx="1712">
                  <c:v>0.113086770981507</c:v>
                </c:pt>
                <c:pt idx="1713">
                  <c:v>0.113122171945701</c:v>
                </c:pt>
                <c:pt idx="1714">
                  <c:v>0.113207547169811</c:v>
                </c:pt>
                <c:pt idx="1715">
                  <c:v>0.11325028312570699</c:v>
                </c:pt>
                <c:pt idx="1716">
                  <c:v>0.11327433628318501</c:v>
                </c:pt>
                <c:pt idx="1717">
                  <c:v>0.11330049261083699</c:v>
                </c:pt>
                <c:pt idx="1718">
                  <c:v>0.11334120425029499</c:v>
                </c:pt>
                <c:pt idx="1719">
                  <c:v>0.11351351351351301</c:v>
                </c:pt>
                <c:pt idx="1720">
                  <c:v>0.11353711790392999</c:v>
                </c:pt>
                <c:pt idx="1721">
                  <c:v>0.11353711790392999</c:v>
                </c:pt>
                <c:pt idx="1722">
                  <c:v>0.113567839195979</c:v>
                </c:pt>
                <c:pt idx="1723">
                  <c:v>0.11363636363636299</c:v>
                </c:pt>
                <c:pt idx="1724">
                  <c:v>0.11368909512761</c:v>
                </c:pt>
                <c:pt idx="1725">
                  <c:v>0.113698630136986</c:v>
                </c:pt>
                <c:pt idx="1726">
                  <c:v>0.113849765258216</c:v>
                </c:pt>
                <c:pt idx="1727">
                  <c:v>0.113849765258216</c:v>
                </c:pt>
                <c:pt idx="1728">
                  <c:v>0.11387900355871799</c:v>
                </c:pt>
                <c:pt idx="1729">
                  <c:v>0.113888888888888</c:v>
                </c:pt>
                <c:pt idx="1730">
                  <c:v>0.113902847571189</c:v>
                </c:pt>
                <c:pt idx="1731">
                  <c:v>0.113924050632911</c:v>
                </c:pt>
                <c:pt idx="1732">
                  <c:v>0.113956466069142</c:v>
                </c:pt>
                <c:pt idx="1733">
                  <c:v>0.114</c:v>
                </c:pt>
                <c:pt idx="1734">
                  <c:v>0.114</c:v>
                </c:pt>
                <c:pt idx="1735">
                  <c:v>0.114247311827957</c:v>
                </c:pt>
                <c:pt idx="1736">
                  <c:v>0.114250614250614</c:v>
                </c:pt>
                <c:pt idx="1737">
                  <c:v>0.114318706697459</c:v>
                </c:pt>
                <c:pt idx="1738">
                  <c:v>0.114529914529914</c:v>
                </c:pt>
                <c:pt idx="1739">
                  <c:v>0.114616193480546</c:v>
                </c:pt>
                <c:pt idx="1740">
                  <c:v>0.114718614718614</c:v>
                </c:pt>
                <c:pt idx="1741">
                  <c:v>0.114911080711354</c:v>
                </c:pt>
                <c:pt idx="1742">
                  <c:v>0.114942528735632</c:v>
                </c:pt>
                <c:pt idx="1743">
                  <c:v>0.11506276150627601</c:v>
                </c:pt>
                <c:pt idx="1744">
                  <c:v>0.11512027491408899</c:v>
                </c:pt>
                <c:pt idx="1745">
                  <c:v>0.11512027491408899</c:v>
                </c:pt>
                <c:pt idx="1746">
                  <c:v>0.11515863689776699</c:v>
                </c:pt>
                <c:pt idx="1747">
                  <c:v>0.115183246073298</c:v>
                </c:pt>
                <c:pt idx="1748">
                  <c:v>0.11527377521613801</c:v>
                </c:pt>
                <c:pt idx="1749">
                  <c:v>0.11527377521613801</c:v>
                </c:pt>
                <c:pt idx="1750">
                  <c:v>0.115449915110356</c:v>
                </c:pt>
                <c:pt idx="1751">
                  <c:v>0.115485564304461</c:v>
                </c:pt>
                <c:pt idx="1752">
                  <c:v>0.11551155115511499</c:v>
                </c:pt>
                <c:pt idx="1753">
                  <c:v>0.115596330275229</c:v>
                </c:pt>
                <c:pt idx="1754">
                  <c:v>0.11562500000000001</c:v>
                </c:pt>
                <c:pt idx="1755">
                  <c:v>0.11572052401746701</c:v>
                </c:pt>
                <c:pt idx="1756">
                  <c:v>0.11587982832618</c:v>
                </c:pt>
                <c:pt idx="1757">
                  <c:v>0.115890083632019</c:v>
                </c:pt>
                <c:pt idx="1758">
                  <c:v>0.116246498599439</c:v>
                </c:pt>
                <c:pt idx="1759">
                  <c:v>0.116465863453815</c:v>
                </c:pt>
                <c:pt idx="1760">
                  <c:v>0.116465863453815</c:v>
                </c:pt>
                <c:pt idx="1761">
                  <c:v>0.11647058823529401</c:v>
                </c:pt>
                <c:pt idx="1762">
                  <c:v>0.116478797638218</c:v>
                </c:pt>
                <c:pt idx="1763">
                  <c:v>0.11648745519713199</c:v>
                </c:pt>
                <c:pt idx="1764">
                  <c:v>0.116541353383458</c:v>
                </c:pt>
                <c:pt idx="1765">
                  <c:v>0.116541353383458</c:v>
                </c:pt>
                <c:pt idx="1766">
                  <c:v>0.11669128508124001</c:v>
                </c:pt>
                <c:pt idx="1767">
                  <c:v>0.11670480549199</c:v>
                </c:pt>
                <c:pt idx="1768">
                  <c:v>0.116726835138387</c:v>
                </c:pt>
                <c:pt idx="1769">
                  <c:v>0.116758241758241</c:v>
                </c:pt>
                <c:pt idx="1770">
                  <c:v>0.116766467065868</c:v>
                </c:pt>
                <c:pt idx="1771">
                  <c:v>0.116822429906542</c:v>
                </c:pt>
                <c:pt idx="1772">
                  <c:v>0.116822429906542</c:v>
                </c:pt>
                <c:pt idx="1773">
                  <c:v>0.116822429906542</c:v>
                </c:pt>
                <c:pt idx="1774">
                  <c:v>0.116822429906542</c:v>
                </c:pt>
                <c:pt idx="1775">
                  <c:v>0.116830065359477</c:v>
                </c:pt>
                <c:pt idx="1776">
                  <c:v>0.116847826086956</c:v>
                </c:pt>
                <c:pt idx="1777">
                  <c:v>0.116847826086956</c:v>
                </c:pt>
                <c:pt idx="1778">
                  <c:v>0.117021276595744</c:v>
                </c:pt>
                <c:pt idx="1779">
                  <c:v>0.117039586919104</c:v>
                </c:pt>
                <c:pt idx="1780">
                  <c:v>0.11705685618729</c:v>
                </c:pt>
                <c:pt idx="1781">
                  <c:v>0.11705685618729</c:v>
                </c:pt>
                <c:pt idx="1782">
                  <c:v>0.117082533589251</c:v>
                </c:pt>
                <c:pt idx="1783">
                  <c:v>0.117117117117117</c:v>
                </c:pt>
                <c:pt idx="1784">
                  <c:v>0.117196056955093</c:v>
                </c:pt>
                <c:pt idx="1785">
                  <c:v>0.117196056955093</c:v>
                </c:pt>
                <c:pt idx="1786">
                  <c:v>0.11724137931034399</c:v>
                </c:pt>
                <c:pt idx="1787">
                  <c:v>0.117333333333333</c:v>
                </c:pt>
                <c:pt idx="1788">
                  <c:v>0.11734693877551</c:v>
                </c:pt>
                <c:pt idx="1789">
                  <c:v>0.117384843982169</c:v>
                </c:pt>
                <c:pt idx="1790">
                  <c:v>0.117400419287211</c:v>
                </c:pt>
                <c:pt idx="1791">
                  <c:v>0.11744966442953</c:v>
                </c:pt>
                <c:pt idx="1792">
                  <c:v>0.11744966442953</c:v>
                </c:pt>
                <c:pt idx="1793">
                  <c:v>0.11754068716094</c:v>
                </c:pt>
                <c:pt idx="1794">
                  <c:v>0.11764705882352899</c:v>
                </c:pt>
                <c:pt idx="1795">
                  <c:v>0.117717003567181</c:v>
                </c:pt>
                <c:pt idx="1796">
                  <c:v>0.117782909930715</c:v>
                </c:pt>
                <c:pt idx="1797">
                  <c:v>0.11782477341389699</c:v>
                </c:pt>
                <c:pt idx="1798">
                  <c:v>0.11785714285714199</c:v>
                </c:pt>
                <c:pt idx="1799">
                  <c:v>0.11785714285714199</c:v>
                </c:pt>
                <c:pt idx="1800">
                  <c:v>0.117957746478873</c:v>
                </c:pt>
                <c:pt idx="1801">
                  <c:v>0.117962466487935</c:v>
                </c:pt>
                <c:pt idx="1802">
                  <c:v>0.118090452261306</c:v>
                </c:pt>
                <c:pt idx="1803">
                  <c:v>0.118257261410788</c:v>
                </c:pt>
                <c:pt idx="1804">
                  <c:v>0.118314424635332</c:v>
                </c:pt>
                <c:pt idx="1805">
                  <c:v>0.118421052631578</c:v>
                </c:pt>
                <c:pt idx="1806">
                  <c:v>0.118483412322274</c:v>
                </c:pt>
                <c:pt idx="1807">
                  <c:v>0.11854103343465</c:v>
                </c:pt>
                <c:pt idx="1808">
                  <c:v>0.11856823266219201</c:v>
                </c:pt>
                <c:pt idx="1809">
                  <c:v>0.11859838274932601</c:v>
                </c:pt>
                <c:pt idx="1810">
                  <c:v>0.118657937806873</c:v>
                </c:pt>
                <c:pt idx="1811">
                  <c:v>0.118681318681318</c:v>
                </c:pt>
                <c:pt idx="1812">
                  <c:v>0.118790496760259</c:v>
                </c:pt>
                <c:pt idx="1813">
                  <c:v>0.11879432624113399</c:v>
                </c:pt>
                <c:pt idx="1814">
                  <c:v>0.11883408071748799</c:v>
                </c:pt>
                <c:pt idx="1815">
                  <c:v>0.11886304909560701</c:v>
                </c:pt>
                <c:pt idx="1816">
                  <c:v>0.118918918918918</c:v>
                </c:pt>
                <c:pt idx="1817">
                  <c:v>0.118918918918918</c:v>
                </c:pt>
                <c:pt idx="1818">
                  <c:v>0.118959107806691</c:v>
                </c:pt>
                <c:pt idx="1819">
                  <c:v>0.119047619047619</c:v>
                </c:pt>
                <c:pt idx="1820">
                  <c:v>0.119047619047619</c:v>
                </c:pt>
                <c:pt idx="1821">
                  <c:v>0.119540229885057</c:v>
                </c:pt>
                <c:pt idx="1822">
                  <c:v>0.119760479041916</c:v>
                </c:pt>
                <c:pt idx="1823">
                  <c:v>0.119820828667413</c:v>
                </c:pt>
                <c:pt idx="1824">
                  <c:v>0.119901112484548</c:v>
                </c:pt>
                <c:pt idx="1825">
                  <c:v>0.11990407673860901</c:v>
                </c:pt>
                <c:pt idx="1826">
                  <c:v>0.119909502262443</c:v>
                </c:pt>
                <c:pt idx="1827">
                  <c:v>0.12</c:v>
                </c:pt>
                <c:pt idx="1828">
                  <c:v>0.12004530011325</c:v>
                </c:pt>
                <c:pt idx="1829">
                  <c:v>0.12012480499219901</c:v>
                </c:pt>
                <c:pt idx="1830">
                  <c:v>0.12012480499219901</c:v>
                </c:pt>
                <c:pt idx="1831">
                  <c:v>0.12012987012987</c:v>
                </c:pt>
                <c:pt idx="1832">
                  <c:v>0.120162932790224</c:v>
                </c:pt>
                <c:pt idx="1833">
                  <c:v>0.120171673819742</c:v>
                </c:pt>
                <c:pt idx="1834">
                  <c:v>0.120184899845916</c:v>
                </c:pt>
                <c:pt idx="1835">
                  <c:v>0.12035010940919</c:v>
                </c:pt>
                <c:pt idx="1836">
                  <c:v>0.120425029515938</c:v>
                </c:pt>
                <c:pt idx="1837">
                  <c:v>0.120535714285714</c:v>
                </c:pt>
                <c:pt idx="1838">
                  <c:v>0.12062256809338499</c:v>
                </c:pt>
                <c:pt idx="1839">
                  <c:v>0.120715350223546</c:v>
                </c:pt>
                <c:pt idx="1840">
                  <c:v>0.12087912087912001</c:v>
                </c:pt>
                <c:pt idx="1841">
                  <c:v>0.12087912087912001</c:v>
                </c:pt>
                <c:pt idx="1842">
                  <c:v>0.12093023255813901</c:v>
                </c:pt>
                <c:pt idx="1843">
                  <c:v>0.12093023255813901</c:v>
                </c:pt>
                <c:pt idx="1844">
                  <c:v>0.121004566210045</c:v>
                </c:pt>
                <c:pt idx="1845">
                  <c:v>0.121004566210045</c:v>
                </c:pt>
                <c:pt idx="1846">
                  <c:v>0.121052631578947</c:v>
                </c:pt>
                <c:pt idx="1847">
                  <c:v>0.12106135986733001</c:v>
                </c:pt>
                <c:pt idx="1848">
                  <c:v>0.12121212121212099</c:v>
                </c:pt>
                <c:pt idx="1849">
                  <c:v>0.12124849939976</c:v>
                </c:pt>
                <c:pt idx="1850">
                  <c:v>0.121301775147929</c:v>
                </c:pt>
                <c:pt idx="1851">
                  <c:v>0.121343445287107</c:v>
                </c:pt>
                <c:pt idx="1852">
                  <c:v>0.12138728323699401</c:v>
                </c:pt>
                <c:pt idx="1853">
                  <c:v>0.121399176954732</c:v>
                </c:pt>
                <c:pt idx="1854">
                  <c:v>0.12141652613828</c:v>
                </c:pt>
                <c:pt idx="1855">
                  <c:v>0.12141652613828</c:v>
                </c:pt>
                <c:pt idx="1856">
                  <c:v>0.121495327102803</c:v>
                </c:pt>
                <c:pt idx="1857">
                  <c:v>0.121495327102803</c:v>
                </c:pt>
                <c:pt idx="1858">
                  <c:v>0.12153518123667301</c:v>
                </c:pt>
                <c:pt idx="1859">
                  <c:v>0.121580547112462</c:v>
                </c:pt>
                <c:pt idx="1860">
                  <c:v>0.121588089330024</c:v>
                </c:pt>
                <c:pt idx="1861">
                  <c:v>0.121739130434782</c:v>
                </c:pt>
                <c:pt idx="1862">
                  <c:v>0.121771217712177</c:v>
                </c:pt>
                <c:pt idx="1863">
                  <c:v>0.121874999999999</c:v>
                </c:pt>
                <c:pt idx="1864">
                  <c:v>0.121874999999999</c:v>
                </c:pt>
                <c:pt idx="1865">
                  <c:v>0.12195121951219499</c:v>
                </c:pt>
                <c:pt idx="1866">
                  <c:v>0.12206572769953</c:v>
                </c:pt>
                <c:pt idx="1867">
                  <c:v>0.12206572769953</c:v>
                </c:pt>
                <c:pt idx="1868">
                  <c:v>0.12206572769953</c:v>
                </c:pt>
                <c:pt idx="1869">
                  <c:v>0.12206572769953</c:v>
                </c:pt>
                <c:pt idx="1870">
                  <c:v>0.122093023255813</c:v>
                </c:pt>
                <c:pt idx="1871">
                  <c:v>0.122093023255813</c:v>
                </c:pt>
                <c:pt idx="1872">
                  <c:v>0.122171945701357</c:v>
                </c:pt>
                <c:pt idx="1873">
                  <c:v>0.122171945701357</c:v>
                </c:pt>
                <c:pt idx="1874">
                  <c:v>0.122171945701357</c:v>
                </c:pt>
                <c:pt idx="1875">
                  <c:v>0.122175732217573</c:v>
                </c:pt>
                <c:pt idx="1876">
                  <c:v>0.12219451371571</c:v>
                </c:pt>
                <c:pt idx="1877">
                  <c:v>0.12230215827338101</c:v>
                </c:pt>
                <c:pt idx="1878">
                  <c:v>0.122362869198312</c:v>
                </c:pt>
                <c:pt idx="1879">
                  <c:v>0.122362869198312</c:v>
                </c:pt>
                <c:pt idx="1880">
                  <c:v>0.122362869198312</c:v>
                </c:pt>
                <c:pt idx="1881">
                  <c:v>0.122401847575057</c:v>
                </c:pt>
                <c:pt idx="1882">
                  <c:v>0.122471910112359</c:v>
                </c:pt>
                <c:pt idx="1883">
                  <c:v>0.122471910112359</c:v>
                </c:pt>
                <c:pt idx="1884">
                  <c:v>0.122559652928416</c:v>
                </c:pt>
                <c:pt idx="1885">
                  <c:v>0.12258064516129</c:v>
                </c:pt>
                <c:pt idx="1886">
                  <c:v>0.12258953168044</c:v>
                </c:pt>
                <c:pt idx="1887">
                  <c:v>0.122619047619047</c:v>
                </c:pt>
                <c:pt idx="1888">
                  <c:v>0.12266666666666599</c:v>
                </c:pt>
                <c:pt idx="1889">
                  <c:v>0.12267657992565</c:v>
                </c:pt>
                <c:pt idx="1890">
                  <c:v>0.12268518518518499</c:v>
                </c:pt>
                <c:pt idx="1891">
                  <c:v>0.12268518518518499</c:v>
                </c:pt>
                <c:pt idx="1892">
                  <c:v>0.12268518518518499</c:v>
                </c:pt>
                <c:pt idx="1893">
                  <c:v>0.122727272727272</c:v>
                </c:pt>
                <c:pt idx="1894">
                  <c:v>0.12274578243164599</c:v>
                </c:pt>
                <c:pt idx="1895">
                  <c:v>0.122837370242214</c:v>
                </c:pt>
                <c:pt idx="1896">
                  <c:v>0.122837370242214</c:v>
                </c:pt>
                <c:pt idx="1897">
                  <c:v>0.122837370242214</c:v>
                </c:pt>
                <c:pt idx="1898">
                  <c:v>0.123076923076923</c:v>
                </c:pt>
                <c:pt idx="1899">
                  <c:v>0.123076923076923</c:v>
                </c:pt>
                <c:pt idx="1900">
                  <c:v>0.123076923076923</c:v>
                </c:pt>
                <c:pt idx="1901">
                  <c:v>0.12311557788944701</c:v>
                </c:pt>
                <c:pt idx="1902">
                  <c:v>0.123222748815165</c:v>
                </c:pt>
                <c:pt idx="1903">
                  <c:v>0.12325285895806801</c:v>
                </c:pt>
                <c:pt idx="1904">
                  <c:v>0.12336719883889601</c:v>
                </c:pt>
                <c:pt idx="1905">
                  <c:v>0.123411978221415</c:v>
                </c:pt>
                <c:pt idx="1906">
                  <c:v>0.123473541383989</c:v>
                </c:pt>
                <c:pt idx="1907">
                  <c:v>0.123486682808716</c:v>
                </c:pt>
                <c:pt idx="1908">
                  <c:v>0.123595505617977</c:v>
                </c:pt>
                <c:pt idx="1909">
                  <c:v>0.12366412213740401</c:v>
                </c:pt>
                <c:pt idx="1910">
                  <c:v>0.12378640776699</c:v>
                </c:pt>
                <c:pt idx="1911">
                  <c:v>0.12384473197781801</c:v>
                </c:pt>
                <c:pt idx="1912">
                  <c:v>0.123863636363636</c:v>
                </c:pt>
                <c:pt idx="1913">
                  <c:v>0.123873873873873</c:v>
                </c:pt>
                <c:pt idx="1914">
                  <c:v>0.12393162393162301</c:v>
                </c:pt>
                <c:pt idx="1915">
                  <c:v>0.123955431754874</c:v>
                </c:pt>
                <c:pt idx="1916">
                  <c:v>0.12418627941912801</c:v>
                </c:pt>
                <c:pt idx="1917">
                  <c:v>0.12430426716141001</c:v>
                </c:pt>
                <c:pt idx="1918">
                  <c:v>0.12430426716141001</c:v>
                </c:pt>
                <c:pt idx="1919">
                  <c:v>0.124401913875598</c:v>
                </c:pt>
                <c:pt idx="1920">
                  <c:v>0.124444444444444</c:v>
                </c:pt>
                <c:pt idx="1921">
                  <c:v>0.124444444444444</c:v>
                </c:pt>
                <c:pt idx="1922">
                  <c:v>0.124546553808948</c:v>
                </c:pt>
                <c:pt idx="1923">
                  <c:v>0.124567474048442</c:v>
                </c:pt>
                <c:pt idx="1924">
                  <c:v>0.124586549062844</c:v>
                </c:pt>
                <c:pt idx="1925">
                  <c:v>0.124726477024069</c:v>
                </c:pt>
                <c:pt idx="1926">
                  <c:v>0.124824684431977</c:v>
                </c:pt>
                <c:pt idx="1927">
                  <c:v>0.12486187845303801</c:v>
                </c:pt>
                <c:pt idx="1928">
                  <c:v>0.125</c:v>
                </c:pt>
                <c:pt idx="1929">
                  <c:v>0.125</c:v>
                </c:pt>
                <c:pt idx="1930">
                  <c:v>0.125</c:v>
                </c:pt>
                <c:pt idx="1931">
                  <c:v>0.125150421179301</c:v>
                </c:pt>
                <c:pt idx="1932">
                  <c:v>0.125150421179301</c:v>
                </c:pt>
                <c:pt idx="1933">
                  <c:v>0.12526539278131599</c:v>
                </c:pt>
                <c:pt idx="1934">
                  <c:v>0.125279642058165</c:v>
                </c:pt>
                <c:pt idx="1935">
                  <c:v>0.12541254125412499</c:v>
                </c:pt>
                <c:pt idx="1936">
                  <c:v>0.12545454545454501</c:v>
                </c:pt>
                <c:pt idx="1937">
                  <c:v>0.12545454545454501</c:v>
                </c:pt>
                <c:pt idx="1938">
                  <c:v>0.12552891396332799</c:v>
                </c:pt>
                <c:pt idx="1939">
                  <c:v>0.12556053811659099</c:v>
                </c:pt>
                <c:pt idx="1940">
                  <c:v>0.125748502994011</c:v>
                </c:pt>
                <c:pt idx="1941">
                  <c:v>0.125886524822695</c:v>
                </c:pt>
                <c:pt idx="1942">
                  <c:v>0.125886524822695</c:v>
                </c:pt>
                <c:pt idx="1943">
                  <c:v>0.12596401028277601</c:v>
                </c:pt>
                <c:pt idx="1944">
                  <c:v>0.126019945602901</c:v>
                </c:pt>
                <c:pt idx="1945">
                  <c:v>0.126019945602901</c:v>
                </c:pt>
                <c:pt idx="1946">
                  <c:v>0.126033057851239</c:v>
                </c:pt>
                <c:pt idx="1947">
                  <c:v>0.12606837606837601</c:v>
                </c:pt>
                <c:pt idx="1948">
                  <c:v>0.12608695652173901</c:v>
                </c:pt>
                <c:pt idx="1949">
                  <c:v>0.12618296529968401</c:v>
                </c:pt>
                <c:pt idx="1950">
                  <c:v>0.12619047619047599</c:v>
                </c:pt>
                <c:pt idx="1951">
                  <c:v>0.12621359223300899</c:v>
                </c:pt>
                <c:pt idx="1952">
                  <c:v>0.12635379061371799</c:v>
                </c:pt>
                <c:pt idx="1953">
                  <c:v>0.126436781609195</c:v>
                </c:pt>
                <c:pt idx="1954">
                  <c:v>0.126442548921224</c:v>
                </c:pt>
                <c:pt idx="1955">
                  <c:v>0.126491646778043</c:v>
                </c:pt>
                <c:pt idx="1956">
                  <c:v>0.12652068126520599</c:v>
                </c:pt>
                <c:pt idx="1957">
                  <c:v>0.12653061224489701</c:v>
                </c:pt>
                <c:pt idx="1958">
                  <c:v>0.12668161434977501</c:v>
                </c:pt>
                <c:pt idx="1959">
                  <c:v>0.12673611111111099</c:v>
                </c:pt>
                <c:pt idx="1960">
                  <c:v>0.12673611111111099</c:v>
                </c:pt>
                <c:pt idx="1961">
                  <c:v>0.12673611111111099</c:v>
                </c:pt>
                <c:pt idx="1962">
                  <c:v>0.12673611111111099</c:v>
                </c:pt>
                <c:pt idx="1963">
                  <c:v>0.12673611111111099</c:v>
                </c:pt>
                <c:pt idx="1964">
                  <c:v>0.12673611111111099</c:v>
                </c:pt>
                <c:pt idx="1965">
                  <c:v>0.12681638044914101</c:v>
                </c:pt>
                <c:pt idx="1966">
                  <c:v>0.126888217522658</c:v>
                </c:pt>
                <c:pt idx="1967">
                  <c:v>0.126890756302521</c:v>
                </c:pt>
                <c:pt idx="1968">
                  <c:v>0.12690355329949199</c:v>
                </c:pt>
                <c:pt idx="1969">
                  <c:v>0.12692763938315499</c:v>
                </c:pt>
                <c:pt idx="1970">
                  <c:v>0.126948775055679</c:v>
                </c:pt>
                <c:pt idx="1971">
                  <c:v>0.12711864406779599</c:v>
                </c:pt>
                <c:pt idx="1972">
                  <c:v>0.127158555729984</c:v>
                </c:pt>
                <c:pt idx="1973">
                  <c:v>0.127158555729984</c:v>
                </c:pt>
                <c:pt idx="1974">
                  <c:v>0.12716763005780299</c:v>
                </c:pt>
                <c:pt idx="1975">
                  <c:v>0.12724550898203499</c:v>
                </c:pt>
                <c:pt idx="1976">
                  <c:v>0.12727272727272701</c:v>
                </c:pt>
                <c:pt idx="1977">
                  <c:v>0.12734082397003699</c:v>
                </c:pt>
                <c:pt idx="1978">
                  <c:v>0.12735849056603701</c:v>
                </c:pt>
                <c:pt idx="1979">
                  <c:v>0.12735849056603701</c:v>
                </c:pt>
                <c:pt idx="1980">
                  <c:v>0.12735849056603701</c:v>
                </c:pt>
                <c:pt idx="1981">
                  <c:v>0.12755102040816299</c:v>
                </c:pt>
                <c:pt idx="1982">
                  <c:v>0.12758201701093499</c:v>
                </c:pt>
                <c:pt idx="1983">
                  <c:v>0.12763320941759601</c:v>
                </c:pt>
                <c:pt idx="1984">
                  <c:v>0.12765957446808501</c:v>
                </c:pt>
                <c:pt idx="1985">
                  <c:v>0.12765957446808501</c:v>
                </c:pt>
                <c:pt idx="1986">
                  <c:v>0.127710843373493</c:v>
                </c:pt>
                <c:pt idx="1987">
                  <c:v>0.127737226277372</c:v>
                </c:pt>
                <c:pt idx="1988">
                  <c:v>0.12780269058295901</c:v>
                </c:pt>
                <c:pt idx="1989">
                  <c:v>0.12781954887218</c:v>
                </c:pt>
                <c:pt idx="1990">
                  <c:v>0.12782956058588499</c:v>
                </c:pt>
                <c:pt idx="1991">
                  <c:v>0.12788632326820601</c:v>
                </c:pt>
                <c:pt idx="1992">
                  <c:v>0.12788632326820601</c:v>
                </c:pt>
                <c:pt idx="1993">
                  <c:v>0.127919320594479</c:v>
                </c:pt>
                <c:pt idx="1994">
                  <c:v>0.12797167425392</c:v>
                </c:pt>
                <c:pt idx="1995">
                  <c:v>0.12801484230055599</c:v>
                </c:pt>
                <c:pt idx="1996">
                  <c:v>0.12803532008829999</c:v>
                </c:pt>
                <c:pt idx="1997">
                  <c:v>0.128084606345475</c:v>
                </c:pt>
                <c:pt idx="1998">
                  <c:v>0.12817617165443199</c:v>
                </c:pt>
                <c:pt idx="1999">
                  <c:v>0.12831858407079599</c:v>
                </c:pt>
                <c:pt idx="2000">
                  <c:v>0.12847965738757999</c:v>
                </c:pt>
                <c:pt idx="2001">
                  <c:v>0.12849162011173099</c:v>
                </c:pt>
                <c:pt idx="2002">
                  <c:v>0.128571428571428</c:v>
                </c:pt>
                <c:pt idx="2003">
                  <c:v>0.128571428571428</c:v>
                </c:pt>
                <c:pt idx="2004">
                  <c:v>0.12869565217391299</c:v>
                </c:pt>
                <c:pt idx="2005">
                  <c:v>0.128755364806866</c:v>
                </c:pt>
                <c:pt idx="2006">
                  <c:v>0.128755364806866</c:v>
                </c:pt>
                <c:pt idx="2007">
                  <c:v>0.12881355932203301</c:v>
                </c:pt>
                <c:pt idx="2008">
                  <c:v>0.128826530612244</c:v>
                </c:pt>
                <c:pt idx="2009">
                  <c:v>0.128953771289537</c:v>
                </c:pt>
                <c:pt idx="2010">
                  <c:v>0.12903225806451599</c:v>
                </c:pt>
                <c:pt idx="2011">
                  <c:v>0.12909090909090901</c:v>
                </c:pt>
                <c:pt idx="2012">
                  <c:v>0.129117959617428</c:v>
                </c:pt>
                <c:pt idx="2013">
                  <c:v>0.12912912912912899</c:v>
                </c:pt>
                <c:pt idx="2014">
                  <c:v>0.12916666666666601</c:v>
                </c:pt>
                <c:pt idx="2015">
                  <c:v>0.12921348314606701</c:v>
                </c:pt>
                <c:pt idx="2016">
                  <c:v>0.129263913824057</c:v>
                </c:pt>
                <c:pt idx="2017">
                  <c:v>0.12932604735883399</c:v>
                </c:pt>
                <c:pt idx="2018">
                  <c:v>0.12939001848428799</c:v>
                </c:pt>
                <c:pt idx="2019">
                  <c:v>0.129411764705882</c:v>
                </c:pt>
                <c:pt idx="2020">
                  <c:v>0.12946158499697499</c:v>
                </c:pt>
                <c:pt idx="2021">
                  <c:v>0.12956810631229199</c:v>
                </c:pt>
                <c:pt idx="2022">
                  <c:v>0.12956810631229199</c:v>
                </c:pt>
                <c:pt idx="2023">
                  <c:v>0.12967914438502601</c:v>
                </c:pt>
                <c:pt idx="2024">
                  <c:v>0.129707112970711</c:v>
                </c:pt>
                <c:pt idx="2025">
                  <c:v>0.12977099236641201</c:v>
                </c:pt>
                <c:pt idx="2026">
                  <c:v>0.12980769230769201</c:v>
                </c:pt>
                <c:pt idx="2027">
                  <c:v>0.12984822934232701</c:v>
                </c:pt>
                <c:pt idx="2028">
                  <c:v>0.129870129870129</c:v>
                </c:pt>
                <c:pt idx="2029">
                  <c:v>0.129947722180731</c:v>
                </c:pt>
                <c:pt idx="2030">
                  <c:v>0.12998266897746899</c:v>
                </c:pt>
                <c:pt idx="2031">
                  <c:v>0.13009049773755599</c:v>
                </c:pt>
                <c:pt idx="2032">
                  <c:v>0.130111524163568</c:v>
                </c:pt>
                <c:pt idx="2033">
                  <c:v>0.13023255813953399</c:v>
                </c:pt>
                <c:pt idx="2034">
                  <c:v>0.13026052104208399</c:v>
                </c:pt>
                <c:pt idx="2035">
                  <c:v>0.13026819923371599</c:v>
                </c:pt>
                <c:pt idx="2036">
                  <c:v>0.13030303030303</c:v>
                </c:pt>
                <c:pt idx="2037">
                  <c:v>0.13038277511961699</c:v>
                </c:pt>
                <c:pt idx="2038">
                  <c:v>0.13053613053613</c:v>
                </c:pt>
                <c:pt idx="2039">
                  <c:v>0.13062568605927499</c:v>
                </c:pt>
                <c:pt idx="2040">
                  <c:v>0.13069544364508401</c:v>
                </c:pt>
                <c:pt idx="2041">
                  <c:v>0.13073005093378601</c:v>
                </c:pt>
                <c:pt idx="2042">
                  <c:v>0.13081395348837199</c:v>
                </c:pt>
                <c:pt idx="2043">
                  <c:v>0.13085234093637399</c:v>
                </c:pt>
                <c:pt idx="2044">
                  <c:v>0.130968622100954</c:v>
                </c:pt>
                <c:pt idx="2045">
                  <c:v>0.13100436681222699</c:v>
                </c:pt>
                <c:pt idx="2046">
                  <c:v>0.131108462455303</c:v>
                </c:pt>
                <c:pt idx="2047">
                  <c:v>0.13118279569892399</c:v>
                </c:pt>
                <c:pt idx="2048">
                  <c:v>0.13131313131313099</c:v>
                </c:pt>
                <c:pt idx="2049">
                  <c:v>0.13138686131386801</c:v>
                </c:pt>
                <c:pt idx="2050">
                  <c:v>0.13153153153153099</c:v>
                </c:pt>
                <c:pt idx="2051">
                  <c:v>0.131537242472266</c:v>
                </c:pt>
                <c:pt idx="2052">
                  <c:v>0.13164556962025301</c:v>
                </c:pt>
                <c:pt idx="2053">
                  <c:v>0.13167259786476801</c:v>
                </c:pt>
                <c:pt idx="2054">
                  <c:v>0.13170731707316999</c:v>
                </c:pt>
                <c:pt idx="2055">
                  <c:v>0.13186813186813101</c:v>
                </c:pt>
                <c:pt idx="2056">
                  <c:v>0.13190730837789599</c:v>
                </c:pt>
                <c:pt idx="2057">
                  <c:v>0.131914893617021</c:v>
                </c:pt>
                <c:pt idx="2058">
                  <c:v>0.131914893617021</c:v>
                </c:pt>
                <c:pt idx="2059">
                  <c:v>0.131944444444444</c:v>
                </c:pt>
                <c:pt idx="2060">
                  <c:v>0.131991051454138</c:v>
                </c:pt>
                <c:pt idx="2061">
                  <c:v>0.13211382113821099</c:v>
                </c:pt>
                <c:pt idx="2062">
                  <c:v>0.132216014897579</c:v>
                </c:pt>
                <c:pt idx="2063">
                  <c:v>0.132216014897579</c:v>
                </c:pt>
                <c:pt idx="2064">
                  <c:v>0.132216014897579</c:v>
                </c:pt>
                <c:pt idx="2065">
                  <c:v>0.13229571984435701</c:v>
                </c:pt>
                <c:pt idx="2066">
                  <c:v>0.13233082706766899</c:v>
                </c:pt>
                <c:pt idx="2067">
                  <c:v>0.13238512035010899</c:v>
                </c:pt>
                <c:pt idx="2068">
                  <c:v>0.13240418118466901</c:v>
                </c:pt>
                <c:pt idx="2069">
                  <c:v>0.13240857503152501</c:v>
                </c:pt>
                <c:pt idx="2070">
                  <c:v>0.132416787264833</c:v>
                </c:pt>
                <c:pt idx="2071">
                  <c:v>0.13248847926267199</c:v>
                </c:pt>
                <c:pt idx="2072">
                  <c:v>0.132492113564668</c:v>
                </c:pt>
                <c:pt idx="2073">
                  <c:v>0.132530120481927</c:v>
                </c:pt>
                <c:pt idx="2074">
                  <c:v>0.132569558101472</c:v>
                </c:pt>
                <c:pt idx="2075">
                  <c:v>0.13263525305410101</c:v>
                </c:pt>
                <c:pt idx="2076">
                  <c:v>0.13270142180094699</c:v>
                </c:pt>
                <c:pt idx="2077">
                  <c:v>0.13270142180094699</c:v>
                </c:pt>
                <c:pt idx="2078">
                  <c:v>0.13276836158192001</c:v>
                </c:pt>
                <c:pt idx="2079">
                  <c:v>0.13283582089552201</c:v>
                </c:pt>
                <c:pt idx="2080">
                  <c:v>0.133089133089133</c:v>
                </c:pt>
                <c:pt idx="2081">
                  <c:v>0.13317191283292901</c:v>
                </c:pt>
                <c:pt idx="2082">
                  <c:v>0.13317757009345699</c:v>
                </c:pt>
                <c:pt idx="2083">
                  <c:v>0.133187772925764</c:v>
                </c:pt>
                <c:pt idx="2084">
                  <c:v>0.13321492007104699</c:v>
                </c:pt>
                <c:pt idx="2085">
                  <c:v>0.133333333333333</c:v>
                </c:pt>
                <c:pt idx="2086">
                  <c:v>0.133333333333333</c:v>
                </c:pt>
                <c:pt idx="2087">
                  <c:v>0.133333333333333</c:v>
                </c:pt>
                <c:pt idx="2088">
                  <c:v>0.133333333333333</c:v>
                </c:pt>
                <c:pt idx="2089">
                  <c:v>0.13344051446945299</c:v>
                </c:pt>
                <c:pt idx="2090">
                  <c:v>0.13358778625954201</c:v>
                </c:pt>
                <c:pt idx="2091">
                  <c:v>0.13362068965517199</c:v>
                </c:pt>
                <c:pt idx="2092">
                  <c:v>0.133786848072562</c:v>
                </c:pt>
                <c:pt idx="2093">
                  <c:v>0.13387978142076501</c:v>
                </c:pt>
                <c:pt idx="2094">
                  <c:v>0.13388625592417</c:v>
                </c:pt>
                <c:pt idx="2095">
                  <c:v>0.13389626055488499</c:v>
                </c:pt>
                <c:pt idx="2096">
                  <c:v>0.13392857142857101</c:v>
                </c:pt>
                <c:pt idx="2097">
                  <c:v>0.13393810032017001</c:v>
                </c:pt>
                <c:pt idx="2098">
                  <c:v>0.13396226415094301</c:v>
                </c:pt>
                <c:pt idx="2099">
                  <c:v>0.13396226415094301</c:v>
                </c:pt>
                <c:pt idx="2100">
                  <c:v>0.134042553191489</c:v>
                </c:pt>
                <c:pt idx="2101">
                  <c:v>0.13424657534246501</c:v>
                </c:pt>
                <c:pt idx="2102">
                  <c:v>0.13441955193482599</c:v>
                </c:pt>
                <c:pt idx="2103">
                  <c:v>0.13443983402489601</c:v>
                </c:pt>
                <c:pt idx="2104">
                  <c:v>0.13445378151260501</c:v>
                </c:pt>
                <c:pt idx="2105">
                  <c:v>0.13448735019973301</c:v>
                </c:pt>
                <c:pt idx="2106">
                  <c:v>0.134499726626571</c:v>
                </c:pt>
                <c:pt idx="2107">
                  <c:v>0.134499726626571</c:v>
                </c:pt>
                <c:pt idx="2108">
                  <c:v>0.134517766497461</c:v>
                </c:pt>
                <c:pt idx="2109">
                  <c:v>0.13459399332591701</c:v>
                </c:pt>
                <c:pt idx="2110">
                  <c:v>0.134615384615384</c:v>
                </c:pt>
                <c:pt idx="2111">
                  <c:v>0.134615384615384</c:v>
                </c:pt>
                <c:pt idx="2112">
                  <c:v>0.134751773049645</c:v>
                </c:pt>
                <c:pt idx="2113">
                  <c:v>0.134765625</c:v>
                </c:pt>
                <c:pt idx="2114">
                  <c:v>0.134812286689419</c:v>
                </c:pt>
                <c:pt idx="2115">
                  <c:v>0.134812286689419</c:v>
                </c:pt>
                <c:pt idx="2116">
                  <c:v>0.134930643127364</c:v>
                </c:pt>
                <c:pt idx="2117">
                  <c:v>0.13493530499075701</c:v>
                </c:pt>
                <c:pt idx="2118">
                  <c:v>0.13509749303621099</c:v>
                </c:pt>
                <c:pt idx="2119">
                  <c:v>0.13512035010940901</c:v>
                </c:pt>
                <c:pt idx="2120">
                  <c:v>0.135135135135135</c:v>
                </c:pt>
                <c:pt idx="2121">
                  <c:v>0.135135135135135</c:v>
                </c:pt>
                <c:pt idx="2122">
                  <c:v>0.13529411764705801</c:v>
                </c:pt>
                <c:pt idx="2123">
                  <c:v>0.13535589264877401</c:v>
                </c:pt>
                <c:pt idx="2124">
                  <c:v>0.13549160671462801</c:v>
                </c:pt>
                <c:pt idx="2125">
                  <c:v>0.13549160671462801</c:v>
                </c:pt>
                <c:pt idx="2126">
                  <c:v>0.13553113553113499</c:v>
                </c:pt>
                <c:pt idx="2127">
                  <c:v>0.135672514619882</c:v>
                </c:pt>
                <c:pt idx="2128">
                  <c:v>0.135749385749385</c:v>
                </c:pt>
                <c:pt idx="2129">
                  <c:v>0.135749385749385</c:v>
                </c:pt>
                <c:pt idx="2130">
                  <c:v>0.135838150289017</c:v>
                </c:pt>
                <c:pt idx="2131">
                  <c:v>0.13590263691683499</c:v>
                </c:pt>
                <c:pt idx="2132">
                  <c:v>0.13590263691683499</c:v>
                </c:pt>
                <c:pt idx="2133">
                  <c:v>0.13596491228070101</c:v>
                </c:pt>
                <c:pt idx="2134">
                  <c:v>0.136038186157517</c:v>
                </c:pt>
                <c:pt idx="2135">
                  <c:v>0.13609467455621299</c:v>
                </c:pt>
                <c:pt idx="2136">
                  <c:v>0.13636363636363599</c:v>
                </c:pt>
                <c:pt idx="2137">
                  <c:v>0.13636363636363599</c:v>
                </c:pt>
                <c:pt idx="2138">
                  <c:v>0.136416184971098</c:v>
                </c:pt>
                <c:pt idx="2139">
                  <c:v>0.13647058823529401</c:v>
                </c:pt>
                <c:pt idx="2140">
                  <c:v>0.13649425287356301</c:v>
                </c:pt>
                <c:pt idx="2141">
                  <c:v>0.136563876651982</c:v>
                </c:pt>
                <c:pt idx="2142">
                  <c:v>0.136579572446555</c:v>
                </c:pt>
                <c:pt idx="2143">
                  <c:v>0.13660245183887901</c:v>
                </c:pt>
                <c:pt idx="2144">
                  <c:v>0.13663133097762001</c:v>
                </c:pt>
                <c:pt idx="2145">
                  <c:v>0.13667425968109301</c:v>
                </c:pt>
                <c:pt idx="2146">
                  <c:v>0.13671875</c:v>
                </c:pt>
                <c:pt idx="2147">
                  <c:v>0.13673469387755099</c:v>
                </c:pt>
                <c:pt idx="2148">
                  <c:v>0.13675213675213599</c:v>
                </c:pt>
                <c:pt idx="2149">
                  <c:v>0.13687782805429799</c:v>
                </c:pt>
                <c:pt idx="2150">
                  <c:v>0.13695652173913</c:v>
                </c:pt>
                <c:pt idx="2151">
                  <c:v>0.136994568497284</c:v>
                </c:pt>
                <c:pt idx="2152">
                  <c:v>0.13701067615658299</c:v>
                </c:pt>
                <c:pt idx="2153">
                  <c:v>0.13725490196078399</c:v>
                </c:pt>
                <c:pt idx="2154">
                  <c:v>0.13744075829383801</c:v>
                </c:pt>
                <c:pt idx="2155">
                  <c:v>0.13753213367609199</c:v>
                </c:pt>
                <c:pt idx="2156">
                  <c:v>0.137637028014616</c:v>
                </c:pt>
                <c:pt idx="2157">
                  <c:v>0.13764510779436101</c:v>
                </c:pt>
                <c:pt idx="2158">
                  <c:v>0.13773148148148101</c:v>
                </c:pt>
                <c:pt idx="2159">
                  <c:v>0.13775510204081601</c:v>
                </c:pt>
                <c:pt idx="2160">
                  <c:v>0.13778990450204601</c:v>
                </c:pt>
                <c:pt idx="2161">
                  <c:v>0.137876386687797</c:v>
                </c:pt>
                <c:pt idx="2162">
                  <c:v>0.13788098693758999</c:v>
                </c:pt>
                <c:pt idx="2163">
                  <c:v>0.13788968824940001</c:v>
                </c:pt>
                <c:pt idx="2164">
                  <c:v>0.13793103448275801</c:v>
                </c:pt>
                <c:pt idx="2165">
                  <c:v>0.13793103448275801</c:v>
                </c:pt>
                <c:pt idx="2166">
                  <c:v>0.13793103448275801</c:v>
                </c:pt>
                <c:pt idx="2167">
                  <c:v>0.13793103448275801</c:v>
                </c:pt>
                <c:pt idx="2168">
                  <c:v>0.13793103448275801</c:v>
                </c:pt>
                <c:pt idx="2169">
                  <c:v>0.13793103448275801</c:v>
                </c:pt>
                <c:pt idx="2170">
                  <c:v>0.137992831541218</c:v>
                </c:pt>
                <c:pt idx="2171">
                  <c:v>0.138004246284501</c:v>
                </c:pt>
                <c:pt idx="2172">
                  <c:v>0.138041733547351</c:v>
                </c:pt>
                <c:pt idx="2173">
                  <c:v>0.13809523809523799</c:v>
                </c:pt>
                <c:pt idx="2174">
                  <c:v>0.13809523809523799</c:v>
                </c:pt>
                <c:pt idx="2175">
                  <c:v>0.13818181818181799</c:v>
                </c:pt>
                <c:pt idx="2176">
                  <c:v>0.13822894168466501</c:v>
                </c:pt>
                <c:pt idx="2177">
                  <c:v>0.13823368074602199</c:v>
                </c:pt>
                <c:pt idx="2178">
                  <c:v>0.13831258644536601</c:v>
                </c:pt>
                <c:pt idx="2179">
                  <c:v>0.138461538461538</c:v>
                </c:pt>
                <c:pt idx="2180">
                  <c:v>0.138461538461538</c:v>
                </c:pt>
                <c:pt idx="2181">
                  <c:v>0.138461538461538</c:v>
                </c:pt>
                <c:pt idx="2182">
                  <c:v>0.138461538461538</c:v>
                </c:pt>
                <c:pt idx="2183">
                  <c:v>0.138528138528138</c:v>
                </c:pt>
                <c:pt idx="2184">
                  <c:v>0.13857677902621701</c:v>
                </c:pt>
                <c:pt idx="2185">
                  <c:v>0.13859790491539001</c:v>
                </c:pt>
                <c:pt idx="2186">
                  <c:v>0.13868613138686101</c:v>
                </c:pt>
                <c:pt idx="2187">
                  <c:v>0.13868613138686101</c:v>
                </c:pt>
                <c:pt idx="2188">
                  <c:v>0.13871635610766</c:v>
                </c:pt>
                <c:pt idx="2189">
                  <c:v>0.13872832369942101</c:v>
                </c:pt>
                <c:pt idx="2190">
                  <c:v>0.13875598086124299</c:v>
                </c:pt>
                <c:pt idx="2191">
                  <c:v>0.13888888888888801</c:v>
                </c:pt>
                <c:pt idx="2192">
                  <c:v>0.13893129770992299</c:v>
                </c:pt>
                <c:pt idx="2193">
                  <c:v>0.13893129770992299</c:v>
                </c:pt>
                <c:pt idx="2194">
                  <c:v>0.13893653516294999</c:v>
                </c:pt>
                <c:pt idx="2195">
                  <c:v>0.13898916967509001</c:v>
                </c:pt>
                <c:pt idx="2196">
                  <c:v>0.13898916967509001</c:v>
                </c:pt>
                <c:pt idx="2197">
                  <c:v>0.139013452914798</c:v>
                </c:pt>
                <c:pt idx="2198">
                  <c:v>0.139047619047619</c:v>
                </c:pt>
                <c:pt idx="2199">
                  <c:v>0.13905930470347599</c:v>
                </c:pt>
                <c:pt idx="2200">
                  <c:v>0.13908872901678601</c:v>
                </c:pt>
                <c:pt idx="2201">
                  <c:v>0.13914656771799599</c:v>
                </c:pt>
                <c:pt idx="2202">
                  <c:v>0.13916666666666599</c:v>
                </c:pt>
                <c:pt idx="2203">
                  <c:v>0.13931523022432099</c:v>
                </c:pt>
                <c:pt idx="2204">
                  <c:v>0.13934426229508201</c:v>
                </c:pt>
                <c:pt idx="2205">
                  <c:v>0.13938053097345099</c:v>
                </c:pt>
                <c:pt idx="2206">
                  <c:v>0.13951612903225699</c:v>
                </c:pt>
                <c:pt idx="2207">
                  <c:v>0.13953488372093001</c:v>
                </c:pt>
                <c:pt idx="2208">
                  <c:v>0.13953488372093001</c:v>
                </c:pt>
                <c:pt idx="2209">
                  <c:v>0.13953488372093001</c:v>
                </c:pt>
                <c:pt idx="2210">
                  <c:v>0.13953488372093001</c:v>
                </c:pt>
                <c:pt idx="2211">
                  <c:v>0.13957934990439699</c:v>
                </c:pt>
                <c:pt idx="2212">
                  <c:v>0.13959390862944099</c:v>
                </c:pt>
                <c:pt idx="2213">
                  <c:v>0.13960113960113901</c:v>
                </c:pt>
                <c:pt idx="2214">
                  <c:v>0.13966480446927301</c:v>
                </c:pt>
                <c:pt idx="2215">
                  <c:v>0.13973799126637501</c:v>
                </c:pt>
                <c:pt idx="2216">
                  <c:v>0.139763779527559</c:v>
                </c:pt>
                <c:pt idx="2217">
                  <c:v>0.14002828854314001</c:v>
                </c:pt>
                <c:pt idx="2218">
                  <c:v>0.140035906642728</c:v>
                </c:pt>
                <c:pt idx="2219">
                  <c:v>0.14004914004913999</c:v>
                </c:pt>
                <c:pt idx="2220">
                  <c:v>0.14007782101167299</c:v>
                </c:pt>
                <c:pt idx="2221">
                  <c:v>0.14016736401673599</c:v>
                </c:pt>
                <c:pt idx="2222">
                  <c:v>0.14024390243902399</c:v>
                </c:pt>
                <c:pt idx="2223">
                  <c:v>0.140350877192982</c:v>
                </c:pt>
                <c:pt idx="2224">
                  <c:v>0.140397350993377</c:v>
                </c:pt>
                <c:pt idx="2225">
                  <c:v>0.14045618247298899</c:v>
                </c:pt>
                <c:pt idx="2226">
                  <c:v>0.14052583862194001</c:v>
                </c:pt>
                <c:pt idx="2227">
                  <c:v>0.14053487152595601</c:v>
                </c:pt>
                <c:pt idx="2228">
                  <c:v>0.14057971014492701</c:v>
                </c:pt>
                <c:pt idx="2229">
                  <c:v>0.14058956916099699</c:v>
                </c:pt>
                <c:pt idx="2230">
                  <c:v>0.14058956916099699</c:v>
                </c:pt>
                <c:pt idx="2231">
                  <c:v>0.14074074074074</c:v>
                </c:pt>
                <c:pt idx="2232">
                  <c:v>0.14077669902912601</c:v>
                </c:pt>
                <c:pt idx="2233">
                  <c:v>0.140845070422535</c:v>
                </c:pt>
                <c:pt idx="2234">
                  <c:v>0.14093959731543601</c:v>
                </c:pt>
                <c:pt idx="2235">
                  <c:v>0.14093959731543601</c:v>
                </c:pt>
                <c:pt idx="2236">
                  <c:v>0.14096916299559401</c:v>
                </c:pt>
                <c:pt idx="2237">
                  <c:v>0.140996602491506</c:v>
                </c:pt>
                <c:pt idx="2238">
                  <c:v>0.14101057579318399</c:v>
                </c:pt>
                <c:pt idx="2239">
                  <c:v>0.14102564102564</c:v>
                </c:pt>
                <c:pt idx="2240">
                  <c:v>0.14102564102564</c:v>
                </c:pt>
                <c:pt idx="2241">
                  <c:v>0.14104193138500601</c:v>
                </c:pt>
                <c:pt idx="2242">
                  <c:v>0.141078838174273</c:v>
                </c:pt>
                <c:pt idx="2243">
                  <c:v>0.141263940520446</c:v>
                </c:pt>
                <c:pt idx="2244">
                  <c:v>0.141263940520446</c:v>
                </c:pt>
                <c:pt idx="2245">
                  <c:v>0.141304347826086</c:v>
                </c:pt>
                <c:pt idx="2246">
                  <c:v>0.141358024691357</c:v>
                </c:pt>
                <c:pt idx="2247">
                  <c:v>0.141494435612082</c:v>
                </c:pt>
                <c:pt idx="2248">
                  <c:v>0.141552511415525</c:v>
                </c:pt>
                <c:pt idx="2249">
                  <c:v>0.14155844155844099</c:v>
                </c:pt>
                <c:pt idx="2250">
                  <c:v>0.14159292035398199</c:v>
                </c:pt>
                <c:pt idx="2251">
                  <c:v>0.14163090128755301</c:v>
                </c:pt>
                <c:pt idx="2252">
                  <c:v>0.14163090128755301</c:v>
                </c:pt>
                <c:pt idx="2253">
                  <c:v>0.14170040485829899</c:v>
                </c:pt>
                <c:pt idx="2254">
                  <c:v>0.14171428571428499</c:v>
                </c:pt>
                <c:pt idx="2255">
                  <c:v>0.14189602446483099</c:v>
                </c:pt>
                <c:pt idx="2256">
                  <c:v>0.14190093708165899</c:v>
                </c:pt>
                <c:pt idx="2257">
                  <c:v>0.14191419141914099</c:v>
                </c:pt>
                <c:pt idx="2258">
                  <c:v>0.141993957703927</c:v>
                </c:pt>
                <c:pt idx="2259">
                  <c:v>0.14199759326113101</c:v>
                </c:pt>
                <c:pt idx="2260">
                  <c:v>0.14218009478672899</c:v>
                </c:pt>
                <c:pt idx="2261">
                  <c:v>0.142208774583963</c:v>
                </c:pt>
                <c:pt idx="2262">
                  <c:v>0.14221218961625201</c:v>
                </c:pt>
                <c:pt idx="2263">
                  <c:v>0.142231947483588</c:v>
                </c:pt>
                <c:pt idx="2264">
                  <c:v>0.142241379310344</c:v>
                </c:pt>
                <c:pt idx="2265">
                  <c:v>0.142307692307692</c:v>
                </c:pt>
                <c:pt idx="2266">
                  <c:v>0.14231499051233301</c:v>
                </c:pt>
                <c:pt idx="2267">
                  <c:v>0.142355008787346</c:v>
                </c:pt>
                <c:pt idx="2268">
                  <c:v>0.1424</c:v>
                </c:pt>
                <c:pt idx="2269">
                  <c:v>0.142510612492419</c:v>
                </c:pt>
                <c:pt idx="2270">
                  <c:v>0.14260563380281699</c:v>
                </c:pt>
                <c:pt idx="2271">
                  <c:v>0.14260563380281699</c:v>
                </c:pt>
                <c:pt idx="2272">
                  <c:v>0.14261168384879699</c:v>
                </c:pt>
                <c:pt idx="2273">
                  <c:v>0.14264487369985099</c:v>
                </c:pt>
                <c:pt idx="2274">
                  <c:v>0.14285714285714199</c:v>
                </c:pt>
                <c:pt idx="2275">
                  <c:v>0.14285714285714199</c:v>
                </c:pt>
                <c:pt idx="2276">
                  <c:v>0.14285714285714199</c:v>
                </c:pt>
                <c:pt idx="2277">
                  <c:v>0.14285714285714199</c:v>
                </c:pt>
                <c:pt idx="2278">
                  <c:v>0.14285714285714199</c:v>
                </c:pt>
                <c:pt idx="2279">
                  <c:v>0.14285714285714199</c:v>
                </c:pt>
                <c:pt idx="2280">
                  <c:v>0.14285714285714199</c:v>
                </c:pt>
                <c:pt idx="2281">
                  <c:v>0.143042912873862</c:v>
                </c:pt>
                <c:pt idx="2282">
                  <c:v>0.14319248826291001</c:v>
                </c:pt>
                <c:pt idx="2283">
                  <c:v>0.14333519241494699</c:v>
                </c:pt>
                <c:pt idx="2284">
                  <c:v>0.14345991561181401</c:v>
                </c:pt>
                <c:pt idx="2285">
                  <c:v>0.14351851851851799</c:v>
                </c:pt>
                <c:pt idx="2286">
                  <c:v>0.143540669856459</c:v>
                </c:pt>
                <c:pt idx="2287">
                  <c:v>0.143540669856459</c:v>
                </c:pt>
                <c:pt idx="2288">
                  <c:v>0.143544506816359</c:v>
                </c:pt>
                <c:pt idx="2289">
                  <c:v>0.143583227445997</c:v>
                </c:pt>
                <c:pt idx="2290">
                  <c:v>0.143624161073825</c:v>
                </c:pt>
                <c:pt idx="2291">
                  <c:v>0.143646408839779</c:v>
                </c:pt>
                <c:pt idx="2292">
                  <c:v>0.143695014662756</c:v>
                </c:pt>
                <c:pt idx="2293">
                  <c:v>0.143695014662756</c:v>
                </c:pt>
                <c:pt idx="2294">
                  <c:v>0.143703703703703</c:v>
                </c:pt>
                <c:pt idx="2295">
                  <c:v>0.14379084967320199</c:v>
                </c:pt>
                <c:pt idx="2296">
                  <c:v>0.14379084967320199</c:v>
                </c:pt>
                <c:pt idx="2297">
                  <c:v>0.14383561643835599</c:v>
                </c:pt>
                <c:pt idx="2298">
                  <c:v>0.143953934740882</c:v>
                </c:pt>
                <c:pt idx="2299">
                  <c:v>0.144086021505376</c:v>
                </c:pt>
                <c:pt idx="2300">
                  <c:v>0.144144144144144</c:v>
                </c:pt>
                <c:pt idx="2301">
                  <c:v>0.14416475972539999</c:v>
                </c:pt>
                <c:pt idx="2302">
                  <c:v>0.144248326232501</c:v>
                </c:pt>
                <c:pt idx="2303">
                  <c:v>0.14430379746835401</c:v>
                </c:pt>
                <c:pt idx="2304">
                  <c:v>0.14432989690721601</c:v>
                </c:pt>
                <c:pt idx="2305">
                  <c:v>0.14432989690721601</c:v>
                </c:pt>
                <c:pt idx="2306">
                  <c:v>0.14434782608695601</c:v>
                </c:pt>
                <c:pt idx="2307">
                  <c:v>0.14436619718309801</c:v>
                </c:pt>
                <c:pt idx="2308">
                  <c:v>0.144414168937329</c:v>
                </c:pt>
                <c:pt idx="2309">
                  <c:v>0.14448051948051899</c:v>
                </c:pt>
                <c:pt idx="2310">
                  <c:v>0.144796380090497</c:v>
                </c:pt>
                <c:pt idx="2311">
                  <c:v>0.144796380090497</c:v>
                </c:pt>
                <c:pt idx="2312">
                  <c:v>0.144796380090497</c:v>
                </c:pt>
                <c:pt idx="2313">
                  <c:v>0.144796380090497</c:v>
                </c:pt>
                <c:pt idx="2314">
                  <c:v>0.14484272128749001</c:v>
                </c:pt>
                <c:pt idx="2315">
                  <c:v>0.144859813084112</c:v>
                </c:pt>
                <c:pt idx="2316">
                  <c:v>0.144871794871794</c:v>
                </c:pt>
                <c:pt idx="2317">
                  <c:v>0.14495798319327699</c:v>
                </c:pt>
                <c:pt idx="2318">
                  <c:v>0.145114942528735</c:v>
                </c:pt>
                <c:pt idx="2319">
                  <c:v>0.145143487858719</c:v>
                </c:pt>
                <c:pt idx="2320">
                  <c:v>0.145143487858719</c:v>
                </c:pt>
                <c:pt idx="2321">
                  <c:v>0.14516129032257999</c:v>
                </c:pt>
                <c:pt idx="2322">
                  <c:v>0.14516129032257999</c:v>
                </c:pt>
                <c:pt idx="2323">
                  <c:v>0.14519056261343</c:v>
                </c:pt>
                <c:pt idx="2324">
                  <c:v>0.14536928487690501</c:v>
                </c:pt>
                <c:pt idx="2325">
                  <c:v>0.14537444933920701</c:v>
                </c:pt>
                <c:pt idx="2326">
                  <c:v>0.14538152610441701</c:v>
                </c:pt>
                <c:pt idx="2327">
                  <c:v>0.14540059347181</c:v>
                </c:pt>
                <c:pt idx="2328">
                  <c:v>0.14540816326530601</c:v>
                </c:pt>
                <c:pt idx="2329">
                  <c:v>0.145584725536992</c:v>
                </c:pt>
                <c:pt idx="2330">
                  <c:v>0.14563106796116401</c:v>
                </c:pt>
                <c:pt idx="2331">
                  <c:v>0.145669291338582</c:v>
                </c:pt>
                <c:pt idx="2332">
                  <c:v>0.145675265553869</c:v>
                </c:pt>
                <c:pt idx="2333">
                  <c:v>0.145675265553869</c:v>
                </c:pt>
                <c:pt idx="2334">
                  <c:v>0.14567901234567901</c:v>
                </c:pt>
                <c:pt idx="2335">
                  <c:v>0.14583333333333301</c:v>
                </c:pt>
                <c:pt idx="2336">
                  <c:v>0.14596949891067501</c:v>
                </c:pt>
                <c:pt idx="2337">
                  <c:v>0.14611872146118701</c:v>
                </c:pt>
                <c:pt idx="2338">
                  <c:v>0.146153846153846</c:v>
                </c:pt>
                <c:pt idx="2339">
                  <c:v>0.146198830409356</c:v>
                </c:pt>
                <c:pt idx="2340">
                  <c:v>0.14628297362110301</c:v>
                </c:pt>
                <c:pt idx="2341">
                  <c:v>0.146341463414634</c:v>
                </c:pt>
                <c:pt idx="2342">
                  <c:v>0.14652567975830799</c:v>
                </c:pt>
                <c:pt idx="2343">
                  <c:v>0.14655172413793099</c:v>
                </c:pt>
                <c:pt idx="2344">
                  <c:v>0.14655172413793099</c:v>
                </c:pt>
                <c:pt idx="2345">
                  <c:v>0.146643109540635</c:v>
                </c:pt>
                <c:pt idx="2346">
                  <c:v>0.14668547249647301</c:v>
                </c:pt>
                <c:pt idx="2347">
                  <c:v>0.14670658682634699</c:v>
                </c:pt>
                <c:pt idx="2348">
                  <c:v>0.14671361502347399</c:v>
                </c:pt>
                <c:pt idx="2349">
                  <c:v>0.146726862302483</c:v>
                </c:pt>
                <c:pt idx="2350">
                  <c:v>0.14676390154968</c:v>
                </c:pt>
                <c:pt idx="2351">
                  <c:v>0.14680589680589601</c:v>
                </c:pt>
                <c:pt idx="2352">
                  <c:v>0.14680589680589601</c:v>
                </c:pt>
                <c:pt idx="2353">
                  <c:v>0.14682080924855501</c:v>
                </c:pt>
                <c:pt idx="2354">
                  <c:v>0.14683544303797399</c:v>
                </c:pt>
                <c:pt idx="2355">
                  <c:v>0.14691943127962001</c:v>
                </c:pt>
                <c:pt idx="2356">
                  <c:v>0.147016011644832</c:v>
                </c:pt>
                <c:pt idx="2357">
                  <c:v>0.14702450408401299</c:v>
                </c:pt>
                <c:pt idx="2358">
                  <c:v>0.147095179233621</c:v>
                </c:pt>
                <c:pt idx="2359">
                  <c:v>0.147095179233621</c:v>
                </c:pt>
                <c:pt idx="2360">
                  <c:v>0.14715719063545099</c:v>
                </c:pt>
                <c:pt idx="2361">
                  <c:v>0.14725274725274701</c:v>
                </c:pt>
                <c:pt idx="2362">
                  <c:v>0.147342995169082</c:v>
                </c:pt>
                <c:pt idx="2363">
                  <c:v>0.147353361945636</c:v>
                </c:pt>
                <c:pt idx="2364">
                  <c:v>0.14736842105263101</c:v>
                </c:pt>
                <c:pt idx="2365">
                  <c:v>0.14736842105263101</c:v>
                </c:pt>
                <c:pt idx="2366">
                  <c:v>0.147386461011139</c:v>
                </c:pt>
                <c:pt idx="2367">
                  <c:v>0.147420147420147</c:v>
                </c:pt>
                <c:pt idx="2368">
                  <c:v>0.147521160822249</c:v>
                </c:pt>
                <c:pt idx="2369">
                  <c:v>0.14754098360655701</c:v>
                </c:pt>
                <c:pt idx="2370">
                  <c:v>0.14754098360655701</c:v>
                </c:pt>
                <c:pt idx="2371">
                  <c:v>0.14754098360655701</c:v>
                </c:pt>
                <c:pt idx="2372">
                  <c:v>0.14754098360655701</c:v>
                </c:pt>
                <c:pt idx="2373">
                  <c:v>0.14761904761904701</c:v>
                </c:pt>
                <c:pt idx="2374">
                  <c:v>0.14766355140186899</c:v>
                </c:pt>
                <c:pt idx="2375">
                  <c:v>0.147666411629686</c:v>
                </c:pt>
                <c:pt idx="2376">
                  <c:v>0.14769647696476901</c:v>
                </c:pt>
                <c:pt idx="2377">
                  <c:v>0.14776632302405401</c:v>
                </c:pt>
                <c:pt idx="2378">
                  <c:v>0.14795144157814799</c:v>
                </c:pt>
                <c:pt idx="2379">
                  <c:v>0.14799999999999899</c:v>
                </c:pt>
                <c:pt idx="2380">
                  <c:v>0.14807302231237299</c:v>
                </c:pt>
                <c:pt idx="2381">
                  <c:v>0.14828897338402999</c:v>
                </c:pt>
                <c:pt idx="2382">
                  <c:v>0.14831460674157301</c:v>
                </c:pt>
                <c:pt idx="2383">
                  <c:v>0.148325358851674</c:v>
                </c:pt>
                <c:pt idx="2384">
                  <c:v>0.14833906071019401</c:v>
                </c:pt>
                <c:pt idx="2385">
                  <c:v>0.14835164835164799</c:v>
                </c:pt>
                <c:pt idx="2386">
                  <c:v>0.14836223506743701</c:v>
                </c:pt>
                <c:pt idx="2387">
                  <c:v>0.14836795252225499</c:v>
                </c:pt>
                <c:pt idx="2388">
                  <c:v>0.14837398373983701</c:v>
                </c:pt>
                <c:pt idx="2389">
                  <c:v>0.14841849148418401</c:v>
                </c:pt>
                <c:pt idx="2390">
                  <c:v>0.148471615720523</c:v>
                </c:pt>
                <c:pt idx="2391">
                  <c:v>0.14851485148514801</c:v>
                </c:pt>
                <c:pt idx="2392">
                  <c:v>0.148531951640759</c:v>
                </c:pt>
                <c:pt idx="2393">
                  <c:v>0.14854111405835499</c:v>
                </c:pt>
                <c:pt idx="2394">
                  <c:v>0.14854111405835499</c:v>
                </c:pt>
                <c:pt idx="2395">
                  <c:v>0.14855875831485499</c:v>
                </c:pt>
                <c:pt idx="2396">
                  <c:v>0.14864864864864799</c:v>
                </c:pt>
                <c:pt idx="2397">
                  <c:v>0.148672566371681</c:v>
                </c:pt>
                <c:pt idx="2398">
                  <c:v>0.14873949579831899</c:v>
                </c:pt>
                <c:pt idx="2399">
                  <c:v>0.14875444839857599</c:v>
                </c:pt>
                <c:pt idx="2400">
                  <c:v>0.14876033057851201</c:v>
                </c:pt>
                <c:pt idx="2401">
                  <c:v>0.14879649890590799</c:v>
                </c:pt>
                <c:pt idx="2402">
                  <c:v>0.148809523809523</c:v>
                </c:pt>
                <c:pt idx="2403">
                  <c:v>0.14888628370457199</c:v>
                </c:pt>
                <c:pt idx="2404">
                  <c:v>0.14888628370457199</c:v>
                </c:pt>
                <c:pt idx="2405">
                  <c:v>0.14893617021276601</c:v>
                </c:pt>
                <c:pt idx="2406">
                  <c:v>0.14903846153846101</c:v>
                </c:pt>
                <c:pt idx="2407">
                  <c:v>0.14903846153846101</c:v>
                </c:pt>
                <c:pt idx="2408">
                  <c:v>0.14903846153846101</c:v>
                </c:pt>
                <c:pt idx="2409">
                  <c:v>0.14903846153846101</c:v>
                </c:pt>
                <c:pt idx="2410">
                  <c:v>0.14903846153846101</c:v>
                </c:pt>
                <c:pt idx="2411">
                  <c:v>0.14914425427872799</c:v>
                </c:pt>
                <c:pt idx="2412">
                  <c:v>0.149280575539568</c:v>
                </c:pt>
                <c:pt idx="2413">
                  <c:v>0.149289099526066</c:v>
                </c:pt>
                <c:pt idx="2414">
                  <c:v>0.14929214929214901</c:v>
                </c:pt>
                <c:pt idx="2415">
                  <c:v>0.14942528735632099</c:v>
                </c:pt>
                <c:pt idx="2416">
                  <c:v>0.14946070878274201</c:v>
                </c:pt>
                <c:pt idx="2417">
                  <c:v>0.14960629921259799</c:v>
                </c:pt>
                <c:pt idx="2418">
                  <c:v>0.14960629921259799</c:v>
                </c:pt>
                <c:pt idx="2419">
                  <c:v>0.14967462039045501</c:v>
                </c:pt>
                <c:pt idx="2420">
                  <c:v>0.14978902953586501</c:v>
                </c:pt>
                <c:pt idx="2421">
                  <c:v>0.14979757085020201</c:v>
                </c:pt>
                <c:pt idx="2422">
                  <c:v>0.14984709480122299</c:v>
                </c:pt>
                <c:pt idx="2423">
                  <c:v>0.149999999999999</c:v>
                </c:pt>
                <c:pt idx="2424">
                  <c:v>0.149999999999999</c:v>
                </c:pt>
                <c:pt idx="2425">
                  <c:v>0.149999999999999</c:v>
                </c:pt>
                <c:pt idx="2426">
                  <c:v>0.15012106537530201</c:v>
                </c:pt>
                <c:pt idx="2427">
                  <c:v>0.15012106537530201</c:v>
                </c:pt>
                <c:pt idx="2428">
                  <c:v>0.15015015015015001</c:v>
                </c:pt>
                <c:pt idx="2429">
                  <c:v>0.15019011406843999</c:v>
                </c:pt>
                <c:pt idx="2430">
                  <c:v>0.15021459227467801</c:v>
                </c:pt>
                <c:pt idx="2431">
                  <c:v>0.15023474178403701</c:v>
                </c:pt>
                <c:pt idx="2432">
                  <c:v>0.15028901734104</c:v>
                </c:pt>
                <c:pt idx="2433">
                  <c:v>0.150306748466257</c:v>
                </c:pt>
                <c:pt idx="2434">
                  <c:v>0.150306748466257</c:v>
                </c:pt>
                <c:pt idx="2435">
                  <c:v>0.15034965034965</c:v>
                </c:pt>
                <c:pt idx="2436">
                  <c:v>0.15034965034965</c:v>
                </c:pt>
                <c:pt idx="2437">
                  <c:v>0.15044247787610601</c:v>
                </c:pt>
                <c:pt idx="2438">
                  <c:v>0.15044247787610601</c:v>
                </c:pt>
                <c:pt idx="2439">
                  <c:v>0.15044247787610601</c:v>
                </c:pt>
                <c:pt idx="2440">
                  <c:v>0.15044247787610601</c:v>
                </c:pt>
                <c:pt idx="2441">
                  <c:v>0.15044247787610601</c:v>
                </c:pt>
                <c:pt idx="2442">
                  <c:v>0.15049751243781001</c:v>
                </c:pt>
                <c:pt idx="2443">
                  <c:v>0.15049751243781001</c:v>
                </c:pt>
                <c:pt idx="2444">
                  <c:v>0.15049751243781001</c:v>
                </c:pt>
                <c:pt idx="2445">
                  <c:v>0.15057915057915</c:v>
                </c:pt>
                <c:pt idx="2446">
                  <c:v>0.150684931506849</c:v>
                </c:pt>
                <c:pt idx="2447">
                  <c:v>0.15071031500926499</c:v>
                </c:pt>
                <c:pt idx="2448">
                  <c:v>0.150744416873449</c:v>
                </c:pt>
                <c:pt idx="2449">
                  <c:v>0.15076335877862501</c:v>
                </c:pt>
                <c:pt idx="2450">
                  <c:v>0.15079365079365001</c:v>
                </c:pt>
                <c:pt idx="2451">
                  <c:v>0.15089514066496101</c:v>
                </c:pt>
                <c:pt idx="2452">
                  <c:v>0.15090543259557301</c:v>
                </c:pt>
                <c:pt idx="2453">
                  <c:v>0.150984682713347</c:v>
                </c:pt>
                <c:pt idx="2454">
                  <c:v>0.15102040816326501</c:v>
                </c:pt>
                <c:pt idx="2455">
                  <c:v>0.151048951048951</c:v>
                </c:pt>
                <c:pt idx="2456">
                  <c:v>0.15107296137338999</c:v>
                </c:pt>
                <c:pt idx="2457">
                  <c:v>0.15107913669064699</c:v>
                </c:pt>
                <c:pt idx="2458">
                  <c:v>0.151111111111111</c:v>
                </c:pt>
                <c:pt idx="2459">
                  <c:v>0.15112994350282399</c:v>
                </c:pt>
                <c:pt idx="2460">
                  <c:v>0.15116279069767399</c:v>
                </c:pt>
                <c:pt idx="2461">
                  <c:v>0.15116279069767399</c:v>
                </c:pt>
                <c:pt idx="2462">
                  <c:v>0.15118790496760201</c:v>
                </c:pt>
                <c:pt idx="2463">
                  <c:v>0.15120274914089299</c:v>
                </c:pt>
                <c:pt idx="2464">
                  <c:v>0.15128205128205099</c:v>
                </c:pt>
                <c:pt idx="2465">
                  <c:v>0.1513353115727</c:v>
                </c:pt>
                <c:pt idx="2466">
                  <c:v>0.15138888888888799</c:v>
                </c:pt>
                <c:pt idx="2467">
                  <c:v>0.15144596651445899</c:v>
                </c:pt>
                <c:pt idx="2468">
                  <c:v>0.151477832512315</c:v>
                </c:pt>
                <c:pt idx="2469">
                  <c:v>0.15151515151515099</c:v>
                </c:pt>
                <c:pt idx="2470">
                  <c:v>0.151567944250871</c:v>
                </c:pt>
                <c:pt idx="2471">
                  <c:v>0.15157894736842101</c:v>
                </c:pt>
                <c:pt idx="2472">
                  <c:v>0.151586368977673</c:v>
                </c:pt>
                <c:pt idx="2473">
                  <c:v>0.151592356687898</c:v>
                </c:pt>
                <c:pt idx="2474">
                  <c:v>0.15163699023549601</c:v>
                </c:pt>
                <c:pt idx="2475">
                  <c:v>0.15172413793103401</c:v>
                </c:pt>
                <c:pt idx="2476">
                  <c:v>0.151898734177215</c:v>
                </c:pt>
                <c:pt idx="2477">
                  <c:v>0.15196078431372501</c:v>
                </c:pt>
                <c:pt idx="2478">
                  <c:v>0.152014652014651</c:v>
                </c:pt>
                <c:pt idx="2479">
                  <c:v>0.15209125475285101</c:v>
                </c:pt>
                <c:pt idx="2480">
                  <c:v>0.15222929936305701</c:v>
                </c:pt>
                <c:pt idx="2481">
                  <c:v>0.15225563909774401</c:v>
                </c:pt>
                <c:pt idx="2482">
                  <c:v>0.15226337448559599</c:v>
                </c:pt>
                <c:pt idx="2483">
                  <c:v>0.15226337448559599</c:v>
                </c:pt>
                <c:pt idx="2484">
                  <c:v>0.152293577981651</c:v>
                </c:pt>
                <c:pt idx="2485">
                  <c:v>0.15231788079470099</c:v>
                </c:pt>
                <c:pt idx="2486">
                  <c:v>0.15232292460015201</c:v>
                </c:pt>
                <c:pt idx="2487">
                  <c:v>0.15235792019347</c:v>
                </c:pt>
                <c:pt idx="2488">
                  <c:v>0.15241635687732299</c:v>
                </c:pt>
                <c:pt idx="2489">
                  <c:v>0.15242165242165201</c:v>
                </c:pt>
                <c:pt idx="2490">
                  <c:v>0.15245009074410101</c:v>
                </c:pt>
                <c:pt idx="2491">
                  <c:v>0.15263157894736801</c:v>
                </c:pt>
                <c:pt idx="2492">
                  <c:v>0.152713891444342</c:v>
                </c:pt>
                <c:pt idx="2493">
                  <c:v>0.152713891444342</c:v>
                </c:pt>
                <c:pt idx="2494">
                  <c:v>0.15274949083503001</c:v>
                </c:pt>
                <c:pt idx="2495">
                  <c:v>0.15275310834813499</c:v>
                </c:pt>
                <c:pt idx="2496">
                  <c:v>0.15281173594132</c:v>
                </c:pt>
                <c:pt idx="2497">
                  <c:v>0.152857142857142</c:v>
                </c:pt>
                <c:pt idx="2498">
                  <c:v>0.152877697841726</c:v>
                </c:pt>
                <c:pt idx="2499">
                  <c:v>0.152959262106072</c:v>
                </c:pt>
                <c:pt idx="2500">
                  <c:v>0.15300230946882201</c:v>
                </c:pt>
                <c:pt idx="2501">
                  <c:v>0.15307402760351299</c:v>
                </c:pt>
                <c:pt idx="2502">
                  <c:v>0.15309842041312199</c:v>
                </c:pt>
                <c:pt idx="2503">
                  <c:v>0.15313225058004601</c:v>
                </c:pt>
                <c:pt idx="2504">
                  <c:v>0.153153153153153</c:v>
                </c:pt>
                <c:pt idx="2505">
                  <c:v>0.15325670498084201</c:v>
                </c:pt>
                <c:pt idx="2506">
                  <c:v>0.15325670498084201</c:v>
                </c:pt>
                <c:pt idx="2507">
                  <c:v>0.15349887133182799</c:v>
                </c:pt>
                <c:pt idx="2508">
                  <c:v>0.15351257588898501</c:v>
                </c:pt>
                <c:pt idx="2509">
                  <c:v>0.15370018975332</c:v>
                </c:pt>
                <c:pt idx="2510">
                  <c:v>0.15370018975332</c:v>
                </c:pt>
                <c:pt idx="2511">
                  <c:v>0.15370370370370301</c:v>
                </c:pt>
                <c:pt idx="2512">
                  <c:v>0.15377532228360899</c:v>
                </c:pt>
                <c:pt idx="2513">
                  <c:v>0.15384615384615299</c:v>
                </c:pt>
                <c:pt idx="2514">
                  <c:v>0.15384615384615299</c:v>
                </c:pt>
                <c:pt idx="2515">
                  <c:v>0.15384615384615299</c:v>
                </c:pt>
                <c:pt idx="2516">
                  <c:v>0.15384615384615299</c:v>
                </c:pt>
                <c:pt idx="2517">
                  <c:v>0.15384615384615299</c:v>
                </c:pt>
                <c:pt idx="2518">
                  <c:v>0.15384615384615299</c:v>
                </c:pt>
                <c:pt idx="2519">
                  <c:v>0.15384615384615299</c:v>
                </c:pt>
                <c:pt idx="2520">
                  <c:v>0.15406006674082301</c:v>
                </c:pt>
                <c:pt idx="2521">
                  <c:v>0.15413533834586399</c:v>
                </c:pt>
                <c:pt idx="2522">
                  <c:v>0.154285714285714</c:v>
                </c:pt>
                <c:pt idx="2523">
                  <c:v>0.154299175500588</c:v>
                </c:pt>
                <c:pt idx="2524">
                  <c:v>0.154411764705882</c:v>
                </c:pt>
                <c:pt idx="2525">
                  <c:v>0.15442561205273</c:v>
                </c:pt>
                <c:pt idx="2526">
                  <c:v>0.154471544715447</c:v>
                </c:pt>
                <c:pt idx="2527">
                  <c:v>0.15449438202247201</c:v>
                </c:pt>
                <c:pt idx="2528">
                  <c:v>0.154533844189016</c:v>
                </c:pt>
                <c:pt idx="2529">
                  <c:v>0.15454545454545399</c:v>
                </c:pt>
                <c:pt idx="2530">
                  <c:v>0.15458937198067599</c:v>
                </c:pt>
                <c:pt idx="2531">
                  <c:v>0.15458937198067599</c:v>
                </c:pt>
                <c:pt idx="2532">
                  <c:v>0.15458937198067599</c:v>
                </c:pt>
                <c:pt idx="2533">
                  <c:v>0.15458937198067599</c:v>
                </c:pt>
                <c:pt idx="2534">
                  <c:v>0.15458937198067599</c:v>
                </c:pt>
                <c:pt idx="2535">
                  <c:v>0.154596100278551</c:v>
                </c:pt>
                <c:pt idx="2536">
                  <c:v>0.15459882583170201</c:v>
                </c:pt>
                <c:pt idx="2537">
                  <c:v>0.15488215488215401</c:v>
                </c:pt>
                <c:pt idx="2538">
                  <c:v>0.15488215488215401</c:v>
                </c:pt>
                <c:pt idx="2539">
                  <c:v>0.154907975460122</c:v>
                </c:pt>
                <c:pt idx="2540">
                  <c:v>0.15491329479768701</c:v>
                </c:pt>
                <c:pt idx="2541">
                  <c:v>0.15491329479768701</c:v>
                </c:pt>
                <c:pt idx="2542">
                  <c:v>0.15507246376811601</c:v>
                </c:pt>
                <c:pt idx="2543">
                  <c:v>0.15512465373961201</c:v>
                </c:pt>
                <c:pt idx="2544">
                  <c:v>0.15514592933947699</c:v>
                </c:pt>
                <c:pt idx="2545">
                  <c:v>0.155223880597014</c:v>
                </c:pt>
                <c:pt idx="2546">
                  <c:v>0.155223880597014</c:v>
                </c:pt>
                <c:pt idx="2547">
                  <c:v>0.15525114155251099</c:v>
                </c:pt>
                <c:pt idx="2548">
                  <c:v>0.15530629853321801</c:v>
                </c:pt>
                <c:pt idx="2549">
                  <c:v>0.15532734274711099</c:v>
                </c:pt>
                <c:pt idx="2550">
                  <c:v>0.155371900826446</c:v>
                </c:pt>
                <c:pt idx="2551">
                  <c:v>0.15544041450777199</c:v>
                </c:pt>
                <c:pt idx="2552">
                  <c:v>0.15551694178974701</c:v>
                </c:pt>
                <c:pt idx="2553">
                  <c:v>0.155525238744884</c:v>
                </c:pt>
                <c:pt idx="2554">
                  <c:v>0.155555555555555</c:v>
                </c:pt>
                <c:pt idx="2555">
                  <c:v>0.155555555555555</c:v>
                </c:pt>
                <c:pt idx="2556">
                  <c:v>0.155555555555555</c:v>
                </c:pt>
                <c:pt idx="2557">
                  <c:v>0.155555555555555</c:v>
                </c:pt>
                <c:pt idx="2558">
                  <c:v>0.155555555555555</c:v>
                </c:pt>
                <c:pt idx="2559">
                  <c:v>0.155642023346303</c:v>
                </c:pt>
                <c:pt idx="2560">
                  <c:v>0.155642023346303</c:v>
                </c:pt>
                <c:pt idx="2561">
                  <c:v>0.15566037735849</c:v>
                </c:pt>
                <c:pt idx="2562">
                  <c:v>0.155666251556662</c:v>
                </c:pt>
                <c:pt idx="2563">
                  <c:v>0.15570469798657699</c:v>
                </c:pt>
                <c:pt idx="2564">
                  <c:v>0.15581395348837199</c:v>
                </c:pt>
                <c:pt idx="2565">
                  <c:v>0.155821917808219</c:v>
                </c:pt>
                <c:pt idx="2566">
                  <c:v>0.15584415584415501</c:v>
                </c:pt>
                <c:pt idx="2567">
                  <c:v>0.15586206896551699</c:v>
                </c:pt>
                <c:pt idx="2568">
                  <c:v>0.15589353612167201</c:v>
                </c:pt>
                <c:pt idx="2569">
                  <c:v>0.15595075239398001</c:v>
                </c:pt>
                <c:pt idx="2570">
                  <c:v>0.155963302752293</c:v>
                </c:pt>
                <c:pt idx="2571">
                  <c:v>0.15601882985877599</c:v>
                </c:pt>
                <c:pt idx="2572">
                  <c:v>0.15601882985877599</c:v>
                </c:pt>
                <c:pt idx="2573">
                  <c:v>0.15604395604395499</c:v>
                </c:pt>
                <c:pt idx="2574">
                  <c:v>0.15608919382504199</c:v>
                </c:pt>
                <c:pt idx="2575">
                  <c:v>0.156140350877193</c:v>
                </c:pt>
                <c:pt idx="2576">
                  <c:v>0.156197887715397</c:v>
                </c:pt>
                <c:pt idx="2577">
                  <c:v>0.15620214395099499</c:v>
                </c:pt>
                <c:pt idx="2578">
                  <c:v>0.15625</c:v>
                </c:pt>
                <c:pt idx="2579">
                  <c:v>0.15625</c:v>
                </c:pt>
                <c:pt idx="2580">
                  <c:v>0.15628970775095299</c:v>
                </c:pt>
                <c:pt idx="2581">
                  <c:v>0.15632183908045899</c:v>
                </c:pt>
                <c:pt idx="2582">
                  <c:v>0.15636363636363601</c:v>
                </c:pt>
                <c:pt idx="2583">
                  <c:v>0.156378600823045</c:v>
                </c:pt>
                <c:pt idx="2584">
                  <c:v>0.15641025641025599</c:v>
                </c:pt>
                <c:pt idx="2585">
                  <c:v>0.156553398058252</c:v>
                </c:pt>
                <c:pt idx="2586">
                  <c:v>0.15659340659340601</c:v>
                </c:pt>
                <c:pt idx="2587">
                  <c:v>0.156648451730418</c:v>
                </c:pt>
                <c:pt idx="2588">
                  <c:v>0.156649616368286</c:v>
                </c:pt>
                <c:pt idx="2589">
                  <c:v>0.15677966101694901</c:v>
                </c:pt>
                <c:pt idx="2590">
                  <c:v>0.15677966101694901</c:v>
                </c:pt>
                <c:pt idx="2591">
                  <c:v>0.15681233933161901</c:v>
                </c:pt>
                <c:pt idx="2592">
                  <c:v>0.15682967959527799</c:v>
                </c:pt>
                <c:pt idx="2593">
                  <c:v>0.15689381933438901</c:v>
                </c:pt>
                <c:pt idx="2594">
                  <c:v>0.15690376569037601</c:v>
                </c:pt>
                <c:pt idx="2595">
                  <c:v>0.15691489361702099</c:v>
                </c:pt>
                <c:pt idx="2596">
                  <c:v>0.15697674418604601</c:v>
                </c:pt>
                <c:pt idx="2597">
                  <c:v>0.15697674418604601</c:v>
                </c:pt>
                <c:pt idx="2598">
                  <c:v>0.157055214723926</c:v>
                </c:pt>
                <c:pt idx="2599">
                  <c:v>0.157055214723926</c:v>
                </c:pt>
                <c:pt idx="2600">
                  <c:v>0.15709261430246099</c:v>
                </c:pt>
                <c:pt idx="2601">
                  <c:v>0.15715007579585599</c:v>
                </c:pt>
                <c:pt idx="2602">
                  <c:v>0.15717821782178201</c:v>
                </c:pt>
                <c:pt idx="2603">
                  <c:v>0.15718157181571801</c:v>
                </c:pt>
                <c:pt idx="2604">
                  <c:v>0.157384987893462</c:v>
                </c:pt>
                <c:pt idx="2605">
                  <c:v>0.157480314960629</c:v>
                </c:pt>
                <c:pt idx="2606">
                  <c:v>0.157528285465622</c:v>
                </c:pt>
                <c:pt idx="2607">
                  <c:v>0.157528285465622</c:v>
                </c:pt>
                <c:pt idx="2608">
                  <c:v>0.157556270096463</c:v>
                </c:pt>
                <c:pt idx="2609">
                  <c:v>0.157647058823529</c:v>
                </c:pt>
                <c:pt idx="2610">
                  <c:v>0.15768056968463801</c:v>
                </c:pt>
                <c:pt idx="2611">
                  <c:v>0.157742402315484</c:v>
                </c:pt>
                <c:pt idx="2612">
                  <c:v>0.15776699029126201</c:v>
                </c:pt>
                <c:pt idx="2613">
                  <c:v>0.15782747603833799</c:v>
                </c:pt>
                <c:pt idx="2614">
                  <c:v>0.157894736842105</c:v>
                </c:pt>
                <c:pt idx="2615">
                  <c:v>0.157894736842105</c:v>
                </c:pt>
                <c:pt idx="2616">
                  <c:v>0.157894736842105</c:v>
                </c:pt>
                <c:pt idx="2617">
                  <c:v>0.15792410714285701</c:v>
                </c:pt>
                <c:pt idx="2618">
                  <c:v>0.15802469135802399</c:v>
                </c:pt>
                <c:pt idx="2619">
                  <c:v>0.15802469135802399</c:v>
                </c:pt>
                <c:pt idx="2620">
                  <c:v>0.15805946791862199</c:v>
                </c:pt>
                <c:pt idx="2621">
                  <c:v>0.15805946791862199</c:v>
                </c:pt>
                <c:pt idx="2622">
                  <c:v>0.15809523809523801</c:v>
                </c:pt>
                <c:pt idx="2623">
                  <c:v>0.158119658119658</c:v>
                </c:pt>
                <c:pt idx="2624">
                  <c:v>0.15819209039547999</c:v>
                </c:pt>
                <c:pt idx="2625">
                  <c:v>0.15830115830115801</c:v>
                </c:pt>
                <c:pt idx="2626">
                  <c:v>0.15839243498817901</c:v>
                </c:pt>
                <c:pt idx="2627">
                  <c:v>0.15843621399176899</c:v>
                </c:pt>
                <c:pt idx="2628">
                  <c:v>0.15845070422535201</c:v>
                </c:pt>
                <c:pt idx="2629">
                  <c:v>0.15845070422535201</c:v>
                </c:pt>
                <c:pt idx="2630">
                  <c:v>0.15845070422535201</c:v>
                </c:pt>
                <c:pt idx="2631">
                  <c:v>0.15850144092219001</c:v>
                </c:pt>
                <c:pt idx="2632">
                  <c:v>0.15857063093243901</c:v>
                </c:pt>
                <c:pt idx="2633">
                  <c:v>0.15868263473053901</c:v>
                </c:pt>
                <c:pt idx="2634">
                  <c:v>0.158690176322418</c:v>
                </c:pt>
                <c:pt idx="2635">
                  <c:v>0.158690176322418</c:v>
                </c:pt>
                <c:pt idx="2636">
                  <c:v>0.15869565217391299</c:v>
                </c:pt>
                <c:pt idx="2637">
                  <c:v>0.158730158730158</c:v>
                </c:pt>
                <c:pt idx="2638">
                  <c:v>0.15887850467289699</c:v>
                </c:pt>
                <c:pt idx="2639">
                  <c:v>0.15891472868216999</c:v>
                </c:pt>
                <c:pt idx="2640">
                  <c:v>0.15891472868216999</c:v>
                </c:pt>
                <c:pt idx="2641">
                  <c:v>0.15891472868216999</c:v>
                </c:pt>
                <c:pt idx="2642">
                  <c:v>0.158928571428571</c:v>
                </c:pt>
                <c:pt idx="2643">
                  <c:v>0.15907746895328201</c:v>
                </c:pt>
                <c:pt idx="2644">
                  <c:v>0.159132007233273</c:v>
                </c:pt>
                <c:pt idx="2645">
                  <c:v>0.159132007233273</c:v>
                </c:pt>
                <c:pt idx="2646">
                  <c:v>0.15917602996254601</c:v>
                </c:pt>
                <c:pt idx="2647">
                  <c:v>0.15964912280701701</c:v>
                </c:pt>
                <c:pt idx="2648">
                  <c:v>0.159685863874345</c:v>
                </c:pt>
                <c:pt idx="2649">
                  <c:v>0.15971223021582701</c:v>
                </c:pt>
                <c:pt idx="2650">
                  <c:v>0.15974025974025899</c:v>
                </c:pt>
                <c:pt idx="2651">
                  <c:v>0.15975422427035299</c:v>
                </c:pt>
                <c:pt idx="2652">
                  <c:v>0.15975422427035299</c:v>
                </c:pt>
                <c:pt idx="2653">
                  <c:v>0.15975422427035299</c:v>
                </c:pt>
                <c:pt idx="2654">
                  <c:v>0.15983606557377</c:v>
                </c:pt>
                <c:pt idx="2655">
                  <c:v>0.15990159901598999</c:v>
                </c:pt>
                <c:pt idx="2656">
                  <c:v>0.15990159901598999</c:v>
                </c:pt>
                <c:pt idx="2657">
                  <c:v>0.159909909909909</c:v>
                </c:pt>
                <c:pt idx="2658">
                  <c:v>0.159999999999999</c:v>
                </c:pt>
                <c:pt idx="2659">
                  <c:v>0.16005121638924399</c:v>
                </c:pt>
                <c:pt idx="2660">
                  <c:v>0.160092807424593</c:v>
                </c:pt>
                <c:pt idx="2661">
                  <c:v>0.16014669926650299</c:v>
                </c:pt>
                <c:pt idx="2662">
                  <c:v>0.16019417475728101</c:v>
                </c:pt>
                <c:pt idx="2663">
                  <c:v>0.16019417475728101</c:v>
                </c:pt>
                <c:pt idx="2664">
                  <c:v>0.16019417475728101</c:v>
                </c:pt>
                <c:pt idx="2665">
                  <c:v>0.16019417475728101</c:v>
                </c:pt>
                <c:pt idx="2666">
                  <c:v>0.16027397260273901</c:v>
                </c:pt>
                <c:pt idx="2667">
                  <c:v>0.16028062601187201</c:v>
                </c:pt>
                <c:pt idx="2668">
                  <c:v>0.16028062601187201</c:v>
                </c:pt>
                <c:pt idx="2669">
                  <c:v>0.160283687943262</c:v>
                </c:pt>
                <c:pt idx="2670">
                  <c:v>0.16030534351145001</c:v>
                </c:pt>
                <c:pt idx="2671">
                  <c:v>0.16030534351145001</c:v>
                </c:pt>
                <c:pt idx="2672">
                  <c:v>0.16032064128256501</c:v>
                </c:pt>
                <c:pt idx="2673">
                  <c:v>0.16033755274261599</c:v>
                </c:pt>
                <c:pt idx="2674">
                  <c:v>0.160349854227405</c:v>
                </c:pt>
                <c:pt idx="2675">
                  <c:v>0.16040100250626499</c:v>
                </c:pt>
                <c:pt idx="2676">
                  <c:v>0.160419790104947</c:v>
                </c:pt>
                <c:pt idx="2677">
                  <c:v>0.16049382716049301</c:v>
                </c:pt>
                <c:pt idx="2678">
                  <c:v>0.16052631578947299</c:v>
                </c:pt>
                <c:pt idx="2679">
                  <c:v>0.160535117056856</c:v>
                </c:pt>
                <c:pt idx="2680">
                  <c:v>0.16074450084602299</c:v>
                </c:pt>
                <c:pt idx="2681">
                  <c:v>0.16098226466575699</c:v>
                </c:pt>
                <c:pt idx="2682">
                  <c:v>0.161137440758293</c:v>
                </c:pt>
                <c:pt idx="2683">
                  <c:v>0.16116396194739699</c:v>
                </c:pt>
                <c:pt idx="2684">
                  <c:v>0.161178509532062</c:v>
                </c:pt>
                <c:pt idx="2685">
                  <c:v>0.16118421052631501</c:v>
                </c:pt>
                <c:pt idx="2686">
                  <c:v>0.16129032258064499</c:v>
                </c:pt>
                <c:pt idx="2687">
                  <c:v>0.16129032258064499</c:v>
                </c:pt>
                <c:pt idx="2688">
                  <c:v>0.16129032258064499</c:v>
                </c:pt>
                <c:pt idx="2689">
                  <c:v>0.16157205240174599</c:v>
                </c:pt>
                <c:pt idx="2690">
                  <c:v>0.16157205240174599</c:v>
                </c:pt>
                <c:pt idx="2691">
                  <c:v>0.16161616161616099</c:v>
                </c:pt>
                <c:pt idx="2692">
                  <c:v>0.16163793103448201</c:v>
                </c:pt>
                <c:pt idx="2693">
                  <c:v>0.16163793103448201</c:v>
                </c:pt>
                <c:pt idx="2694">
                  <c:v>0.161687170474516</c:v>
                </c:pt>
                <c:pt idx="2695">
                  <c:v>0.161764705882353</c:v>
                </c:pt>
                <c:pt idx="2696">
                  <c:v>0.16203703703703601</c:v>
                </c:pt>
                <c:pt idx="2697">
                  <c:v>0.16204506065857799</c:v>
                </c:pt>
                <c:pt idx="2698">
                  <c:v>0.16204690831556501</c:v>
                </c:pt>
                <c:pt idx="2699">
                  <c:v>0.162162162162162</c:v>
                </c:pt>
                <c:pt idx="2700">
                  <c:v>0.16222760290556801</c:v>
                </c:pt>
                <c:pt idx="2701">
                  <c:v>0.162264150943396</c:v>
                </c:pt>
                <c:pt idx="2702">
                  <c:v>0.162264150943396</c:v>
                </c:pt>
                <c:pt idx="2703">
                  <c:v>0.16228748068006099</c:v>
                </c:pt>
                <c:pt idx="2704">
                  <c:v>0.16229508196721301</c:v>
                </c:pt>
                <c:pt idx="2705">
                  <c:v>0.162324649298597</c:v>
                </c:pt>
                <c:pt idx="2706">
                  <c:v>0.162327718223583</c:v>
                </c:pt>
                <c:pt idx="2707">
                  <c:v>0.162346521145975</c:v>
                </c:pt>
                <c:pt idx="2708">
                  <c:v>0.16246498599439699</c:v>
                </c:pt>
                <c:pt idx="2709">
                  <c:v>0.16251482799525499</c:v>
                </c:pt>
                <c:pt idx="2710">
                  <c:v>0.162650602409638</c:v>
                </c:pt>
                <c:pt idx="2711">
                  <c:v>0.162650602409638</c:v>
                </c:pt>
                <c:pt idx="2712">
                  <c:v>0.16272360069243999</c:v>
                </c:pt>
                <c:pt idx="2713">
                  <c:v>0.16273291925465799</c:v>
                </c:pt>
                <c:pt idx="2714">
                  <c:v>0.16279069767441801</c:v>
                </c:pt>
                <c:pt idx="2715">
                  <c:v>0.16279069767441801</c:v>
                </c:pt>
                <c:pt idx="2716">
                  <c:v>0.16279069767441801</c:v>
                </c:pt>
                <c:pt idx="2717">
                  <c:v>0.162907268170426</c:v>
                </c:pt>
                <c:pt idx="2718">
                  <c:v>0.16293929712460001</c:v>
                </c:pt>
                <c:pt idx="2719">
                  <c:v>0.162980209545983</c:v>
                </c:pt>
                <c:pt idx="2720">
                  <c:v>0.16306954436450799</c:v>
                </c:pt>
                <c:pt idx="2721">
                  <c:v>0.163157894736842</c:v>
                </c:pt>
                <c:pt idx="2722">
                  <c:v>0.16331360946745499</c:v>
                </c:pt>
                <c:pt idx="2723">
                  <c:v>0.163344051446945</c:v>
                </c:pt>
                <c:pt idx="2724">
                  <c:v>0.16334661354581601</c:v>
                </c:pt>
                <c:pt idx="2725">
                  <c:v>0.16336633663366301</c:v>
                </c:pt>
                <c:pt idx="2726">
                  <c:v>0.163375224416516</c:v>
                </c:pt>
                <c:pt idx="2727">
                  <c:v>0.16349809885931499</c:v>
                </c:pt>
                <c:pt idx="2728">
                  <c:v>0.163503649635036</c:v>
                </c:pt>
                <c:pt idx="2729">
                  <c:v>0.16351351351351301</c:v>
                </c:pt>
                <c:pt idx="2730">
                  <c:v>0.16352201257861601</c:v>
                </c:pt>
                <c:pt idx="2731">
                  <c:v>0.16365754222480999</c:v>
                </c:pt>
                <c:pt idx="2732">
                  <c:v>0.163677130044842</c:v>
                </c:pt>
                <c:pt idx="2733">
                  <c:v>0.163708086785009</c:v>
                </c:pt>
                <c:pt idx="2734">
                  <c:v>0.163708086785009</c:v>
                </c:pt>
                <c:pt idx="2735">
                  <c:v>0.163723916532905</c:v>
                </c:pt>
                <c:pt idx="2736">
                  <c:v>0.163755458515283</c:v>
                </c:pt>
                <c:pt idx="2737">
                  <c:v>0.16377171215880801</c:v>
                </c:pt>
                <c:pt idx="2738">
                  <c:v>0.16393442622950799</c:v>
                </c:pt>
                <c:pt idx="2739">
                  <c:v>0.16393442622950799</c:v>
                </c:pt>
                <c:pt idx="2740">
                  <c:v>0.16411130039750099</c:v>
                </c:pt>
                <c:pt idx="2741">
                  <c:v>0.164197530864197</c:v>
                </c:pt>
                <c:pt idx="2742">
                  <c:v>0.16431924882629101</c:v>
                </c:pt>
                <c:pt idx="2743">
                  <c:v>0.16433566433566399</c:v>
                </c:pt>
                <c:pt idx="2744">
                  <c:v>0.164383561643835</c:v>
                </c:pt>
                <c:pt idx="2745">
                  <c:v>0.16441717791411001</c:v>
                </c:pt>
                <c:pt idx="2746">
                  <c:v>0.16442199775533101</c:v>
                </c:pt>
                <c:pt idx="2747">
                  <c:v>0.16450216450216401</c:v>
                </c:pt>
                <c:pt idx="2748">
                  <c:v>0.164529914529914</c:v>
                </c:pt>
                <c:pt idx="2749">
                  <c:v>0.164556962025316</c:v>
                </c:pt>
                <c:pt idx="2750">
                  <c:v>0.16458852867830401</c:v>
                </c:pt>
                <c:pt idx="2751">
                  <c:v>0.16461916461916401</c:v>
                </c:pt>
                <c:pt idx="2752">
                  <c:v>0.16470588235294101</c:v>
                </c:pt>
                <c:pt idx="2753">
                  <c:v>0.164742109314857</c:v>
                </c:pt>
                <c:pt idx="2754">
                  <c:v>0.16504854368932001</c:v>
                </c:pt>
                <c:pt idx="2755">
                  <c:v>0.165085388994307</c:v>
                </c:pt>
                <c:pt idx="2756">
                  <c:v>0.16512059369202201</c:v>
                </c:pt>
                <c:pt idx="2757">
                  <c:v>0.16513761467889801</c:v>
                </c:pt>
                <c:pt idx="2758">
                  <c:v>0.16521739130434701</c:v>
                </c:pt>
                <c:pt idx="2759">
                  <c:v>0.16527942925089101</c:v>
                </c:pt>
                <c:pt idx="2760">
                  <c:v>0.16527942925089101</c:v>
                </c:pt>
                <c:pt idx="2761">
                  <c:v>0.165289256198347</c:v>
                </c:pt>
                <c:pt idx="2762">
                  <c:v>0.165289256198347</c:v>
                </c:pt>
                <c:pt idx="2763">
                  <c:v>0.165289256198347</c:v>
                </c:pt>
                <c:pt idx="2764">
                  <c:v>0.165501165501165</c:v>
                </c:pt>
                <c:pt idx="2765">
                  <c:v>0.165584415584415</c:v>
                </c:pt>
                <c:pt idx="2766">
                  <c:v>0.165628891656288</c:v>
                </c:pt>
                <c:pt idx="2767">
                  <c:v>0.16563467492260001</c:v>
                </c:pt>
                <c:pt idx="2768">
                  <c:v>0.16571428571428501</c:v>
                </c:pt>
                <c:pt idx="2769">
                  <c:v>0.16582914572864299</c:v>
                </c:pt>
                <c:pt idx="2770">
                  <c:v>0.16582914572864299</c:v>
                </c:pt>
                <c:pt idx="2771">
                  <c:v>0.16585365853658501</c:v>
                </c:pt>
                <c:pt idx="2772">
                  <c:v>0.16585365853658501</c:v>
                </c:pt>
                <c:pt idx="2773">
                  <c:v>0.16585365853658501</c:v>
                </c:pt>
                <c:pt idx="2774">
                  <c:v>0.16589861751151999</c:v>
                </c:pt>
                <c:pt idx="2775">
                  <c:v>0.16591928251120999</c:v>
                </c:pt>
                <c:pt idx="2776">
                  <c:v>0.16596638655462101</c:v>
                </c:pt>
                <c:pt idx="2777">
                  <c:v>0.16597510373443899</c:v>
                </c:pt>
                <c:pt idx="2778">
                  <c:v>0.165991902834008</c:v>
                </c:pt>
                <c:pt idx="2779">
                  <c:v>0.16600790513833899</c:v>
                </c:pt>
                <c:pt idx="2780">
                  <c:v>0.16600790513833899</c:v>
                </c:pt>
                <c:pt idx="2781">
                  <c:v>0.16600790513833899</c:v>
                </c:pt>
                <c:pt idx="2782">
                  <c:v>0.166172106824925</c:v>
                </c:pt>
                <c:pt idx="2783">
                  <c:v>0.16618497109826499</c:v>
                </c:pt>
                <c:pt idx="2784">
                  <c:v>0.16622691292875899</c:v>
                </c:pt>
                <c:pt idx="2785">
                  <c:v>0.16626506024096299</c:v>
                </c:pt>
                <c:pt idx="2786">
                  <c:v>0.16630196936542599</c:v>
                </c:pt>
                <c:pt idx="2787">
                  <c:v>0.16632860040567901</c:v>
                </c:pt>
                <c:pt idx="2788">
                  <c:v>0.16640986132511501</c:v>
                </c:pt>
                <c:pt idx="2789">
                  <c:v>0.16666666666666599</c:v>
                </c:pt>
                <c:pt idx="2790">
                  <c:v>0.16666666666666599</c:v>
                </c:pt>
                <c:pt idx="2791">
                  <c:v>0.16666666666666599</c:v>
                </c:pt>
                <c:pt idx="2792">
                  <c:v>0.16666666666666599</c:v>
                </c:pt>
                <c:pt idx="2793">
                  <c:v>0.16666666666666599</c:v>
                </c:pt>
                <c:pt idx="2794">
                  <c:v>0.16666666666666599</c:v>
                </c:pt>
                <c:pt idx="2795">
                  <c:v>0.1669449081803</c:v>
                </c:pt>
                <c:pt idx="2796">
                  <c:v>0.16698656429942399</c:v>
                </c:pt>
                <c:pt idx="2797">
                  <c:v>0.16702355460385401</c:v>
                </c:pt>
                <c:pt idx="2798">
                  <c:v>0.16708229426433899</c:v>
                </c:pt>
                <c:pt idx="2799">
                  <c:v>0.16719242902208201</c:v>
                </c:pt>
                <c:pt idx="2800">
                  <c:v>0.16721744877726299</c:v>
                </c:pt>
                <c:pt idx="2801">
                  <c:v>0.167218543046357</c:v>
                </c:pt>
                <c:pt idx="2802">
                  <c:v>0.167218543046357</c:v>
                </c:pt>
                <c:pt idx="2803">
                  <c:v>0.16726403823177999</c:v>
                </c:pt>
                <c:pt idx="2804">
                  <c:v>0.16726618705035901</c:v>
                </c:pt>
                <c:pt idx="2805">
                  <c:v>0.167295597484276</c:v>
                </c:pt>
                <c:pt idx="2806">
                  <c:v>0.167295597484276</c:v>
                </c:pt>
                <c:pt idx="2807">
                  <c:v>0.167315175097276</c:v>
                </c:pt>
                <c:pt idx="2808">
                  <c:v>0.167315175097276</c:v>
                </c:pt>
                <c:pt idx="2809">
                  <c:v>0.16733067729083601</c:v>
                </c:pt>
                <c:pt idx="2810">
                  <c:v>0.16733870967741901</c:v>
                </c:pt>
                <c:pt idx="2811">
                  <c:v>0.16739319965126401</c:v>
                </c:pt>
                <c:pt idx="2812">
                  <c:v>0.16753926701570601</c:v>
                </c:pt>
                <c:pt idx="2813">
                  <c:v>0.16753926701570601</c:v>
                </c:pt>
                <c:pt idx="2814">
                  <c:v>0.167601683029453</c:v>
                </c:pt>
                <c:pt idx="2815">
                  <c:v>0.167619047619047</c:v>
                </c:pt>
                <c:pt idx="2816">
                  <c:v>0.167701863354037</c:v>
                </c:pt>
                <c:pt idx="2817">
                  <c:v>0.167701863354037</c:v>
                </c:pt>
                <c:pt idx="2818">
                  <c:v>0.167701863354037</c:v>
                </c:pt>
                <c:pt idx="2819">
                  <c:v>0.168039538714991</c:v>
                </c:pt>
                <c:pt idx="2820">
                  <c:v>0.168039538714991</c:v>
                </c:pt>
                <c:pt idx="2821">
                  <c:v>0.16804979253112001</c:v>
                </c:pt>
                <c:pt idx="2822">
                  <c:v>0.168297455968688</c:v>
                </c:pt>
                <c:pt idx="2823">
                  <c:v>0.16839378238341901</c:v>
                </c:pt>
                <c:pt idx="2824">
                  <c:v>0.16849315068493101</c:v>
                </c:pt>
                <c:pt idx="2825">
                  <c:v>0.16860465116279</c:v>
                </c:pt>
                <c:pt idx="2826">
                  <c:v>0.16872427983539001</c:v>
                </c:pt>
                <c:pt idx="2827">
                  <c:v>0.16876574307304701</c:v>
                </c:pt>
                <c:pt idx="2828">
                  <c:v>0.16876574307304701</c:v>
                </c:pt>
                <c:pt idx="2829">
                  <c:v>0.16877637130801601</c:v>
                </c:pt>
                <c:pt idx="2830">
                  <c:v>0.168831168831168</c:v>
                </c:pt>
                <c:pt idx="2831">
                  <c:v>0.16888433981576201</c:v>
                </c:pt>
                <c:pt idx="2832">
                  <c:v>0.16888519134775301</c:v>
                </c:pt>
                <c:pt idx="2833">
                  <c:v>0.16894977168949701</c:v>
                </c:pt>
                <c:pt idx="2834">
                  <c:v>0.16894977168949701</c:v>
                </c:pt>
                <c:pt idx="2835">
                  <c:v>0.16909620991253599</c:v>
                </c:pt>
                <c:pt idx="2836">
                  <c:v>0.16912599318955701</c:v>
                </c:pt>
                <c:pt idx="2837">
                  <c:v>0.16913319238900601</c:v>
                </c:pt>
                <c:pt idx="2838">
                  <c:v>0.16913687881429801</c:v>
                </c:pt>
                <c:pt idx="2839">
                  <c:v>0.16913687881429801</c:v>
                </c:pt>
                <c:pt idx="2840">
                  <c:v>0.16913687881429801</c:v>
                </c:pt>
                <c:pt idx="2841">
                  <c:v>0.16915422885572101</c:v>
                </c:pt>
                <c:pt idx="2842">
                  <c:v>0.16915422885572101</c:v>
                </c:pt>
                <c:pt idx="2843">
                  <c:v>0.16916488222698001</c:v>
                </c:pt>
                <c:pt idx="2844">
                  <c:v>0.169191919191919</c:v>
                </c:pt>
                <c:pt idx="2845">
                  <c:v>0.169191919191919</c:v>
                </c:pt>
                <c:pt idx="2846">
                  <c:v>0.169197396963123</c:v>
                </c:pt>
                <c:pt idx="2847">
                  <c:v>0.16923076923076899</c:v>
                </c:pt>
                <c:pt idx="2848">
                  <c:v>0.16923076923076899</c:v>
                </c:pt>
                <c:pt idx="2849">
                  <c:v>0.16924157303370699</c:v>
                </c:pt>
                <c:pt idx="2850">
                  <c:v>0.169312169312169</c:v>
                </c:pt>
                <c:pt idx="2851">
                  <c:v>0.169312169312169</c:v>
                </c:pt>
                <c:pt idx="2852">
                  <c:v>0.169312169312169</c:v>
                </c:pt>
                <c:pt idx="2853">
                  <c:v>0.169312169312169</c:v>
                </c:pt>
                <c:pt idx="2854">
                  <c:v>0.169429097605893</c:v>
                </c:pt>
                <c:pt idx="2855">
                  <c:v>0.169429097605893</c:v>
                </c:pt>
                <c:pt idx="2856">
                  <c:v>0.169429097605893</c:v>
                </c:pt>
                <c:pt idx="2857">
                  <c:v>0.169491525423728</c:v>
                </c:pt>
                <c:pt idx="2858">
                  <c:v>0.169491525423728</c:v>
                </c:pt>
                <c:pt idx="2859">
                  <c:v>0.16951788491446301</c:v>
                </c:pt>
                <c:pt idx="2860">
                  <c:v>0.16952380952380899</c:v>
                </c:pt>
                <c:pt idx="2861">
                  <c:v>0.16956521739130401</c:v>
                </c:pt>
                <c:pt idx="2862">
                  <c:v>0.16956521739130401</c:v>
                </c:pt>
                <c:pt idx="2863">
                  <c:v>0.16959064327485299</c:v>
                </c:pt>
                <c:pt idx="2864">
                  <c:v>0.16969696969696901</c:v>
                </c:pt>
                <c:pt idx="2865">
                  <c:v>0.169744942832014</c:v>
                </c:pt>
                <c:pt idx="2866">
                  <c:v>0.16974972796517901</c:v>
                </c:pt>
                <c:pt idx="2867">
                  <c:v>0.16977225672877799</c:v>
                </c:pt>
                <c:pt idx="2868">
                  <c:v>0.16978417266186999</c:v>
                </c:pt>
                <c:pt idx="2869">
                  <c:v>0.169811320754716</c:v>
                </c:pt>
                <c:pt idx="2870">
                  <c:v>0.169811320754716</c:v>
                </c:pt>
                <c:pt idx="2871">
                  <c:v>0.169811320754716</c:v>
                </c:pt>
                <c:pt idx="2872">
                  <c:v>0.169966996699669</c:v>
                </c:pt>
                <c:pt idx="2873">
                  <c:v>0.16999999999999901</c:v>
                </c:pt>
                <c:pt idx="2874">
                  <c:v>0.17001545595053999</c:v>
                </c:pt>
                <c:pt idx="2875">
                  <c:v>0.1701244813278</c:v>
                </c:pt>
                <c:pt idx="2876">
                  <c:v>0.17014925373134299</c:v>
                </c:pt>
                <c:pt idx="2877">
                  <c:v>0.17014925373134299</c:v>
                </c:pt>
                <c:pt idx="2878">
                  <c:v>0.17014925373134299</c:v>
                </c:pt>
                <c:pt idx="2879">
                  <c:v>0.170160295930949</c:v>
                </c:pt>
                <c:pt idx="2880">
                  <c:v>0.17040358744394599</c:v>
                </c:pt>
                <c:pt idx="2881">
                  <c:v>0.17058823529411701</c:v>
                </c:pt>
                <c:pt idx="2882">
                  <c:v>0.17063492063492</c:v>
                </c:pt>
                <c:pt idx="2883">
                  <c:v>0.17064499746063899</c:v>
                </c:pt>
                <c:pt idx="2884">
                  <c:v>0.17068273092369399</c:v>
                </c:pt>
                <c:pt idx="2885">
                  <c:v>0.17080291970802899</c:v>
                </c:pt>
                <c:pt idx="2886">
                  <c:v>0.17081850533807799</c:v>
                </c:pt>
                <c:pt idx="2887">
                  <c:v>0.170833333333333</c:v>
                </c:pt>
                <c:pt idx="2888">
                  <c:v>0.170833333333333</c:v>
                </c:pt>
                <c:pt idx="2889">
                  <c:v>0.170848267622461</c:v>
                </c:pt>
                <c:pt idx="2890">
                  <c:v>0.170848267622461</c:v>
                </c:pt>
                <c:pt idx="2891">
                  <c:v>0.170886075949367</c:v>
                </c:pt>
                <c:pt idx="2892">
                  <c:v>0.17095310136157299</c:v>
                </c:pt>
                <c:pt idx="2893">
                  <c:v>0.17098092643051699</c:v>
                </c:pt>
                <c:pt idx="2894">
                  <c:v>0.171018276762402</c:v>
                </c:pt>
                <c:pt idx="2895">
                  <c:v>0.17107942973523399</c:v>
                </c:pt>
                <c:pt idx="2896">
                  <c:v>0.17116060961313001</c:v>
                </c:pt>
                <c:pt idx="2897">
                  <c:v>0.17116060961313001</c:v>
                </c:pt>
                <c:pt idx="2898">
                  <c:v>0.171171171171171</c:v>
                </c:pt>
                <c:pt idx="2899">
                  <c:v>0.17124394184167999</c:v>
                </c:pt>
                <c:pt idx="2900">
                  <c:v>0.171296296296296</c:v>
                </c:pt>
                <c:pt idx="2901">
                  <c:v>0.17136150234741701</c:v>
                </c:pt>
                <c:pt idx="2902">
                  <c:v>0.17139479905437299</c:v>
                </c:pt>
                <c:pt idx="2903">
                  <c:v>0.171477079796264</c:v>
                </c:pt>
                <c:pt idx="2904">
                  <c:v>0.17148014440433201</c:v>
                </c:pt>
                <c:pt idx="2905">
                  <c:v>0.17148362235067399</c:v>
                </c:pt>
                <c:pt idx="2906">
                  <c:v>0.171548117154811</c:v>
                </c:pt>
                <c:pt idx="2907">
                  <c:v>0.17156862745098</c:v>
                </c:pt>
                <c:pt idx="2908">
                  <c:v>0.17156862745098</c:v>
                </c:pt>
                <c:pt idx="2909">
                  <c:v>0.17156862745098</c:v>
                </c:pt>
                <c:pt idx="2910">
                  <c:v>0.17157490396927</c:v>
                </c:pt>
                <c:pt idx="2911">
                  <c:v>0.171604938271604</c:v>
                </c:pt>
                <c:pt idx="2912">
                  <c:v>0.171604938271604</c:v>
                </c:pt>
                <c:pt idx="2913">
                  <c:v>0.17169811320754699</c:v>
                </c:pt>
                <c:pt idx="2914">
                  <c:v>0.17173913043478201</c:v>
                </c:pt>
                <c:pt idx="2915">
                  <c:v>0.17174959871588999</c:v>
                </c:pt>
                <c:pt idx="2916">
                  <c:v>0.171875</c:v>
                </c:pt>
                <c:pt idx="2917">
                  <c:v>0.17190082644627999</c:v>
                </c:pt>
                <c:pt idx="2918">
                  <c:v>0.17193675889328</c:v>
                </c:pt>
                <c:pt idx="2919">
                  <c:v>0.17198581560283599</c:v>
                </c:pt>
                <c:pt idx="2920">
                  <c:v>0.17202268431001899</c:v>
                </c:pt>
                <c:pt idx="2921">
                  <c:v>0.17208182912153999</c:v>
                </c:pt>
                <c:pt idx="2922">
                  <c:v>0.172087522176227</c:v>
                </c:pt>
                <c:pt idx="2923">
                  <c:v>0.17216117216117199</c:v>
                </c:pt>
                <c:pt idx="2924">
                  <c:v>0.17216981132075401</c:v>
                </c:pt>
                <c:pt idx="2925">
                  <c:v>0.17216981132075401</c:v>
                </c:pt>
                <c:pt idx="2926">
                  <c:v>0.17216981132075401</c:v>
                </c:pt>
                <c:pt idx="2927">
                  <c:v>0.17216981132075401</c:v>
                </c:pt>
                <c:pt idx="2928">
                  <c:v>0.17227319062181401</c:v>
                </c:pt>
                <c:pt idx="2929">
                  <c:v>0.17249999999999999</c:v>
                </c:pt>
                <c:pt idx="2930">
                  <c:v>0.17253521126760499</c:v>
                </c:pt>
                <c:pt idx="2931">
                  <c:v>0.172549019607843</c:v>
                </c:pt>
                <c:pt idx="2932">
                  <c:v>0.17261410788381701</c:v>
                </c:pt>
                <c:pt idx="2933">
                  <c:v>0.17261410788381701</c:v>
                </c:pt>
                <c:pt idx="2934">
                  <c:v>0.17261410788381701</c:v>
                </c:pt>
                <c:pt idx="2935">
                  <c:v>0.17262830482114999</c:v>
                </c:pt>
                <c:pt idx="2936">
                  <c:v>0.172631578947368</c:v>
                </c:pt>
                <c:pt idx="2937">
                  <c:v>0.17270788912579901</c:v>
                </c:pt>
                <c:pt idx="2938">
                  <c:v>0.17272727272727201</c:v>
                </c:pt>
                <c:pt idx="2939">
                  <c:v>0.17274167987321701</c:v>
                </c:pt>
                <c:pt idx="2940">
                  <c:v>0.17279411764705799</c:v>
                </c:pt>
                <c:pt idx="2941">
                  <c:v>0.172839506172839</c:v>
                </c:pt>
                <c:pt idx="2942">
                  <c:v>0.17286245353159799</c:v>
                </c:pt>
                <c:pt idx="2943">
                  <c:v>0.17287234042553101</c:v>
                </c:pt>
                <c:pt idx="2944">
                  <c:v>0.17293233082706699</c:v>
                </c:pt>
                <c:pt idx="2945">
                  <c:v>0.173044925124792</c:v>
                </c:pt>
                <c:pt idx="2946">
                  <c:v>0.173054587688733</c:v>
                </c:pt>
                <c:pt idx="2947">
                  <c:v>0.17306680694371299</c:v>
                </c:pt>
                <c:pt idx="2948">
                  <c:v>0.17310252996005299</c:v>
                </c:pt>
                <c:pt idx="2949">
                  <c:v>0.17316692667706701</c:v>
                </c:pt>
                <c:pt idx="2950">
                  <c:v>0.17333333333333301</c:v>
                </c:pt>
                <c:pt idx="2951">
                  <c:v>0.173380035026269</c:v>
                </c:pt>
                <c:pt idx="2952">
                  <c:v>0.173380035026269</c:v>
                </c:pt>
                <c:pt idx="2953">
                  <c:v>0.17340286831812199</c:v>
                </c:pt>
                <c:pt idx="2954">
                  <c:v>0.17346938775510201</c:v>
                </c:pt>
                <c:pt idx="2955">
                  <c:v>0.17359413202933899</c:v>
                </c:pt>
                <c:pt idx="2956">
                  <c:v>0.17359855334538801</c:v>
                </c:pt>
                <c:pt idx="2957">
                  <c:v>0.17360114777618299</c:v>
                </c:pt>
                <c:pt idx="2958">
                  <c:v>0.17365269461077801</c:v>
                </c:pt>
                <c:pt idx="2959">
                  <c:v>0.17374517374517301</c:v>
                </c:pt>
                <c:pt idx="2960">
                  <c:v>0.17377812257563999</c:v>
                </c:pt>
                <c:pt idx="2961">
                  <c:v>0.17381818181818101</c:v>
                </c:pt>
                <c:pt idx="2962">
                  <c:v>0.17384105960264801</c:v>
                </c:pt>
                <c:pt idx="2963">
                  <c:v>0.173959445037353</c:v>
                </c:pt>
                <c:pt idx="2964">
                  <c:v>0.17403708987161101</c:v>
                </c:pt>
                <c:pt idx="2965">
                  <c:v>0.17404129793510301</c:v>
                </c:pt>
                <c:pt idx="2966">
                  <c:v>0.174166666666666</c:v>
                </c:pt>
                <c:pt idx="2967">
                  <c:v>0.174193548387096</c:v>
                </c:pt>
                <c:pt idx="2968">
                  <c:v>0.174291938997821</c:v>
                </c:pt>
                <c:pt idx="2969">
                  <c:v>0.17430226434965701</c:v>
                </c:pt>
                <c:pt idx="2970">
                  <c:v>0.17431192660550399</c:v>
                </c:pt>
                <c:pt idx="2971">
                  <c:v>0.17435897435897399</c:v>
                </c:pt>
                <c:pt idx="2972">
                  <c:v>0.17441860465116199</c:v>
                </c:pt>
                <c:pt idx="2973">
                  <c:v>0.17446808510638201</c:v>
                </c:pt>
                <c:pt idx="2974">
                  <c:v>0.17446808510638201</c:v>
                </c:pt>
                <c:pt idx="2975">
                  <c:v>0.17449664429530101</c:v>
                </c:pt>
                <c:pt idx="2976">
                  <c:v>0.17449664429530101</c:v>
                </c:pt>
                <c:pt idx="2977">
                  <c:v>0.174528301886792</c:v>
                </c:pt>
                <c:pt idx="2978">
                  <c:v>0.17460317460317401</c:v>
                </c:pt>
                <c:pt idx="2979">
                  <c:v>0.17460317460317401</c:v>
                </c:pt>
                <c:pt idx="2980">
                  <c:v>0.17462311557788901</c:v>
                </c:pt>
                <c:pt idx="2981">
                  <c:v>0.17468354430379701</c:v>
                </c:pt>
                <c:pt idx="2982">
                  <c:v>0.17478510028653299</c:v>
                </c:pt>
                <c:pt idx="2983">
                  <c:v>0.17488789237668101</c:v>
                </c:pt>
                <c:pt idx="2984">
                  <c:v>0.17499999999999999</c:v>
                </c:pt>
                <c:pt idx="2985">
                  <c:v>0.17499999999999999</c:v>
                </c:pt>
                <c:pt idx="2986">
                  <c:v>0.17499999999999999</c:v>
                </c:pt>
                <c:pt idx="2987">
                  <c:v>0.17499999999999999</c:v>
                </c:pt>
                <c:pt idx="2988">
                  <c:v>0.17511520737327099</c:v>
                </c:pt>
                <c:pt idx="2989">
                  <c:v>0.17512690355329899</c:v>
                </c:pt>
                <c:pt idx="2990">
                  <c:v>0.17513134851138301</c:v>
                </c:pt>
                <c:pt idx="2991">
                  <c:v>0.1751968503937</c:v>
                </c:pt>
                <c:pt idx="2992">
                  <c:v>0.17521367521367501</c:v>
                </c:pt>
                <c:pt idx="2993">
                  <c:v>0.17523364485981299</c:v>
                </c:pt>
                <c:pt idx="2994">
                  <c:v>0.17524916943521501</c:v>
                </c:pt>
                <c:pt idx="2995">
                  <c:v>0.17524916943521501</c:v>
                </c:pt>
                <c:pt idx="2996">
                  <c:v>0.17545748116254001</c:v>
                </c:pt>
                <c:pt idx="2997">
                  <c:v>0.175461741424802</c:v>
                </c:pt>
                <c:pt idx="2998">
                  <c:v>0.17546362339514901</c:v>
                </c:pt>
                <c:pt idx="2999">
                  <c:v>0.17546848381601299</c:v>
                </c:pt>
                <c:pt idx="3000">
                  <c:v>0.17548746518105801</c:v>
                </c:pt>
                <c:pt idx="3001">
                  <c:v>0.17551020408163201</c:v>
                </c:pt>
                <c:pt idx="3002">
                  <c:v>0.17551020408163201</c:v>
                </c:pt>
                <c:pt idx="3003">
                  <c:v>0.17554240631163701</c:v>
                </c:pt>
                <c:pt idx="3004">
                  <c:v>0.17554858934169201</c:v>
                </c:pt>
                <c:pt idx="3005">
                  <c:v>0.17567567567567499</c:v>
                </c:pt>
                <c:pt idx="3006">
                  <c:v>0.17572463768115901</c:v>
                </c:pt>
                <c:pt idx="3007">
                  <c:v>0.17578125</c:v>
                </c:pt>
                <c:pt idx="3008">
                  <c:v>0.17588932806324101</c:v>
                </c:pt>
                <c:pt idx="3009">
                  <c:v>0.17599999999999899</c:v>
                </c:pt>
                <c:pt idx="3010">
                  <c:v>0.17601547388781399</c:v>
                </c:pt>
                <c:pt idx="3011">
                  <c:v>0.17647058823529399</c:v>
                </c:pt>
                <c:pt idx="3012">
                  <c:v>0.17647058823529399</c:v>
                </c:pt>
                <c:pt idx="3013">
                  <c:v>0.17647058823529399</c:v>
                </c:pt>
                <c:pt idx="3014">
                  <c:v>0.17647058823529399</c:v>
                </c:pt>
                <c:pt idx="3015">
                  <c:v>0.17647058823529399</c:v>
                </c:pt>
                <c:pt idx="3016">
                  <c:v>0.17663043478260801</c:v>
                </c:pt>
                <c:pt idx="3017">
                  <c:v>0.17667844522968101</c:v>
                </c:pt>
                <c:pt idx="3018">
                  <c:v>0.17667844522968101</c:v>
                </c:pt>
                <c:pt idx="3019">
                  <c:v>0.17667844522968101</c:v>
                </c:pt>
                <c:pt idx="3020">
                  <c:v>0.17667844522968101</c:v>
                </c:pt>
                <c:pt idx="3021">
                  <c:v>0.17667844522968101</c:v>
                </c:pt>
                <c:pt idx="3022">
                  <c:v>0.17688022284122501</c:v>
                </c:pt>
                <c:pt idx="3023">
                  <c:v>0.17688266199649699</c:v>
                </c:pt>
                <c:pt idx="3024">
                  <c:v>0.17695473251028801</c:v>
                </c:pt>
                <c:pt idx="3025">
                  <c:v>0.17695735200509199</c:v>
                </c:pt>
                <c:pt idx="3026">
                  <c:v>0.17716535433070801</c:v>
                </c:pt>
                <c:pt idx="3027">
                  <c:v>0.177215189873417</c:v>
                </c:pt>
                <c:pt idx="3028">
                  <c:v>0.17730496453900699</c:v>
                </c:pt>
                <c:pt idx="3029">
                  <c:v>0.17733990147783199</c:v>
                </c:pt>
                <c:pt idx="3030">
                  <c:v>0.17733990147783199</c:v>
                </c:pt>
                <c:pt idx="3031">
                  <c:v>0.17733990147783199</c:v>
                </c:pt>
                <c:pt idx="3032">
                  <c:v>0.177347242921013</c:v>
                </c:pt>
                <c:pt idx="3033">
                  <c:v>0.177358490566037</c:v>
                </c:pt>
                <c:pt idx="3034">
                  <c:v>0.177358490566037</c:v>
                </c:pt>
                <c:pt idx="3035">
                  <c:v>0.177358490566037</c:v>
                </c:pt>
                <c:pt idx="3036">
                  <c:v>0.17747440273037501</c:v>
                </c:pt>
                <c:pt idx="3037">
                  <c:v>0.17758186397984799</c:v>
                </c:pt>
                <c:pt idx="3038">
                  <c:v>0.17758369723435199</c:v>
                </c:pt>
                <c:pt idx="3039">
                  <c:v>0.17758985200845601</c:v>
                </c:pt>
                <c:pt idx="3040">
                  <c:v>0.17770034843205501</c:v>
                </c:pt>
                <c:pt idx="3041">
                  <c:v>0.177802944507361</c:v>
                </c:pt>
                <c:pt idx="3042">
                  <c:v>0.177858439201451</c:v>
                </c:pt>
                <c:pt idx="3043">
                  <c:v>0.177884615384615</c:v>
                </c:pt>
                <c:pt idx="3044">
                  <c:v>0.17789291882556099</c:v>
                </c:pt>
                <c:pt idx="3045">
                  <c:v>0.17799352750809</c:v>
                </c:pt>
                <c:pt idx="3046">
                  <c:v>0.178036605657238</c:v>
                </c:pt>
                <c:pt idx="3047">
                  <c:v>0.17815344603381</c:v>
                </c:pt>
                <c:pt idx="3048">
                  <c:v>0.178268251273344</c:v>
                </c:pt>
                <c:pt idx="3049">
                  <c:v>0.17829457364341</c:v>
                </c:pt>
                <c:pt idx="3050">
                  <c:v>0.17829457364341</c:v>
                </c:pt>
                <c:pt idx="3051">
                  <c:v>0.17829457364341</c:v>
                </c:pt>
                <c:pt idx="3052">
                  <c:v>0.178343949044585</c:v>
                </c:pt>
                <c:pt idx="3053">
                  <c:v>0.17846607669616499</c:v>
                </c:pt>
                <c:pt idx="3054">
                  <c:v>0.178502879078694</c:v>
                </c:pt>
                <c:pt idx="3055">
                  <c:v>0.17857142857142799</c:v>
                </c:pt>
                <c:pt idx="3056">
                  <c:v>0.17857142857142799</c:v>
                </c:pt>
                <c:pt idx="3057">
                  <c:v>0.17857142857142799</c:v>
                </c:pt>
                <c:pt idx="3058">
                  <c:v>0.17857142857142799</c:v>
                </c:pt>
                <c:pt idx="3059">
                  <c:v>0.17857142857142799</c:v>
                </c:pt>
                <c:pt idx="3060">
                  <c:v>0.17860380779691701</c:v>
                </c:pt>
                <c:pt idx="3061">
                  <c:v>0.178838412880966</c:v>
                </c:pt>
                <c:pt idx="3062">
                  <c:v>0.178838412880966</c:v>
                </c:pt>
                <c:pt idx="3063">
                  <c:v>0.17889908256880699</c:v>
                </c:pt>
                <c:pt idx="3064">
                  <c:v>0.17894736842105199</c:v>
                </c:pt>
                <c:pt idx="3065">
                  <c:v>0.17894736842105199</c:v>
                </c:pt>
                <c:pt idx="3066">
                  <c:v>0.17896274653031399</c:v>
                </c:pt>
                <c:pt idx="3067">
                  <c:v>0.178988326848249</c:v>
                </c:pt>
                <c:pt idx="3068">
                  <c:v>0.17899249732047101</c:v>
                </c:pt>
                <c:pt idx="3069">
                  <c:v>0.179039301310043</c:v>
                </c:pt>
                <c:pt idx="3070">
                  <c:v>0.179166666666666</c:v>
                </c:pt>
                <c:pt idx="3071">
                  <c:v>0.17921935129191799</c:v>
                </c:pt>
                <c:pt idx="3072">
                  <c:v>0.179226069246435</c:v>
                </c:pt>
                <c:pt idx="3073">
                  <c:v>0.179292929292929</c:v>
                </c:pt>
                <c:pt idx="3074">
                  <c:v>0.17930204572803801</c:v>
                </c:pt>
                <c:pt idx="3075">
                  <c:v>0.179407176287051</c:v>
                </c:pt>
                <c:pt idx="3076">
                  <c:v>0.179407176287051</c:v>
                </c:pt>
                <c:pt idx="3077">
                  <c:v>0.17943107221006499</c:v>
                </c:pt>
                <c:pt idx="3078">
                  <c:v>0.17954545454545401</c:v>
                </c:pt>
                <c:pt idx="3079">
                  <c:v>0.17956290608387401</c:v>
                </c:pt>
                <c:pt idx="3080">
                  <c:v>0.17960088691796</c:v>
                </c:pt>
                <c:pt idx="3081">
                  <c:v>0.17972350230414699</c:v>
                </c:pt>
                <c:pt idx="3082">
                  <c:v>0.17977528089887601</c:v>
                </c:pt>
                <c:pt idx="3083">
                  <c:v>0.179824561403508</c:v>
                </c:pt>
                <c:pt idx="3084">
                  <c:v>0.17983651226158001</c:v>
                </c:pt>
                <c:pt idx="3085">
                  <c:v>0.17995444191343901</c:v>
                </c:pt>
                <c:pt idx="3086">
                  <c:v>0.17999999999999899</c:v>
                </c:pt>
                <c:pt idx="3087">
                  <c:v>0.17999999999999899</c:v>
                </c:pt>
                <c:pt idx="3088">
                  <c:v>0.17999999999999899</c:v>
                </c:pt>
                <c:pt idx="3089">
                  <c:v>0.18003025718608101</c:v>
                </c:pt>
                <c:pt idx="3090">
                  <c:v>0.180055401662049</c:v>
                </c:pt>
                <c:pt idx="3091">
                  <c:v>0.180059523809523</c:v>
                </c:pt>
                <c:pt idx="3092">
                  <c:v>0.180059523809523</c:v>
                </c:pt>
                <c:pt idx="3093">
                  <c:v>0.18007202881152401</c:v>
                </c:pt>
                <c:pt idx="3094">
                  <c:v>0.18013245033112499</c:v>
                </c:pt>
                <c:pt idx="3095">
                  <c:v>0.18013245033112499</c:v>
                </c:pt>
                <c:pt idx="3096">
                  <c:v>0.180272108843537</c:v>
                </c:pt>
                <c:pt idx="3097">
                  <c:v>0.18028846153846101</c:v>
                </c:pt>
                <c:pt idx="3098">
                  <c:v>0.180297397769516</c:v>
                </c:pt>
                <c:pt idx="3099">
                  <c:v>0.180481283422459</c:v>
                </c:pt>
                <c:pt idx="3100">
                  <c:v>0.18052256532066499</c:v>
                </c:pt>
                <c:pt idx="3101">
                  <c:v>0.18053375196232299</c:v>
                </c:pt>
                <c:pt idx="3102">
                  <c:v>0.180722891566265</c:v>
                </c:pt>
                <c:pt idx="3103">
                  <c:v>0.180722891566265</c:v>
                </c:pt>
                <c:pt idx="3104">
                  <c:v>0.18076535750251699</c:v>
                </c:pt>
                <c:pt idx="3105">
                  <c:v>0.18081180811808101</c:v>
                </c:pt>
                <c:pt idx="3106">
                  <c:v>0.18081180811808101</c:v>
                </c:pt>
                <c:pt idx="3107">
                  <c:v>0.180851063829787</c:v>
                </c:pt>
                <c:pt idx="3108">
                  <c:v>0.18087318087318</c:v>
                </c:pt>
                <c:pt idx="3109">
                  <c:v>0.180957390846922</c:v>
                </c:pt>
                <c:pt idx="3110">
                  <c:v>0.181102362204724</c:v>
                </c:pt>
                <c:pt idx="3111">
                  <c:v>0.181102362204724</c:v>
                </c:pt>
                <c:pt idx="3112">
                  <c:v>0.18119266055045799</c:v>
                </c:pt>
                <c:pt idx="3113">
                  <c:v>0.181236673773987</c:v>
                </c:pt>
                <c:pt idx="3114">
                  <c:v>0.181409295352323</c:v>
                </c:pt>
                <c:pt idx="3115">
                  <c:v>0.181490384615384</c:v>
                </c:pt>
                <c:pt idx="3116">
                  <c:v>0.181632653061224</c:v>
                </c:pt>
                <c:pt idx="3117">
                  <c:v>0.18164794007490601</c:v>
                </c:pt>
                <c:pt idx="3118">
                  <c:v>0.18165467625899201</c:v>
                </c:pt>
                <c:pt idx="3119">
                  <c:v>0.181679389312977</c:v>
                </c:pt>
                <c:pt idx="3120">
                  <c:v>0.18181818181818099</c:v>
                </c:pt>
                <c:pt idx="3121">
                  <c:v>0.18181818181818099</c:v>
                </c:pt>
                <c:pt idx="3122">
                  <c:v>0.18201754385964899</c:v>
                </c:pt>
                <c:pt idx="3123">
                  <c:v>0.18210862619808299</c:v>
                </c:pt>
                <c:pt idx="3124">
                  <c:v>0.18214716525934799</c:v>
                </c:pt>
                <c:pt idx="3125">
                  <c:v>0.18214936247723101</c:v>
                </c:pt>
                <c:pt idx="3126">
                  <c:v>0.18214936247723101</c:v>
                </c:pt>
                <c:pt idx="3127">
                  <c:v>0.18222222222222201</c:v>
                </c:pt>
                <c:pt idx="3128">
                  <c:v>0.18227848101265801</c:v>
                </c:pt>
                <c:pt idx="3129">
                  <c:v>0.18233618233618201</c:v>
                </c:pt>
                <c:pt idx="3130">
                  <c:v>0.182492581602373</c:v>
                </c:pt>
                <c:pt idx="3131">
                  <c:v>0.18252840909090901</c:v>
                </c:pt>
                <c:pt idx="3132">
                  <c:v>0.182539682539682</c:v>
                </c:pt>
                <c:pt idx="3133">
                  <c:v>0.18287037037036999</c:v>
                </c:pt>
                <c:pt idx="3134">
                  <c:v>0.18294849023090501</c:v>
                </c:pt>
                <c:pt idx="3135">
                  <c:v>0.18301026225769601</c:v>
                </c:pt>
                <c:pt idx="3136">
                  <c:v>0.183098591549295</c:v>
                </c:pt>
                <c:pt idx="3137">
                  <c:v>0.183098591549295</c:v>
                </c:pt>
                <c:pt idx="3138">
                  <c:v>0.183098591549295</c:v>
                </c:pt>
                <c:pt idx="3139">
                  <c:v>0.183098591549295</c:v>
                </c:pt>
                <c:pt idx="3140">
                  <c:v>0.18312757201645999</c:v>
                </c:pt>
                <c:pt idx="3141">
                  <c:v>0.183184855233853</c:v>
                </c:pt>
                <c:pt idx="3142">
                  <c:v>0.18320610687022901</c:v>
                </c:pt>
                <c:pt idx="3143">
                  <c:v>0.18326693227091601</c:v>
                </c:pt>
                <c:pt idx="3144">
                  <c:v>0.18328445747800501</c:v>
                </c:pt>
                <c:pt idx="3145">
                  <c:v>0.18336886993603399</c:v>
                </c:pt>
                <c:pt idx="3146">
                  <c:v>0.183374083129584</c:v>
                </c:pt>
                <c:pt idx="3147">
                  <c:v>0.183431952662721</c:v>
                </c:pt>
                <c:pt idx="3148">
                  <c:v>0.18344827586206899</c:v>
                </c:pt>
                <c:pt idx="3149">
                  <c:v>0.18357487922705301</c:v>
                </c:pt>
                <c:pt idx="3150">
                  <c:v>0.18357487922705301</c:v>
                </c:pt>
                <c:pt idx="3151">
                  <c:v>0.18357487922705301</c:v>
                </c:pt>
                <c:pt idx="3152">
                  <c:v>0.18363939899833001</c:v>
                </c:pt>
                <c:pt idx="3153">
                  <c:v>0.18364928909952599</c:v>
                </c:pt>
                <c:pt idx="3154">
                  <c:v>0.18370739817123799</c:v>
                </c:pt>
                <c:pt idx="3155">
                  <c:v>0.183856502242152</c:v>
                </c:pt>
                <c:pt idx="3156">
                  <c:v>0.183856502242152</c:v>
                </c:pt>
                <c:pt idx="3157">
                  <c:v>0.183887915936952</c:v>
                </c:pt>
                <c:pt idx="3158">
                  <c:v>0.184073107049608</c:v>
                </c:pt>
                <c:pt idx="3159">
                  <c:v>0.184249628528974</c:v>
                </c:pt>
                <c:pt idx="3160">
                  <c:v>0.18425196850393699</c:v>
                </c:pt>
                <c:pt idx="3161">
                  <c:v>0.184306569343065</c:v>
                </c:pt>
                <c:pt idx="3162">
                  <c:v>0.184306569343065</c:v>
                </c:pt>
                <c:pt idx="3163">
                  <c:v>0.184397163120567</c:v>
                </c:pt>
                <c:pt idx="3164">
                  <c:v>0.18453865336658301</c:v>
                </c:pt>
                <c:pt idx="3165">
                  <c:v>0.184549356223175</c:v>
                </c:pt>
                <c:pt idx="3166">
                  <c:v>0.18458781362007101</c:v>
                </c:pt>
                <c:pt idx="3167">
                  <c:v>0.184782608695652</c:v>
                </c:pt>
                <c:pt idx="3168">
                  <c:v>0.184873949579831</c:v>
                </c:pt>
                <c:pt idx="3169">
                  <c:v>0.18501170960187299</c:v>
                </c:pt>
                <c:pt idx="3170">
                  <c:v>0.18510638297872301</c:v>
                </c:pt>
                <c:pt idx="3171">
                  <c:v>0.185110663983903</c:v>
                </c:pt>
                <c:pt idx="3172">
                  <c:v>0.18518518518518501</c:v>
                </c:pt>
                <c:pt idx="3173">
                  <c:v>0.18518518518518501</c:v>
                </c:pt>
                <c:pt idx="3174">
                  <c:v>0.18518518518518501</c:v>
                </c:pt>
                <c:pt idx="3175">
                  <c:v>0.185234899328859</c:v>
                </c:pt>
                <c:pt idx="3176">
                  <c:v>0.18524332810047101</c:v>
                </c:pt>
                <c:pt idx="3177">
                  <c:v>0.185279187817258</c:v>
                </c:pt>
                <c:pt idx="3178">
                  <c:v>0.185354691075514</c:v>
                </c:pt>
                <c:pt idx="3179">
                  <c:v>0.18548387096774199</c:v>
                </c:pt>
                <c:pt idx="3180">
                  <c:v>0.18559556786703599</c:v>
                </c:pt>
                <c:pt idx="3181">
                  <c:v>0.18562874251497</c:v>
                </c:pt>
                <c:pt idx="3182">
                  <c:v>0.18575667655786299</c:v>
                </c:pt>
                <c:pt idx="3183">
                  <c:v>0.18587896253602301</c:v>
                </c:pt>
                <c:pt idx="3184">
                  <c:v>0.18590704647676101</c:v>
                </c:pt>
                <c:pt idx="3185">
                  <c:v>0.18593750000000001</c:v>
                </c:pt>
                <c:pt idx="3186">
                  <c:v>0.185964912280701</c:v>
                </c:pt>
                <c:pt idx="3187">
                  <c:v>0.18600682593856599</c:v>
                </c:pt>
                <c:pt idx="3188">
                  <c:v>0.186046511627907</c:v>
                </c:pt>
                <c:pt idx="3189">
                  <c:v>0.18620689655172401</c:v>
                </c:pt>
                <c:pt idx="3190">
                  <c:v>0.18620689655172401</c:v>
                </c:pt>
                <c:pt idx="3191">
                  <c:v>0.18620689655172401</c:v>
                </c:pt>
                <c:pt idx="3192">
                  <c:v>0.18620689655172401</c:v>
                </c:pt>
                <c:pt idx="3193">
                  <c:v>0.18640776699029099</c:v>
                </c:pt>
                <c:pt idx="3194">
                  <c:v>0.186764705882352</c:v>
                </c:pt>
                <c:pt idx="3195">
                  <c:v>0.186764705882352</c:v>
                </c:pt>
                <c:pt idx="3196">
                  <c:v>0.186878727634194</c:v>
                </c:pt>
                <c:pt idx="3197">
                  <c:v>0.18696397941680901</c:v>
                </c:pt>
                <c:pt idx="3198">
                  <c:v>0.187037037037037</c:v>
                </c:pt>
                <c:pt idx="3199">
                  <c:v>0.18712273641851099</c:v>
                </c:pt>
                <c:pt idx="3200">
                  <c:v>0.18716577540106899</c:v>
                </c:pt>
                <c:pt idx="3201">
                  <c:v>0.187214611872146</c:v>
                </c:pt>
                <c:pt idx="3202">
                  <c:v>0.18722139673105401</c:v>
                </c:pt>
                <c:pt idx="3203">
                  <c:v>0.18722466960352399</c:v>
                </c:pt>
                <c:pt idx="3204">
                  <c:v>0.18722466960352399</c:v>
                </c:pt>
                <c:pt idx="3205">
                  <c:v>0.18731117824773399</c:v>
                </c:pt>
                <c:pt idx="3206">
                  <c:v>0.187363834422658</c:v>
                </c:pt>
                <c:pt idx="3207">
                  <c:v>0.18736842105263099</c:v>
                </c:pt>
                <c:pt idx="3208">
                  <c:v>0.18736842105263099</c:v>
                </c:pt>
                <c:pt idx="3209">
                  <c:v>0.18742724097788099</c:v>
                </c:pt>
                <c:pt idx="3210">
                  <c:v>0.1875</c:v>
                </c:pt>
                <c:pt idx="3211">
                  <c:v>0.1875</c:v>
                </c:pt>
                <c:pt idx="3212">
                  <c:v>0.18772563176895299</c:v>
                </c:pt>
                <c:pt idx="3213">
                  <c:v>0.18781725888324799</c:v>
                </c:pt>
                <c:pt idx="3214">
                  <c:v>0.187919463087248</c:v>
                </c:pt>
                <c:pt idx="3215">
                  <c:v>0.187958883994126</c:v>
                </c:pt>
                <c:pt idx="3216">
                  <c:v>0.187999999999999</c:v>
                </c:pt>
                <c:pt idx="3217">
                  <c:v>0.187999999999999</c:v>
                </c:pt>
                <c:pt idx="3218">
                  <c:v>0.18801652892561899</c:v>
                </c:pt>
                <c:pt idx="3219">
                  <c:v>0.188034188034188</c:v>
                </c:pt>
                <c:pt idx="3220">
                  <c:v>0.18804920913883999</c:v>
                </c:pt>
                <c:pt idx="3221">
                  <c:v>0.18804920913883999</c:v>
                </c:pt>
                <c:pt idx="3222">
                  <c:v>0.18806509945750399</c:v>
                </c:pt>
                <c:pt idx="3223">
                  <c:v>0.18806509945750399</c:v>
                </c:pt>
                <c:pt idx="3224">
                  <c:v>0.18807339449541199</c:v>
                </c:pt>
                <c:pt idx="3225">
                  <c:v>0.18815331010452899</c:v>
                </c:pt>
                <c:pt idx="3226">
                  <c:v>0.188235294117647</c:v>
                </c:pt>
                <c:pt idx="3227">
                  <c:v>0.18849449204406299</c:v>
                </c:pt>
                <c:pt idx="3228">
                  <c:v>0.18849449204406299</c:v>
                </c:pt>
                <c:pt idx="3229">
                  <c:v>0.188524590163934</c:v>
                </c:pt>
                <c:pt idx="3230">
                  <c:v>0.18863361547763</c:v>
                </c:pt>
                <c:pt idx="3231">
                  <c:v>0.188811188811188</c:v>
                </c:pt>
                <c:pt idx="3232">
                  <c:v>0.18884892086330901</c:v>
                </c:pt>
                <c:pt idx="3233">
                  <c:v>0.18884892086330901</c:v>
                </c:pt>
                <c:pt idx="3234">
                  <c:v>0.188888888888888</c:v>
                </c:pt>
                <c:pt idx="3235">
                  <c:v>0.18897637795275599</c:v>
                </c:pt>
                <c:pt idx="3236">
                  <c:v>0.18900729108244499</c:v>
                </c:pt>
                <c:pt idx="3237">
                  <c:v>0.18905472636815901</c:v>
                </c:pt>
                <c:pt idx="3238">
                  <c:v>0.18911174785100199</c:v>
                </c:pt>
                <c:pt idx="3239">
                  <c:v>0.18912529550827401</c:v>
                </c:pt>
                <c:pt idx="3240">
                  <c:v>0.18918918918918901</c:v>
                </c:pt>
                <c:pt idx="3241">
                  <c:v>0.18922305764410999</c:v>
                </c:pt>
                <c:pt idx="3242">
                  <c:v>0.189285714285714</c:v>
                </c:pt>
                <c:pt idx="3243">
                  <c:v>0.189285714285714</c:v>
                </c:pt>
                <c:pt idx="3244">
                  <c:v>0.18932038834951401</c:v>
                </c:pt>
                <c:pt idx="3245">
                  <c:v>0.18944519621109601</c:v>
                </c:pt>
                <c:pt idx="3246">
                  <c:v>0.18951612903225801</c:v>
                </c:pt>
                <c:pt idx="3247">
                  <c:v>0.189597315436241</c:v>
                </c:pt>
                <c:pt idx="3248">
                  <c:v>0.18965517241379301</c:v>
                </c:pt>
                <c:pt idx="3249">
                  <c:v>0.18967587034813899</c:v>
                </c:pt>
                <c:pt idx="3250">
                  <c:v>0.18969555035128799</c:v>
                </c:pt>
                <c:pt idx="3251">
                  <c:v>0.189723320158102</c:v>
                </c:pt>
                <c:pt idx="3252">
                  <c:v>0.18982387475538101</c:v>
                </c:pt>
                <c:pt idx="3253">
                  <c:v>0.18990384615384601</c:v>
                </c:pt>
                <c:pt idx="3254">
                  <c:v>0.18996415770609301</c:v>
                </c:pt>
                <c:pt idx="3255">
                  <c:v>0.19023397761953201</c:v>
                </c:pt>
                <c:pt idx="3256">
                  <c:v>0.190743338008415</c:v>
                </c:pt>
                <c:pt idx="3257">
                  <c:v>0.19077568134171899</c:v>
                </c:pt>
                <c:pt idx="3258">
                  <c:v>0.19083969465648801</c:v>
                </c:pt>
                <c:pt idx="3259">
                  <c:v>0.19083969465648801</c:v>
                </c:pt>
                <c:pt idx="3260">
                  <c:v>0.19085173501577199</c:v>
                </c:pt>
                <c:pt idx="3261">
                  <c:v>0.19087837837837801</c:v>
                </c:pt>
                <c:pt idx="3262">
                  <c:v>0.19090909090909</c:v>
                </c:pt>
                <c:pt idx="3263">
                  <c:v>0.19096509240246401</c:v>
                </c:pt>
                <c:pt idx="3264">
                  <c:v>0.191033138401559</c:v>
                </c:pt>
                <c:pt idx="3265">
                  <c:v>0.191176470588235</c:v>
                </c:pt>
                <c:pt idx="3266">
                  <c:v>0.19135802469135799</c:v>
                </c:pt>
                <c:pt idx="3267">
                  <c:v>0.191428571428571</c:v>
                </c:pt>
                <c:pt idx="3268">
                  <c:v>0.19158878504672899</c:v>
                </c:pt>
                <c:pt idx="3269">
                  <c:v>0.19161676646706499</c:v>
                </c:pt>
                <c:pt idx="3270">
                  <c:v>0.19166666666666601</c:v>
                </c:pt>
                <c:pt idx="3271">
                  <c:v>0.19175911251980901</c:v>
                </c:pt>
                <c:pt idx="3272">
                  <c:v>0.19191919191919099</c:v>
                </c:pt>
                <c:pt idx="3273">
                  <c:v>0.192164179104477</c:v>
                </c:pt>
                <c:pt idx="3274">
                  <c:v>0.19217081850533799</c:v>
                </c:pt>
                <c:pt idx="3275">
                  <c:v>0.192214111922141</c:v>
                </c:pt>
                <c:pt idx="3276">
                  <c:v>0.19230769230769201</c:v>
                </c:pt>
                <c:pt idx="3277">
                  <c:v>0.19230769230769201</c:v>
                </c:pt>
                <c:pt idx="3278">
                  <c:v>0.19230769230769201</c:v>
                </c:pt>
                <c:pt idx="3279">
                  <c:v>0.192368839427663</c:v>
                </c:pt>
                <c:pt idx="3280">
                  <c:v>0.192660550458715</c:v>
                </c:pt>
                <c:pt idx="3281">
                  <c:v>0.19277108433734899</c:v>
                </c:pt>
                <c:pt idx="3282">
                  <c:v>0.19277108433734899</c:v>
                </c:pt>
                <c:pt idx="3283">
                  <c:v>0.19283536585365799</c:v>
                </c:pt>
                <c:pt idx="3284">
                  <c:v>0.19291338582677101</c:v>
                </c:pt>
                <c:pt idx="3285">
                  <c:v>0.193014705882353</c:v>
                </c:pt>
                <c:pt idx="3286">
                  <c:v>0.19309262166405</c:v>
                </c:pt>
                <c:pt idx="3287">
                  <c:v>0.19311377245508901</c:v>
                </c:pt>
                <c:pt idx="3288">
                  <c:v>0.19329896907216401</c:v>
                </c:pt>
                <c:pt idx="3289">
                  <c:v>0.193343898573692</c:v>
                </c:pt>
                <c:pt idx="3290">
                  <c:v>0.19339622641509399</c:v>
                </c:pt>
                <c:pt idx="3291">
                  <c:v>0.19339622641509399</c:v>
                </c:pt>
                <c:pt idx="3292">
                  <c:v>0.19344262295081899</c:v>
                </c:pt>
                <c:pt idx="3293">
                  <c:v>0.19354838709677399</c:v>
                </c:pt>
                <c:pt idx="3294">
                  <c:v>0.19354838709677399</c:v>
                </c:pt>
                <c:pt idx="3295">
                  <c:v>0.193668528864059</c:v>
                </c:pt>
                <c:pt idx="3296">
                  <c:v>0.19382022471910099</c:v>
                </c:pt>
                <c:pt idx="3297">
                  <c:v>0.19392917369308499</c:v>
                </c:pt>
                <c:pt idx="3298">
                  <c:v>0.194029850746268</c:v>
                </c:pt>
                <c:pt idx="3299">
                  <c:v>0.19409282700421901</c:v>
                </c:pt>
                <c:pt idx="3300">
                  <c:v>0.19420989143546399</c:v>
                </c:pt>
                <c:pt idx="3301">
                  <c:v>0.19420989143546399</c:v>
                </c:pt>
                <c:pt idx="3302">
                  <c:v>0.194267515923566</c:v>
                </c:pt>
                <c:pt idx="3303">
                  <c:v>0.194277108433734</c:v>
                </c:pt>
                <c:pt idx="3304">
                  <c:v>0.19429590017825299</c:v>
                </c:pt>
                <c:pt idx="3305">
                  <c:v>0.19431279620853001</c:v>
                </c:pt>
                <c:pt idx="3306">
                  <c:v>0.19433719433719401</c:v>
                </c:pt>
                <c:pt idx="3307">
                  <c:v>0.19437939110070199</c:v>
                </c:pt>
                <c:pt idx="3308">
                  <c:v>0.194444444444444</c:v>
                </c:pt>
                <c:pt idx="3309">
                  <c:v>0.19450800915331801</c:v>
                </c:pt>
                <c:pt idx="3310">
                  <c:v>0.19465648854961801</c:v>
                </c:pt>
                <c:pt idx="3311">
                  <c:v>0.19465648854961801</c:v>
                </c:pt>
                <c:pt idx="3312">
                  <c:v>0.19474835886214401</c:v>
                </c:pt>
                <c:pt idx="3313">
                  <c:v>0.194789081885855</c:v>
                </c:pt>
                <c:pt idx="3314">
                  <c:v>0.19480519480519401</c:v>
                </c:pt>
                <c:pt idx="3315">
                  <c:v>0.19486404833836801</c:v>
                </c:pt>
                <c:pt idx="3316">
                  <c:v>0.19496855345911901</c:v>
                </c:pt>
                <c:pt idx="3317">
                  <c:v>0.19496855345911901</c:v>
                </c:pt>
                <c:pt idx="3318">
                  <c:v>0.19498069498069401</c:v>
                </c:pt>
                <c:pt idx="3319">
                  <c:v>0.19500000000000001</c:v>
                </c:pt>
                <c:pt idx="3320">
                  <c:v>0.19500000000000001</c:v>
                </c:pt>
                <c:pt idx="3321">
                  <c:v>0.19500000000000001</c:v>
                </c:pt>
                <c:pt idx="3322">
                  <c:v>0.19500000000000001</c:v>
                </c:pt>
                <c:pt idx="3323">
                  <c:v>0.19500000000000001</c:v>
                </c:pt>
                <c:pt idx="3324">
                  <c:v>0.19507575757575699</c:v>
                </c:pt>
                <c:pt idx="3325">
                  <c:v>0.19507908611599301</c:v>
                </c:pt>
                <c:pt idx="3326">
                  <c:v>0.19509202453987701</c:v>
                </c:pt>
                <c:pt idx="3327">
                  <c:v>0.195175438596491</c:v>
                </c:pt>
                <c:pt idx="3328">
                  <c:v>0.19527649769585201</c:v>
                </c:pt>
                <c:pt idx="3329">
                  <c:v>0.19527896995708099</c:v>
                </c:pt>
                <c:pt idx="3330">
                  <c:v>0.195298372513562</c:v>
                </c:pt>
                <c:pt idx="3331">
                  <c:v>0.195431472081218</c:v>
                </c:pt>
                <c:pt idx="3332">
                  <c:v>0.195505617977528</c:v>
                </c:pt>
                <c:pt idx="3333">
                  <c:v>0.19551681195516801</c:v>
                </c:pt>
                <c:pt idx="3334">
                  <c:v>0.19551934826883899</c:v>
                </c:pt>
                <c:pt idx="3335">
                  <c:v>0.195548489666136</c:v>
                </c:pt>
                <c:pt idx="3336">
                  <c:v>0.19555555555555501</c:v>
                </c:pt>
                <c:pt idx="3337">
                  <c:v>0.19565217391304299</c:v>
                </c:pt>
                <c:pt idx="3338">
                  <c:v>0.19565217391304299</c:v>
                </c:pt>
                <c:pt idx="3339">
                  <c:v>0.195691202872531</c:v>
                </c:pt>
                <c:pt idx="3340">
                  <c:v>0.19586374695863701</c:v>
                </c:pt>
                <c:pt idx="3341">
                  <c:v>0.19587628865979301</c:v>
                </c:pt>
                <c:pt idx="3342">
                  <c:v>0.19587628865979301</c:v>
                </c:pt>
                <c:pt idx="3343">
                  <c:v>0.195928753180661</c:v>
                </c:pt>
                <c:pt idx="3344">
                  <c:v>0.19599427753934101</c:v>
                </c:pt>
                <c:pt idx="3345">
                  <c:v>0.19631901840490701</c:v>
                </c:pt>
                <c:pt idx="3346">
                  <c:v>0.196513470681457</c:v>
                </c:pt>
                <c:pt idx="3347">
                  <c:v>0.196750902527075</c:v>
                </c:pt>
                <c:pt idx="3348">
                  <c:v>0.196754563894523</c:v>
                </c:pt>
                <c:pt idx="3349">
                  <c:v>0.19677790563866501</c:v>
                </c:pt>
                <c:pt idx="3350">
                  <c:v>0.19680851063829699</c:v>
                </c:pt>
                <c:pt idx="3351">
                  <c:v>0.19689922480620101</c:v>
                </c:pt>
                <c:pt idx="3352">
                  <c:v>0.19692307692307601</c:v>
                </c:pt>
                <c:pt idx="3353">
                  <c:v>0.196946564885496</c:v>
                </c:pt>
                <c:pt idx="3354">
                  <c:v>0.19696969696969699</c:v>
                </c:pt>
                <c:pt idx="3355">
                  <c:v>0.19700748129675799</c:v>
                </c:pt>
                <c:pt idx="3356">
                  <c:v>0.197044334975369</c:v>
                </c:pt>
                <c:pt idx="3357">
                  <c:v>0.197132616487455</c:v>
                </c:pt>
                <c:pt idx="3358">
                  <c:v>0.19718309859154901</c:v>
                </c:pt>
                <c:pt idx="3359">
                  <c:v>0.19720279720279699</c:v>
                </c:pt>
                <c:pt idx="3360">
                  <c:v>0.19723183391003399</c:v>
                </c:pt>
                <c:pt idx="3361">
                  <c:v>0.19723183391003399</c:v>
                </c:pt>
                <c:pt idx="3362">
                  <c:v>0.197247706422018</c:v>
                </c:pt>
                <c:pt idx="3363">
                  <c:v>0.197368421052631</c:v>
                </c:pt>
                <c:pt idx="3364">
                  <c:v>0.197411003236245</c:v>
                </c:pt>
                <c:pt idx="3365">
                  <c:v>0.19741697416974099</c:v>
                </c:pt>
                <c:pt idx="3366">
                  <c:v>0.19741935483870901</c:v>
                </c:pt>
                <c:pt idx="3367">
                  <c:v>0.19745222929936301</c:v>
                </c:pt>
                <c:pt idx="3368">
                  <c:v>0.19746376811594199</c:v>
                </c:pt>
                <c:pt idx="3369">
                  <c:v>0.19748427672955901</c:v>
                </c:pt>
                <c:pt idx="3370">
                  <c:v>0.197547683923705</c:v>
                </c:pt>
                <c:pt idx="3371">
                  <c:v>0.19758064516129001</c:v>
                </c:pt>
                <c:pt idx="3372">
                  <c:v>0.197707736389684</c:v>
                </c:pt>
                <c:pt idx="3373">
                  <c:v>0.19783783783783701</c:v>
                </c:pt>
                <c:pt idx="3374">
                  <c:v>0.19783783783783701</c:v>
                </c:pt>
                <c:pt idx="3375">
                  <c:v>0.198033707865168</c:v>
                </c:pt>
                <c:pt idx="3376">
                  <c:v>0.198036951501154</c:v>
                </c:pt>
                <c:pt idx="3377">
                  <c:v>0.198036951501154</c:v>
                </c:pt>
                <c:pt idx="3378">
                  <c:v>0.19814241486068099</c:v>
                </c:pt>
                <c:pt idx="3379">
                  <c:v>0.19815668202764899</c:v>
                </c:pt>
                <c:pt idx="3380">
                  <c:v>0.19819819819819801</c:v>
                </c:pt>
                <c:pt idx="3381">
                  <c:v>0.198218262806236</c:v>
                </c:pt>
                <c:pt idx="3382">
                  <c:v>0.19826264690853301</c:v>
                </c:pt>
                <c:pt idx="3383">
                  <c:v>0.19850187265917599</c:v>
                </c:pt>
                <c:pt idx="3384">
                  <c:v>0.19854280510018199</c:v>
                </c:pt>
                <c:pt idx="3385">
                  <c:v>0.198568872987477</c:v>
                </c:pt>
                <c:pt idx="3386">
                  <c:v>0.19879518072289101</c:v>
                </c:pt>
                <c:pt idx="3387">
                  <c:v>0.19896640826873299</c:v>
                </c:pt>
                <c:pt idx="3388">
                  <c:v>0.198970840480274</c:v>
                </c:pt>
                <c:pt idx="3389">
                  <c:v>0.19900497512437801</c:v>
                </c:pt>
                <c:pt idx="3390">
                  <c:v>0.199052132701421</c:v>
                </c:pt>
                <c:pt idx="3391">
                  <c:v>0.19906868451688001</c:v>
                </c:pt>
                <c:pt idx="3392">
                  <c:v>0.199108469539375</c:v>
                </c:pt>
                <c:pt idx="3393">
                  <c:v>0.19915254237288099</c:v>
                </c:pt>
                <c:pt idx="3394">
                  <c:v>0.19915254237288099</c:v>
                </c:pt>
                <c:pt idx="3395">
                  <c:v>0.199233716475095</c:v>
                </c:pt>
                <c:pt idx="3396">
                  <c:v>0.199426111908177</c:v>
                </c:pt>
                <c:pt idx="3397">
                  <c:v>0.199637023593466</c:v>
                </c:pt>
                <c:pt idx="3398">
                  <c:v>0.19965576592082601</c:v>
                </c:pt>
                <c:pt idx="3399">
                  <c:v>0.19966996699669901</c:v>
                </c:pt>
                <c:pt idx="3400">
                  <c:v>0.19971870604781999</c:v>
                </c:pt>
                <c:pt idx="3401">
                  <c:v>0.19999999999999901</c:v>
                </c:pt>
                <c:pt idx="3402">
                  <c:v>0.19999999999999901</c:v>
                </c:pt>
                <c:pt idx="3403">
                  <c:v>0.19999999999999901</c:v>
                </c:pt>
                <c:pt idx="3404">
                  <c:v>0.19999999999999901</c:v>
                </c:pt>
                <c:pt idx="3405">
                  <c:v>0.19999999999999901</c:v>
                </c:pt>
                <c:pt idx="3406">
                  <c:v>0.19999999999999901</c:v>
                </c:pt>
                <c:pt idx="3407">
                  <c:v>0.19999999999999901</c:v>
                </c:pt>
                <c:pt idx="3408">
                  <c:v>0.19999999999999901</c:v>
                </c:pt>
                <c:pt idx="3409">
                  <c:v>0.20021762785636499</c:v>
                </c:pt>
                <c:pt idx="3410">
                  <c:v>0.200351493848857</c:v>
                </c:pt>
                <c:pt idx="3411">
                  <c:v>0.20038535645472</c:v>
                </c:pt>
                <c:pt idx="3412">
                  <c:v>0.20044052863436099</c:v>
                </c:pt>
                <c:pt idx="3413">
                  <c:v>0.20051085568326901</c:v>
                </c:pt>
                <c:pt idx="3414">
                  <c:v>0.20053475935828799</c:v>
                </c:pt>
                <c:pt idx="3415">
                  <c:v>0.200561009817671</c:v>
                </c:pt>
                <c:pt idx="3416">
                  <c:v>0.20071047957371199</c:v>
                </c:pt>
                <c:pt idx="3417">
                  <c:v>0.20071047957371199</c:v>
                </c:pt>
                <c:pt idx="3418">
                  <c:v>0.20071684587813601</c:v>
                </c:pt>
                <c:pt idx="3419">
                  <c:v>0.200750469043152</c:v>
                </c:pt>
                <c:pt idx="3420">
                  <c:v>0.20082815734989601</c:v>
                </c:pt>
                <c:pt idx="3421">
                  <c:v>0.20100502512562801</c:v>
                </c:pt>
                <c:pt idx="3422">
                  <c:v>0.20102214650766601</c:v>
                </c:pt>
                <c:pt idx="3423">
                  <c:v>0.201096892138939</c:v>
                </c:pt>
                <c:pt idx="3424">
                  <c:v>0.20111731843575401</c:v>
                </c:pt>
                <c:pt idx="3425">
                  <c:v>0.20112781954887199</c:v>
                </c:pt>
                <c:pt idx="3426">
                  <c:v>0.20114942528735599</c:v>
                </c:pt>
                <c:pt idx="3427">
                  <c:v>0.20117474302496299</c:v>
                </c:pt>
                <c:pt idx="3428">
                  <c:v>0.20117474302496299</c:v>
                </c:pt>
                <c:pt idx="3429">
                  <c:v>0.20117474302496299</c:v>
                </c:pt>
                <c:pt idx="3430">
                  <c:v>0.20123203285420899</c:v>
                </c:pt>
                <c:pt idx="3431">
                  <c:v>0.201277955271565</c:v>
                </c:pt>
                <c:pt idx="3432">
                  <c:v>0.201408450704225</c:v>
                </c:pt>
                <c:pt idx="3433">
                  <c:v>0.20161290322580599</c:v>
                </c:pt>
                <c:pt idx="3434">
                  <c:v>0.201773835920177</c:v>
                </c:pt>
                <c:pt idx="3435">
                  <c:v>0.201834862385321</c:v>
                </c:pt>
                <c:pt idx="3436">
                  <c:v>0.20184899845916801</c:v>
                </c:pt>
                <c:pt idx="3437">
                  <c:v>0.20214669051878301</c:v>
                </c:pt>
                <c:pt idx="3438">
                  <c:v>0.202153110047846</c:v>
                </c:pt>
                <c:pt idx="3439">
                  <c:v>0.202166064981949</c:v>
                </c:pt>
                <c:pt idx="3440">
                  <c:v>0.20227920227920199</c:v>
                </c:pt>
                <c:pt idx="3441">
                  <c:v>0.20255319148936099</c:v>
                </c:pt>
                <c:pt idx="3442">
                  <c:v>0.202597402597402</c:v>
                </c:pt>
                <c:pt idx="3443">
                  <c:v>0.202626641651031</c:v>
                </c:pt>
                <c:pt idx="3444">
                  <c:v>0.202626641651031</c:v>
                </c:pt>
                <c:pt idx="3445">
                  <c:v>0.202631578947368</c:v>
                </c:pt>
                <c:pt idx="3446">
                  <c:v>0.20264317180616701</c:v>
                </c:pt>
                <c:pt idx="3447">
                  <c:v>0.202788339670469</c:v>
                </c:pt>
                <c:pt idx="3448">
                  <c:v>0.20283018867924499</c:v>
                </c:pt>
                <c:pt idx="3449">
                  <c:v>0.202863961813842</c:v>
                </c:pt>
                <c:pt idx="3450">
                  <c:v>0.20287253141831199</c:v>
                </c:pt>
                <c:pt idx="3451">
                  <c:v>0.20287958115183199</c:v>
                </c:pt>
                <c:pt idx="3452">
                  <c:v>0.20291616038882099</c:v>
                </c:pt>
                <c:pt idx="3453">
                  <c:v>0.20291777188328899</c:v>
                </c:pt>
                <c:pt idx="3454">
                  <c:v>0.20298672566371601</c:v>
                </c:pt>
                <c:pt idx="3455">
                  <c:v>0.203023758099352</c:v>
                </c:pt>
                <c:pt idx="3456">
                  <c:v>0.203071672354948</c:v>
                </c:pt>
                <c:pt idx="3457">
                  <c:v>0.20348837209302301</c:v>
                </c:pt>
                <c:pt idx="3458">
                  <c:v>0.20353982300884901</c:v>
                </c:pt>
                <c:pt idx="3459">
                  <c:v>0.20357941834451801</c:v>
                </c:pt>
                <c:pt idx="3460">
                  <c:v>0.20357941834451801</c:v>
                </c:pt>
                <c:pt idx="3461">
                  <c:v>0.20359281437125701</c:v>
                </c:pt>
                <c:pt idx="3462">
                  <c:v>0.20361083249749201</c:v>
                </c:pt>
                <c:pt idx="3463">
                  <c:v>0.203619909502262</c:v>
                </c:pt>
                <c:pt idx="3464">
                  <c:v>0.203619909502262</c:v>
                </c:pt>
                <c:pt idx="3465">
                  <c:v>0.203732503888024</c:v>
                </c:pt>
                <c:pt idx="3466">
                  <c:v>0.20377358490566</c:v>
                </c:pt>
                <c:pt idx="3467">
                  <c:v>0.20378151260504099</c:v>
                </c:pt>
                <c:pt idx="3468">
                  <c:v>0.20378151260504099</c:v>
                </c:pt>
                <c:pt idx="3469">
                  <c:v>0.203804347826086</c:v>
                </c:pt>
                <c:pt idx="3470">
                  <c:v>0.20388349514563001</c:v>
                </c:pt>
                <c:pt idx="3471">
                  <c:v>0.20388349514563001</c:v>
                </c:pt>
                <c:pt idx="3472">
                  <c:v>0.20395550061804599</c:v>
                </c:pt>
                <c:pt idx="3473">
                  <c:v>0.203957382039573</c:v>
                </c:pt>
                <c:pt idx="3474">
                  <c:v>0.20404411764705799</c:v>
                </c:pt>
                <c:pt idx="3475">
                  <c:v>0.20408163265306101</c:v>
                </c:pt>
                <c:pt idx="3476">
                  <c:v>0.20408163265306101</c:v>
                </c:pt>
                <c:pt idx="3477">
                  <c:v>0.20431472081218199</c:v>
                </c:pt>
                <c:pt idx="3478">
                  <c:v>0.204318936877076</c:v>
                </c:pt>
                <c:pt idx="3479">
                  <c:v>0.20458553791887099</c:v>
                </c:pt>
                <c:pt idx="3480">
                  <c:v>0.20458553791887099</c:v>
                </c:pt>
                <c:pt idx="3481">
                  <c:v>0.20460358056265901</c:v>
                </c:pt>
                <c:pt idx="3482">
                  <c:v>0.20465116279069701</c:v>
                </c:pt>
                <c:pt idx="3483">
                  <c:v>0.20474406991260899</c:v>
                </c:pt>
                <c:pt idx="3484">
                  <c:v>0.20480225988700501</c:v>
                </c:pt>
                <c:pt idx="3485">
                  <c:v>0.20481927710843301</c:v>
                </c:pt>
                <c:pt idx="3486">
                  <c:v>0.20486815415821399</c:v>
                </c:pt>
                <c:pt idx="3487">
                  <c:v>0.20488721804511201</c:v>
                </c:pt>
                <c:pt idx="3488">
                  <c:v>0.205035971223021</c:v>
                </c:pt>
                <c:pt idx="3489">
                  <c:v>0.205035971223021</c:v>
                </c:pt>
                <c:pt idx="3490">
                  <c:v>0.205298013245033</c:v>
                </c:pt>
                <c:pt idx="3491">
                  <c:v>0.205412054120541</c:v>
                </c:pt>
                <c:pt idx="3492">
                  <c:v>0.205508474576271</c:v>
                </c:pt>
                <c:pt idx="3493">
                  <c:v>0.205640423031727</c:v>
                </c:pt>
                <c:pt idx="3494">
                  <c:v>0.20572916666666599</c:v>
                </c:pt>
                <c:pt idx="3495">
                  <c:v>0.20577164366373901</c:v>
                </c:pt>
                <c:pt idx="3496">
                  <c:v>0.20577617328519801</c:v>
                </c:pt>
                <c:pt idx="3497">
                  <c:v>0.20578231292516999</c:v>
                </c:pt>
                <c:pt idx="3498">
                  <c:v>0.20604395604395501</c:v>
                </c:pt>
                <c:pt idx="3499">
                  <c:v>0.20604395604395501</c:v>
                </c:pt>
                <c:pt idx="3500">
                  <c:v>0.20611702127659501</c:v>
                </c:pt>
                <c:pt idx="3501">
                  <c:v>0.20621468926553599</c:v>
                </c:pt>
                <c:pt idx="3502">
                  <c:v>0.206235011990407</c:v>
                </c:pt>
                <c:pt idx="3503">
                  <c:v>0.20624999999999999</c:v>
                </c:pt>
                <c:pt idx="3504">
                  <c:v>0.20627261761158</c:v>
                </c:pt>
                <c:pt idx="3505">
                  <c:v>0.20631970260223001</c:v>
                </c:pt>
                <c:pt idx="3506">
                  <c:v>0.20652173913043401</c:v>
                </c:pt>
                <c:pt idx="3507">
                  <c:v>0.20652173913043401</c:v>
                </c:pt>
                <c:pt idx="3508">
                  <c:v>0.20673813169984601</c:v>
                </c:pt>
                <c:pt idx="3509">
                  <c:v>0.206779661016949</c:v>
                </c:pt>
                <c:pt idx="3510">
                  <c:v>0.20689655172413701</c:v>
                </c:pt>
                <c:pt idx="3511">
                  <c:v>0.206959706959706</c:v>
                </c:pt>
                <c:pt idx="3512">
                  <c:v>0.206976744186046</c:v>
                </c:pt>
                <c:pt idx="3513">
                  <c:v>0.206992230854605</c:v>
                </c:pt>
                <c:pt idx="3514">
                  <c:v>0.20708955223880501</c:v>
                </c:pt>
                <c:pt idx="3515">
                  <c:v>0.20717131474103501</c:v>
                </c:pt>
                <c:pt idx="3516">
                  <c:v>0.207317073170731</c:v>
                </c:pt>
                <c:pt idx="3517">
                  <c:v>0.207317073170731</c:v>
                </c:pt>
                <c:pt idx="3518">
                  <c:v>0.207317073170731</c:v>
                </c:pt>
                <c:pt idx="3519">
                  <c:v>0.207488299531981</c:v>
                </c:pt>
                <c:pt idx="3520">
                  <c:v>0.20751802265705399</c:v>
                </c:pt>
                <c:pt idx="3521">
                  <c:v>0.20752427184465999</c:v>
                </c:pt>
                <c:pt idx="3522">
                  <c:v>0.20759056929269601</c:v>
                </c:pt>
                <c:pt idx="3523">
                  <c:v>0.20767888307155299</c:v>
                </c:pt>
                <c:pt idx="3524">
                  <c:v>0.20769230769230701</c:v>
                </c:pt>
                <c:pt idx="3525">
                  <c:v>0.20774647887323899</c:v>
                </c:pt>
                <c:pt idx="3526">
                  <c:v>0.207920792079207</c:v>
                </c:pt>
                <c:pt idx="3527">
                  <c:v>0.20807127882599499</c:v>
                </c:pt>
                <c:pt idx="3528">
                  <c:v>0.20813397129186501</c:v>
                </c:pt>
                <c:pt idx="3529">
                  <c:v>0.208215297450425</c:v>
                </c:pt>
                <c:pt idx="3530">
                  <c:v>0.20823798627002299</c:v>
                </c:pt>
                <c:pt idx="3531">
                  <c:v>0.208242950108459</c:v>
                </c:pt>
                <c:pt idx="3532">
                  <c:v>0.20833333333333301</c:v>
                </c:pt>
                <c:pt idx="3533">
                  <c:v>0.20861372812920501</c:v>
                </c:pt>
                <c:pt idx="3534">
                  <c:v>0.2088772845953</c:v>
                </c:pt>
                <c:pt idx="3535">
                  <c:v>0.20898876404494299</c:v>
                </c:pt>
                <c:pt idx="3536">
                  <c:v>0.209068010075566</c:v>
                </c:pt>
                <c:pt idx="3537">
                  <c:v>0.20909090909090899</c:v>
                </c:pt>
                <c:pt idx="3538">
                  <c:v>0.20910209102091001</c:v>
                </c:pt>
                <c:pt idx="3539">
                  <c:v>0.209125475285171</c:v>
                </c:pt>
                <c:pt idx="3540">
                  <c:v>0.20926243567753</c:v>
                </c:pt>
                <c:pt idx="3541">
                  <c:v>0.209302325581395</c:v>
                </c:pt>
                <c:pt idx="3542">
                  <c:v>0.20936639118457201</c:v>
                </c:pt>
                <c:pt idx="3543">
                  <c:v>0.20938628158844699</c:v>
                </c:pt>
                <c:pt idx="3544">
                  <c:v>0.20940170940170899</c:v>
                </c:pt>
                <c:pt idx="3545">
                  <c:v>0.20955315870570099</c:v>
                </c:pt>
                <c:pt idx="3546">
                  <c:v>0.20958904109588999</c:v>
                </c:pt>
                <c:pt idx="3547">
                  <c:v>0.209677419354838</c:v>
                </c:pt>
                <c:pt idx="3548">
                  <c:v>0.209677419354838</c:v>
                </c:pt>
                <c:pt idx="3549">
                  <c:v>0.209677419354838</c:v>
                </c:pt>
                <c:pt idx="3550">
                  <c:v>0.20970873786407701</c:v>
                </c:pt>
                <c:pt idx="3551">
                  <c:v>0.20970873786407701</c:v>
                </c:pt>
                <c:pt idx="3552">
                  <c:v>0.20970873786407701</c:v>
                </c:pt>
                <c:pt idx="3553">
                  <c:v>0.20974576271186399</c:v>
                </c:pt>
                <c:pt idx="3554">
                  <c:v>0.20975609756097499</c:v>
                </c:pt>
                <c:pt idx="3555">
                  <c:v>0.20978120978120901</c:v>
                </c:pt>
                <c:pt idx="3556">
                  <c:v>0.20979020979020899</c:v>
                </c:pt>
                <c:pt idx="3557">
                  <c:v>0.209876543209876</c:v>
                </c:pt>
                <c:pt idx="3558">
                  <c:v>0.209937888198757</c:v>
                </c:pt>
                <c:pt idx="3559">
                  <c:v>0.21001221001220899</c:v>
                </c:pt>
                <c:pt idx="3560">
                  <c:v>0.21014492753623101</c:v>
                </c:pt>
                <c:pt idx="3561">
                  <c:v>0.21025641025641001</c:v>
                </c:pt>
                <c:pt idx="3562">
                  <c:v>0.210280373831775</c:v>
                </c:pt>
                <c:pt idx="3563">
                  <c:v>0.210300429184549</c:v>
                </c:pt>
                <c:pt idx="3564">
                  <c:v>0.210300429184549</c:v>
                </c:pt>
                <c:pt idx="3565">
                  <c:v>0.21063500258131099</c:v>
                </c:pt>
                <c:pt idx="3566">
                  <c:v>0.21063500258131099</c:v>
                </c:pt>
                <c:pt idx="3567">
                  <c:v>0.21072088724584101</c:v>
                </c:pt>
                <c:pt idx="3568">
                  <c:v>0.210843373493975</c:v>
                </c:pt>
                <c:pt idx="3569">
                  <c:v>0.210892236384704</c:v>
                </c:pt>
                <c:pt idx="3570">
                  <c:v>0.210900473933649</c:v>
                </c:pt>
                <c:pt idx="3571">
                  <c:v>0.21092564491654001</c:v>
                </c:pt>
                <c:pt idx="3572">
                  <c:v>0.21092757306226101</c:v>
                </c:pt>
                <c:pt idx="3573">
                  <c:v>0.21115537848605501</c:v>
                </c:pt>
                <c:pt idx="3574">
                  <c:v>0.21124540199684699</c:v>
                </c:pt>
                <c:pt idx="3575">
                  <c:v>0.21126760563380201</c:v>
                </c:pt>
                <c:pt idx="3576">
                  <c:v>0.211334120425029</c:v>
                </c:pt>
                <c:pt idx="3577">
                  <c:v>0.21134020618556601</c:v>
                </c:pt>
                <c:pt idx="3578">
                  <c:v>0.21149897330595399</c:v>
                </c:pt>
                <c:pt idx="3579">
                  <c:v>0.21164342025469901</c:v>
                </c:pt>
                <c:pt idx="3580">
                  <c:v>0.21164772727272699</c:v>
                </c:pt>
                <c:pt idx="3581">
                  <c:v>0.21175030599755201</c:v>
                </c:pt>
                <c:pt idx="3582">
                  <c:v>0.21179039301309999</c:v>
                </c:pt>
                <c:pt idx="3583">
                  <c:v>0.21193666260657701</c:v>
                </c:pt>
                <c:pt idx="3584">
                  <c:v>0.21194605009633899</c:v>
                </c:pt>
                <c:pt idx="3585">
                  <c:v>0.211981566820276</c:v>
                </c:pt>
                <c:pt idx="3586">
                  <c:v>0.21199999999999899</c:v>
                </c:pt>
                <c:pt idx="3587">
                  <c:v>0.212048192771084</c:v>
                </c:pt>
                <c:pt idx="3588">
                  <c:v>0.21212121212121199</c:v>
                </c:pt>
                <c:pt idx="3589">
                  <c:v>0.21212121212121199</c:v>
                </c:pt>
                <c:pt idx="3590">
                  <c:v>0.21216617210682401</c:v>
                </c:pt>
                <c:pt idx="3591">
                  <c:v>0.212244897959183</c:v>
                </c:pt>
                <c:pt idx="3592">
                  <c:v>0.212307692307692</c:v>
                </c:pt>
                <c:pt idx="3593">
                  <c:v>0.21246458923512701</c:v>
                </c:pt>
                <c:pt idx="3594">
                  <c:v>0.21246458923512701</c:v>
                </c:pt>
                <c:pt idx="3595">
                  <c:v>0.21252796420581599</c:v>
                </c:pt>
                <c:pt idx="3596">
                  <c:v>0.212875536480686</c:v>
                </c:pt>
                <c:pt idx="3597">
                  <c:v>0.21290322580645099</c:v>
                </c:pt>
                <c:pt idx="3598">
                  <c:v>0.21313868613138601</c:v>
                </c:pt>
                <c:pt idx="3599">
                  <c:v>0.213140196585618</c:v>
                </c:pt>
                <c:pt idx="3600">
                  <c:v>0.21319796954314699</c:v>
                </c:pt>
                <c:pt idx="3601">
                  <c:v>0.213403880070546</c:v>
                </c:pt>
                <c:pt idx="3602">
                  <c:v>0.21341463414634099</c:v>
                </c:pt>
                <c:pt idx="3603">
                  <c:v>0.213740458015267</c:v>
                </c:pt>
                <c:pt idx="3604">
                  <c:v>0.214035087719298</c:v>
                </c:pt>
                <c:pt idx="3605">
                  <c:v>0.214285714285714</c:v>
                </c:pt>
                <c:pt idx="3606">
                  <c:v>0.21437422552664101</c:v>
                </c:pt>
                <c:pt idx="3607">
                  <c:v>0.21443089430894299</c:v>
                </c:pt>
                <c:pt idx="3608">
                  <c:v>0.21443736730360899</c:v>
                </c:pt>
                <c:pt idx="3609">
                  <c:v>0.21443736730360899</c:v>
                </c:pt>
                <c:pt idx="3610">
                  <c:v>0.21457489878542499</c:v>
                </c:pt>
                <c:pt idx="3611">
                  <c:v>0.21468926553672299</c:v>
                </c:pt>
                <c:pt idx="3612">
                  <c:v>0.214700193423597</c:v>
                </c:pt>
                <c:pt idx="3613">
                  <c:v>0.21495327102803699</c:v>
                </c:pt>
                <c:pt idx="3614">
                  <c:v>0.214961306964746</c:v>
                </c:pt>
                <c:pt idx="3615">
                  <c:v>0.21510883482714399</c:v>
                </c:pt>
                <c:pt idx="3616">
                  <c:v>0.215111111111111</c:v>
                </c:pt>
                <c:pt idx="3617">
                  <c:v>0.215111111111111</c:v>
                </c:pt>
                <c:pt idx="3618">
                  <c:v>0.21516164994425799</c:v>
                </c:pt>
                <c:pt idx="3619">
                  <c:v>0.21522309711286</c:v>
                </c:pt>
                <c:pt idx="3620">
                  <c:v>0.21523579201934701</c:v>
                </c:pt>
                <c:pt idx="3621">
                  <c:v>0.21533923303834801</c:v>
                </c:pt>
                <c:pt idx="3622">
                  <c:v>0.21538461538461501</c:v>
                </c:pt>
                <c:pt idx="3623">
                  <c:v>0.215652173913043</c:v>
                </c:pt>
                <c:pt idx="3624">
                  <c:v>0.21568627450980299</c:v>
                </c:pt>
                <c:pt idx="3625">
                  <c:v>0.215932914046121</c:v>
                </c:pt>
                <c:pt idx="3626">
                  <c:v>0.215932914046121</c:v>
                </c:pt>
                <c:pt idx="3627">
                  <c:v>0.21615720524017401</c:v>
                </c:pt>
                <c:pt idx="3628">
                  <c:v>0.216168717047451</c:v>
                </c:pt>
                <c:pt idx="3629">
                  <c:v>0.21627731725697</c:v>
                </c:pt>
                <c:pt idx="3630">
                  <c:v>0.21629542790152401</c:v>
                </c:pt>
                <c:pt idx="3631">
                  <c:v>0.216386554621848</c:v>
                </c:pt>
                <c:pt idx="3632">
                  <c:v>0.21647509578544</c:v>
                </c:pt>
                <c:pt idx="3633">
                  <c:v>0.216494845360824</c:v>
                </c:pt>
                <c:pt idx="3634">
                  <c:v>0.216494845360824</c:v>
                </c:pt>
                <c:pt idx="3635">
                  <c:v>0.216494845360824</c:v>
                </c:pt>
                <c:pt idx="3636">
                  <c:v>0.21654501216545</c:v>
                </c:pt>
                <c:pt idx="3637">
                  <c:v>0.21670702179176701</c:v>
                </c:pt>
                <c:pt idx="3638">
                  <c:v>0.216721672167216</c:v>
                </c:pt>
                <c:pt idx="3639">
                  <c:v>0.21682847896440099</c:v>
                </c:pt>
                <c:pt idx="3640">
                  <c:v>0.21682847896440099</c:v>
                </c:pt>
                <c:pt idx="3641">
                  <c:v>0.21690427698574299</c:v>
                </c:pt>
                <c:pt idx="3642">
                  <c:v>0.21711366538952701</c:v>
                </c:pt>
                <c:pt idx="3643">
                  <c:v>0.217391304347826</c:v>
                </c:pt>
                <c:pt idx="3644">
                  <c:v>0.217462039045553</c:v>
                </c:pt>
                <c:pt idx="3645">
                  <c:v>0.2175</c:v>
                </c:pt>
                <c:pt idx="3646">
                  <c:v>0.217579250720461</c:v>
                </c:pt>
                <c:pt idx="3647">
                  <c:v>0.21763602251407099</c:v>
                </c:pt>
                <c:pt idx="3648">
                  <c:v>0.21768707482993199</c:v>
                </c:pt>
                <c:pt idx="3649">
                  <c:v>0.21779548472775501</c:v>
                </c:pt>
                <c:pt idx="3650">
                  <c:v>0.21814254859611201</c:v>
                </c:pt>
                <c:pt idx="3651">
                  <c:v>0.21814671814671799</c:v>
                </c:pt>
                <c:pt idx="3652">
                  <c:v>0.21841155234657</c:v>
                </c:pt>
                <c:pt idx="3653">
                  <c:v>0.21842105263157799</c:v>
                </c:pt>
                <c:pt idx="3654">
                  <c:v>0.21842105263157799</c:v>
                </c:pt>
                <c:pt idx="3655">
                  <c:v>0.21866666666666601</c:v>
                </c:pt>
                <c:pt idx="3656">
                  <c:v>0.21866666666666601</c:v>
                </c:pt>
                <c:pt idx="3657">
                  <c:v>0.21880064829821699</c:v>
                </c:pt>
                <c:pt idx="3658">
                  <c:v>0.21900826446280899</c:v>
                </c:pt>
                <c:pt idx="3659">
                  <c:v>0.21908602150537601</c:v>
                </c:pt>
                <c:pt idx="3660">
                  <c:v>0.21925925925925899</c:v>
                </c:pt>
                <c:pt idx="3661">
                  <c:v>0.21926229508196701</c:v>
                </c:pt>
                <c:pt idx="3662">
                  <c:v>0.219284603421461</c:v>
                </c:pt>
                <c:pt idx="3663">
                  <c:v>0.21928665785997301</c:v>
                </c:pt>
                <c:pt idx="3664">
                  <c:v>0.21931589537223301</c:v>
                </c:pt>
                <c:pt idx="3665">
                  <c:v>0.21937321937321899</c:v>
                </c:pt>
                <c:pt idx="3666">
                  <c:v>0.21938775510204001</c:v>
                </c:pt>
                <c:pt idx="3667">
                  <c:v>0.219444444444444</c:v>
                </c:pt>
                <c:pt idx="3668">
                  <c:v>0.21962616822429901</c:v>
                </c:pt>
                <c:pt idx="3669">
                  <c:v>0.219635627530364</c:v>
                </c:pt>
                <c:pt idx="3670">
                  <c:v>0.21963824289405601</c:v>
                </c:pt>
                <c:pt idx="3671">
                  <c:v>0.219642857142857</c:v>
                </c:pt>
                <c:pt idx="3672">
                  <c:v>0.219796215429403</c:v>
                </c:pt>
                <c:pt idx="3673">
                  <c:v>0.21986222732491301</c:v>
                </c:pt>
                <c:pt idx="3674">
                  <c:v>0.219895287958115</c:v>
                </c:pt>
                <c:pt idx="3675">
                  <c:v>0.21991447770311501</c:v>
                </c:pt>
                <c:pt idx="3676">
                  <c:v>0.21995464852607699</c:v>
                </c:pt>
                <c:pt idx="3677">
                  <c:v>0.220035778175313</c:v>
                </c:pt>
                <c:pt idx="3678">
                  <c:v>0.22009569377990401</c:v>
                </c:pt>
                <c:pt idx="3679">
                  <c:v>0.22013274336283101</c:v>
                </c:pt>
                <c:pt idx="3680">
                  <c:v>0.22033898305084701</c:v>
                </c:pt>
                <c:pt idx="3681">
                  <c:v>0.22037422037422</c:v>
                </c:pt>
                <c:pt idx="3682">
                  <c:v>0.22038567493112901</c:v>
                </c:pt>
                <c:pt idx="3683">
                  <c:v>0.220458553791887</c:v>
                </c:pt>
                <c:pt idx="3684">
                  <c:v>0.22063037249283601</c:v>
                </c:pt>
                <c:pt idx="3685">
                  <c:v>0.22063329928498401</c:v>
                </c:pt>
                <c:pt idx="3686">
                  <c:v>0.22063329928498401</c:v>
                </c:pt>
                <c:pt idx="3687">
                  <c:v>0.22075782537067501</c:v>
                </c:pt>
                <c:pt idx="3688">
                  <c:v>0.22077922077921999</c:v>
                </c:pt>
                <c:pt idx="3689">
                  <c:v>0.22077922077921999</c:v>
                </c:pt>
                <c:pt idx="3690">
                  <c:v>0.22089947089947001</c:v>
                </c:pt>
                <c:pt idx="3691">
                  <c:v>0.22100122100122099</c:v>
                </c:pt>
                <c:pt idx="3692">
                  <c:v>0.22106824925815999</c:v>
                </c:pt>
                <c:pt idx="3693">
                  <c:v>0.22112211221122099</c:v>
                </c:pt>
                <c:pt idx="3694">
                  <c:v>0.22118380062305201</c:v>
                </c:pt>
                <c:pt idx="3695">
                  <c:v>0.22118959107806699</c:v>
                </c:pt>
                <c:pt idx="3696">
                  <c:v>0.221238938053097</c:v>
                </c:pt>
                <c:pt idx="3697">
                  <c:v>0.22128174123337299</c:v>
                </c:pt>
                <c:pt idx="3698">
                  <c:v>0.221294363256784</c:v>
                </c:pt>
                <c:pt idx="3699">
                  <c:v>0.22130177514792801</c:v>
                </c:pt>
                <c:pt idx="3700">
                  <c:v>0.221374045801526</c:v>
                </c:pt>
                <c:pt idx="3701">
                  <c:v>0.221374045801526</c:v>
                </c:pt>
                <c:pt idx="3702">
                  <c:v>0.221476510067114</c:v>
                </c:pt>
                <c:pt idx="3703">
                  <c:v>0.221476510067114</c:v>
                </c:pt>
                <c:pt idx="3704">
                  <c:v>0.221518987341772</c:v>
                </c:pt>
                <c:pt idx="3705">
                  <c:v>0.22153209109730801</c:v>
                </c:pt>
                <c:pt idx="3706">
                  <c:v>0.22167487684729001</c:v>
                </c:pt>
                <c:pt idx="3707">
                  <c:v>0.22173913043478199</c:v>
                </c:pt>
                <c:pt idx="3708">
                  <c:v>0.22180166540499599</c:v>
                </c:pt>
                <c:pt idx="3709">
                  <c:v>0.22194513715710701</c:v>
                </c:pt>
                <c:pt idx="3710">
                  <c:v>0.22194513715710701</c:v>
                </c:pt>
                <c:pt idx="3711">
                  <c:v>0.222058823529411</c:v>
                </c:pt>
                <c:pt idx="3712">
                  <c:v>0.22215422276621699</c:v>
                </c:pt>
                <c:pt idx="3713">
                  <c:v>0.22222222222222199</c:v>
                </c:pt>
                <c:pt idx="3714">
                  <c:v>0.22222222222222199</c:v>
                </c:pt>
                <c:pt idx="3715">
                  <c:v>0.22222222222222199</c:v>
                </c:pt>
                <c:pt idx="3716">
                  <c:v>0.222413793103448</c:v>
                </c:pt>
                <c:pt idx="3717">
                  <c:v>0.22246220302375799</c:v>
                </c:pt>
                <c:pt idx="3718">
                  <c:v>0.22261484098939899</c:v>
                </c:pt>
                <c:pt idx="3719">
                  <c:v>0.22261484098939899</c:v>
                </c:pt>
                <c:pt idx="3720">
                  <c:v>0.22262334536702699</c:v>
                </c:pt>
                <c:pt idx="3721">
                  <c:v>0.22269807280513901</c:v>
                </c:pt>
                <c:pt idx="3722">
                  <c:v>0.22288261515601701</c:v>
                </c:pt>
                <c:pt idx="3723">
                  <c:v>0.223132036847492</c:v>
                </c:pt>
                <c:pt idx="3724">
                  <c:v>0.223132036847492</c:v>
                </c:pt>
                <c:pt idx="3725">
                  <c:v>0.22344322344322301</c:v>
                </c:pt>
                <c:pt idx="3726">
                  <c:v>0.22344322344322301</c:v>
                </c:pt>
                <c:pt idx="3727">
                  <c:v>0.223463687150837</c:v>
                </c:pt>
                <c:pt idx="3728">
                  <c:v>0.223733003708281</c:v>
                </c:pt>
                <c:pt idx="3729">
                  <c:v>0.22413793103448201</c:v>
                </c:pt>
                <c:pt idx="3730">
                  <c:v>0.22424242424242399</c:v>
                </c:pt>
                <c:pt idx="3731">
                  <c:v>0.224264705882353</c:v>
                </c:pt>
                <c:pt idx="3732">
                  <c:v>0.22434367541766101</c:v>
                </c:pt>
                <c:pt idx="3733">
                  <c:v>0.22448979591836701</c:v>
                </c:pt>
                <c:pt idx="3734">
                  <c:v>0.22452504317789199</c:v>
                </c:pt>
                <c:pt idx="3735">
                  <c:v>0.224778761061946</c:v>
                </c:pt>
                <c:pt idx="3736">
                  <c:v>0.224787363304981</c:v>
                </c:pt>
                <c:pt idx="3737">
                  <c:v>0.22500000000000001</c:v>
                </c:pt>
                <c:pt idx="3738">
                  <c:v>0.22500000000000001</c:v>
                </c:pt>
                <c:pt idx="3739">
                  <c:v>0.22500000000000001</c:v>
                </c:pt>
                <c:pt idx="3740">
                  <c:v>0.22500000000000001</c:v>
                </c:pt>
                <c:pt idx="3741">
                  <c:v>0.225120772946859</c:v>
                </c:pt>
                <c:pt idx="3742">
                  <c:v>0.22535211267605601</c:v>
                </c:pt>
                <c:pt idx="3743">
                  <c:v>0.22543668122270699</c:v>
                </c:pt>
                <c:pt idx="3744">
                  <c:v>0.22558922558922501</c:v>
                </c:pt>
                <c:pt idx="3745">
                  <c:v>0.225694444444444</c:v>
                </c:pt>
                <c:pt idx="3746">
                  <c:v>0.22574055158324799</c:v>
                </c:pt>
                <c:pt idx="3747">
                  <c:v>0.225806451612903</c:v>
                </c:pt>
                <c:pt idx="3748">
                  <c:v>0.225806451612903</c:v>
                </c:pt>
                <c:pt idx="3749">
                  <c:v>0.22607260726072501</c:v>
                </c:pt>
                <c:pt idx="3750">
                  <c:v>0.226120857699805</c:v>
                </c:pt>
                <c:pt idx="3751">
                  <c:v>0.22621564482029499</c:v>
                </c:pt>
                <c:pt idx="3752">
                  <c:v>0.226293103448275</c:v>
                </c:pt>
                <c:pt idx="3753">
                  <c:v>0.226361031518624</c:v>
                </c:pt>
                <c:pt idx="3754">
                  <c:v>0.22638146167557899</c:v>
                </c:pt>
                <c:pt idx="3755">
                  <c:v>0.22638680659670099</c:v>
                </c:pt>
                <c:pt idx="3756">
                  <c:v>0.22652757078986499</c:v>
                </c:pt>
                <c:pt idx="3757">
                  <c:v>0.22661396574439999</c:v>
                </c:pt>
                <c:pt idx="3758">
                  <c:v>0.226635514018691</c:v>
                </c:pt>
                <c:pt idx="3759">
                  <c:v>0.22688039457459899</c:v>
                </c:pt>
                <c:pt idx="3760">
                  <c:v>0.22693726937269301</c:v>
                </c:pt>
                <c:pt idx="3761">
                  <c:v>0.226939970717423</c:v>
                </c:pt>
                <c:pt idx="3762">
                  <c:v>0.22695035460992899</c:v>
                </c:pt>
                <c:pt idx="3763">
                  <c:v>0.22695035460992899</c:v>
                </c:pt>
                <c:pt idx="3764">
                  <c:v>0.22699386503067401</c:v>
                </c:pt>
                <c:pt idx="3765">
                  <c:v>0.22721749696233201</c:v>
                </c:pt>
                <c:pt idx="3766">
                  <c:v>0.22739018087855301</c:v>
                </c:pt>
                <c:pt idx="3767">
                  <c:v>0.227536231884057</c:v>
                </c:pt>
                <c:pt idx="3768">
                  <c:v>0.22758620689655101</c:v>
                </c:pt>
                <c:pt idx="3769">
                  <c:v>0.22772277227722701</c:v>
                </c:pt>
                <c:pt idx="3770">
                  <c:v>0.22772277227722701</c:v>
                </c:pt>
                <c:pt idx="3771">
                  <c:v>0.227777777777777</c:v>
                </c:pt>
                <c:pt idx="3772">
                  <c:v>0.22779043280182201</c:v>
                </c:pt>
                <c:pt idx="3773">
                  <c:v>0.22779043280182201</c:v>
                </c:pt>
                <c:pt idx="3774">
                  <c:v>0.227830832196452</c:v>
                </c:pt>
                <c:pt idx="3775">
                  <c:v>0.227848101265822</c:v>
                </c:pt>
                <c:pt idx="3776">
                  <c:v>0.227956989247311</c:v>
                </c:pt>
                <c:pt idx="3777">
                  <c:v>0.22803347280334699</c:v>
                </c:pt>
                <c:pt idx="3778">
                  <c:v>0.228092783505154</c:v>
                </c:pt>
                <c:pt idx="3779">
                  <c:v>0.22816032887975299</c:v>
                </c:pt>
                <c:pt idx="3780">
                  <c:v>0.228228228228228</c:v>
                </c:pt>
                <c:pt idx="3781">
                  <c:v>0.228285077951002</c:v>
                </c:pt>
                <c:pt idx="3782">
                  <c:v>0.22828784119106599</c:v>
                </c:pt>
                <c:pt idx="3783">
                  <c:v>0.22831050228310501</c:v>
                </c:pt>
                <c:pt idx="3784">
                  <c:v>0.22834645669291301</c:v>
                </c:pt>
                <c:pt idx="3785">
                  <c:v>0.22838137472283801</c:v>
                </c:pt>
                <c:pt idx="3786">
                  <c:v>0.22840690978886699</c:v>
                </c:pt>
                <c:pt idx="3787">
                  <c:v>0.22844036697247699</c:v>
                </c:pt>
                <c:pt idx="3788">
                  <c:v>0.22857142857142801</c:v>
                </c:pt>
                <c:pt idx="3789">
                  <c:v>0.22875816993463999</c:v>
                </c:pt>
                <c:pt idx="3790">
                  <c:v>0.22879684418145901</c:v>
                </c:pt>
                <c:pt idx="3791">
                  <c:v>0.22889305816135</c:v>
                </c:pt>
                <c:pt idx="3792">
                  <c:v>0.22916666666666599</c:v>
                </c:pt>
                <c:pt idx="3793">
                  <c:v>0.22916666666666599</c:v>
                </c:pt>
                <c:pt idx="3794">
                  <c:v>0.22916666666666599</c:v>
                </c:pt>
                <c:pt idx="3795">
                  <c:v>0.22923588039867099</c:v>
                </c:pt>
                <c:pt idx="3796">
                  <c:v>0.229317851959361</c:v>
                </c:pt>
                <c:pt idx="3797">
                  <c:v>0.22969187675069999</c:v>
                </c:pt>
                <c:pt idx="3798">
                  <c:v>0.229862475442043</c:v>
                </c:pt>
                <c:pt idx="3799">
                  <c:v>0.230012300123001</c:v>
                </c:pt>
                <c:pt idx="3800">
                  <c:v>0.230046948356807</c:v>
                </c:pt>
                <c:pt idx="3801">
                  <c:v>0.230046948356807</c:v>
                </c:pt>
                <c:pt idx="3802">
                  <c:v>0.230194319880418</c:v>
                </c:pt>
                <c:pt idx="3803">
                  <c:v>0.231116121758737</c:v>
                </c:pt>
                <c:pt idx="3804">
                  <c:v>0.231116121758737</c:v>
                </c:pt>
                <c:pt idx="3805">
                  <c:v>0.23119015047879601</c:v>
                </c:pt>
                <c:pt idx="3806">
                  <c:v>0.23126614987080099</c:v>
                </c:pt>
                <c:pt idx="3807">
                  <c:v>0.23135271807838101</c:v>
                </c:pt>
                <c:pt idx="3808">
                  <c:v>0.23155737704918</c:v>
                </c:pt>
                <c:pt idx="3809">
                  <c:v>0.23156532988357001</c:v>
                </c:pt>
                <c:pt idx="3810">
                  <c:v>0.23159682899207201</c:v>
                </c:pt>
                <c:pt idx="3811">
                  <c:v>0.23163841807909599</c:v>
                </c:pt>
                <c:pt idx="3812">
                  <c:v>0.231654676258992</c:v>
                </c:pt>
                <c:pt idx="3813">
                  <c:v>0.23173277661795399</c:v>
                </c:pt>
                <c:pt idx="3814">
                  <c:v>0.23173277661795399</c:v>
                </c:pt>
                <c:pt idx="3815">
                  <c:v>0.232051282051282</c:v>
                </c:pt>
                <c:pt idx="3816">
                  <c:v>0.232283464566929</c:v>
                </c:pt>
                <c:pt idx="3817">
                  <c:v>0.23260869565217401</c:v>
                </c:pt>
                <c:pt idx="3818">
                  <c:v>0.23278688524590099</c:v>
                </c:pt>
                <c:pt idx="3819">
                  <c:v>0.232905982905982</c:v>
                </c:pt>
                <c:pt idx="3820">
                  <c:v>0.233333333333333</c:v>
                </c:pt>
                <c:pt idx="3821">
                  <c:v>0.233333333333333</c:v>
                </c:pt>
                <c:pt idx="3822">
                  <c:v>0.23340707964601701</c:v>
                </c:pt>
                <c:pt idx="3823">
                  <c:v>0.23348017621145301</c:v>
                </c:pt>
                <c:pt idx="3824">
                  <c:v>0.23348017621145301</c:v>
                </c:pt>
                <c:pt idx="3825">
                  <c:v>0.23351158645276199</c:v>
                </c:pt>
                <c:pt idx="3826">
                  <c:v>0.23351648351648299</c:v>
                </c:pt>
                <c:pt idx="3827">
                  <c:v>0.23383084577114399</c:v>
                </c:pt>
                <c:pt idx="3828">
                  <c:v>0.23389830508474499</c:v>
                </c:pt>
                <c:pt idx="3829">
                  <c:v>0.23389830508474499</c:v>
                </c:pt>
                <c:pt idx="3830">
                  <c:v>0.234247590808005</c:v>
                </c:pt>
                <c:pt idx="3831">
                  <c:v>0.23425692695214101</c:v>
                </c:pt>
                <c:pt idx="3832">
                  <c:v>0.23430962343096201</c:v>
                </c:pt>
                <c:pt idx="3833">
                  <c:v>0.23434343434343399</c:v>
                </c:pt>
                <c:pt idx="3834">
                  <c:v>0.23450789793438601</c:v>
                </c:pt>
                <c:pt idx="3835">
                  <c:v>0.234567901234567</c:v>
                </c:pt>
                <c:pt idx="3836">
                  <c:v>0.234920634920634</c:v>
                </c:pt>
                <c:pt idx="3837">
                  <c:v>0.235162374020156</c:v>
                </c:pt>
                <c:pt idx="3838">
                  <c:v>0.23521681997371799</c:v>
                </c:pt>
                <c:pt idx="3839">
                  <c:v>0.23529411764705799</c:v>
                </c:pt>
                <c:pt idx="3840">
                  <c:v>0.23566878980891701</c:v>
                </c:pt>
                <c:pt idx="3841">
                  <c:v>0.235827664399092</c:v>
                </c:pt>
                <c:pt idx="3842">
                  <c:v>0.23604060913705499</c:v>
                </c:pt>
                <c:pt idx="3843">
                  <c:v>0.23613963039014299</c:v>
                </c:pt>
                <c:pt idx="3844">
                  <c:v>0.236363636363636</c:v>
                </c:pt>
                <c:pt idx="3845">
                  <c:v>0.23643410852713101</c:v>
                </c:pt>
                <c:pt idx="3846">
                  <c:v>0.23661971830985901</c:v>
                </c:pt>
                <c:pt idx="3847">
                  <c:v>0.236641221374045</c:v>
                </c:pt>
                <c:pt idx="3848">
                  <c:v>0.23667377398720599</c:v>
                </c:pt>
                <c:pt idx="3849">
                  <c:v>0.23668639053254401</c:v>
                </c:pt>
                <c:pt idx="3850">
                  <c:v>0.23671497584540999</c:v>
                </c:pt>
                <c:pt idx="3851">
                  <c:v>0.23671497584540999</c:v>
                </c:pt>
                <c:pt idx="3852">
                  <c:v>0.236742424242424</c:v>
                </c:pt>
                <c:pt idx="3853">
                  <c:v>0.23684210526315699</c:v>
                </c:pt>
                <c:pt idx="3854">
                  <c:v>0.236907730673316</c:v>
                </c:pt>
                <c:pt idx="3855">
                  <c:v>0.23710407239819001</c:v>
                </c:pt>
                <c:pt idx="3856">
                  <c:v>0.237203495630461</c:v>
                </c:pt>
                <c:pt idx="3857">
                  <c:v>0.23720930232558099</c:v>
                </c:pt>
                <c:pt idx="3858">
                  <c:v>0.23722149410222801</c:v>
                </c:pt>
                <c:pt idx="3859">
                  <c:v>0.23723041997729799</c:v>
                </c:pt>
                <c:pt idx="3860">
                  <c:v>0.23745819397993301</c:v>
                </c:pt>
                <c:pt idx="3861">
                  <c:v>0.237918215613383</c:v>
                </c:pt>
                <c:pt idx="3862">
                  <c:v>0.23796423658872001</c:v>
                </c:pt>
                <c:pt idx="3863">
                  <c:v>0.23796791443850199</c:v>
                </c:pt>
                <c:pt idx="3864">
                  <c:v>0.238095238095238</c:v>
                </c:pt>
                <c:pt idx="3865">
                  <c:v>0.23820754716981099</c:v>
                </c:pt>
                <c:pt idx="3866">
                  <c:v>0.238341968911917</c:v>
                </c:pt>
                <c:pt idx="3867">
                  <c:v>0.23837209302325499</c:v>
                </c:pt>
                <c:pt idx="3868">
                  <c:v>0.23844282238442799</c:v>
                </c:pt>
                <c:pt idx="3869">
                  <c:v>0.23854961832061</c:v>
                </c:pt>
                <c:pt idx="3870">
                  <c:v>0.238554216867469</c:v>
                </c:pt>
                <c:pt idx="3871">
                  <c:v>0.238554216867469</c:v>
                </c:pt>
                <c:pt idx="3872">
                  <c:v>0.238938053097345</c:v>
                </c:pt>
                <c:pt idx="3873">
                  <c:v>0.238938053097345</c:v>
                </c:pt>
                <c:pt idx="3874">
                  <c:v>0.238938053097345</c:v>
                </c:pt>
                <c:pt idx="3875">
                  <c:v>0.238938053097345</c:v>
                </c:pt>
                <c:pt idx="3876">
                  <c:v>0.238938053097345</c:v>
                </c:pt>
                <c:pt idx="3877">
                  <c:v>0.23915900131406001</c:v>
                </c:pt>
                <c:pt idx="3878">
                  <c:v>0.239247311827957</c:v>
                </c:pt>
                <c:pt idx="3879">
                  <c:v>0.239247311827957</c:v>
                </c:pt>
                <c:pt idx="3880">
                  <c:v>0.23927178153445999</c:v>
                </c:pt>
                <c:pt idx="3881">
                  <c:v>0.23942917547568701</c:v>
                </c:pt>
                <c:pt idx="3882">
                  <c:v>0.23949579831932699</c:v>
                </c:pt>
                <c:pt idx="3883">
                  <c:v>0.23949579831932699</c:v>
                </c:pt>
                <c:pt idx="3884">
                  <c:v>0.239500567536889</c:v>
                </c:pt>
                <c:pt idx="3885">
                  <c:v>0.23953488372092999</c:v>
                </c:pt>
                <c:pt idx="3886">
                  <c:v>0.23966942148760301</c:v>
                </c:pt>
                <c:pt idx="3887">
                  <c:v>0.23985239852398499</c:v>
                </c:pt>
                <c:pt idx="3888">
                  <c:v>0.23985239852398499</c:v>
                </c:pt>
                <c:pt idx="3889">
                  <c:v>0.24</c:v>
                </c:pt>
                <c:pt idx="3890">
                  <c:v>0.24</c:v>
                </c:pt>
                <c:pt idx="3891">
                  <c:v>0.24</c:v>
                </c:pt>
                <c:pt idx="3892">
                  <c:v>0.24011299435028199</c:v>
                </c:pt>
                <c:pt idx="3893">
                  <c:v>0.24014336917562701</c:v>
                </c:pt>
                <c:pt idx="3894">
                  <c:v>0.24016393442622899</c:v>
                </c:pt>
                <c:pt idx="3895">
                  <c:v>0.240174672489082</c:v>
                </c:pt>
                <c:pt idx="3896">
                  <c:v>0.240196078431372</c:v>
                </c:pt>
                <c:pt idx="3897">
                  <c:v>0.24022346368715</c:v>
                </c:pt>
                <c:pt idx="3898">
                  <c:v>0.24033149171270701</c:v>
                </c:pt>
                <c:pt idx="3899">
                  <c:v>0.24053452115812901</c:v>
                </c:pt>
                <c:pt idx="3900">
                  <c:v>0.24053452115812901</c:v>
                </c:pt>
                <c:pt idx="3901">
                  <c:v>0.24061433447098901</c:v>
                </c:pt>
                <c:pt idx="3902">
                  <c:v>0.24088541666666599</c:v>
                </c:pt>
                <c:pt idx="3903">
                  <c:v>0.24088541666666599</c:v>
                </c:pt>
                <c:pt idx="3904">
                  <c:v>0.240913811007269</c:v>
                </c:pt>
                <c:pt idx="3905">
                  <c:v>0.24092409240924001</c:v>
                </c:pt>
                <c:pt idx="3906">
                  <c:v>0.24137931034482701</c:v>
                </c:pt>
                <c:pt idx="3907">
                  <c:v>0.24144486692015199</c:v>
                </c:pt>
                <c:pt idx="3908">
                  <c:v>0.24163027656477401</c:v>
                </c:pt>
                <c:pt idx="3909">
                  <c:v>0.241666666666666</c:v>
                </c:pt>
                <c:pt idx="3910">
                  <c:v>0.24170353982300799</c:v>
                </c:pt>
                <c:pt idx="3911">
                  <c:v>0.24206349206349201</c:v>
                </c:pt>
                <c:pt idx="3912">
                  <c:v>0.24210526315789399</c:v>
                </c:pt>
                <c:pt idx="3913">
                  <c:v>0.24242424242424199</c:v>
                </c:pt>
                <c:pt idx="3914">
                  <c:v>0.242496998799519</c:v>
                </c:pt>
                <c:pt idx="3915">
                  <c:v>0.24253731343283499</c:v>
                </c:pt>
                <c:pt idx="3916">
                  <c:v>0.24272727272727199</c:v>
                </c:pt>
                <c:pt idx="3917">
                  <c:v>0.24285714285714199</c:v>
                </c:pt>
                <c:pt idx="3918">
                  <c:v>0.24285714285714199</c:v>
                </c:pt>
                <c:pt idx="3919">
                  <c:v>0.243093922651933</c:v>
                </c:pt>
                <c:pt idx="3920">
                  <c:v>0.24337349397590299</c:v>
                </c:pt>
                <c:pt idx="3921">
                  <c:v>0.24349881796690301</c:v>
                </c:pt>
                <c:pt idx="3922">
                  <c:v>0.243589743589743</c:v>
                </c:pt>
                <c:pt idx="3923">
                  <c:v>0.243654822335025</c:v>
                </c:pt>
                <c:pt idx="3924">
                  <c:v>0.24395604395604301</c:v>
                </c:pt>
                <c:pt idx="3925">
                  <c:v>0.24444444444444399</c:v>
                </c:pt>
                <c:pt idx="3926">
                  <c:v>0.244573082489146</c:v>
                </c:pt>
                <c:pt idx="3927">
                  <c:v>0.244680851063829</c:v>
                </c:pt>
                <c:pt idx="3928">
                  <c:v>0.24479166666666599</c:v>
                </c:pt>
                <c:pt idx="3929">
                  <c:v>0.244813278008298</c:v>
                </c:pt>
                <c:pt idx="3930">
                  <c:v>0.244813278008298</c:v>
                </c:pt>
                <c:pt idx="3931">
                  <c:v>0.24498692240627701</c:v>
                </c:pt>
                <c:pt idx="3932">
                  <c:v>0.24503311258278099</c:v>
                </c:pt>
                <c:pt idx="3933">
                  <c:v>0.245083207261724</c:v>
                </c:pt>
                <c:pt idx="3934">
                  <c:v>0.245186136071887</c:v>
                </c:pt>
                <c:pt idx="3935">
                  <c:v>0.24535315985130099</c:v>
                </c:pt>
                <c:pt idx="3936">
                  <c:v>0.24535315985130099</c:v>
                </c:pt>
                <c:pt idx="3937">
                  <c:v>0.24548736462093801</c:v>
                </c:pt>
                <c:pt idx="3938">
                  <c:v>0.24575163398692801</c:v>
                </c:pt>
                <c:pt idx="3939">
                  <c:v>0.246</c:v>
                </c:pt>
                <c:pt idx="3940">
                  <c:v>0.24629080118694299</c:v>
                </c:pt>
                <c:pt idx="3941">
                  <c:v>0.24629080118694299</c:v>
                </c:pt>
                <c:pt idx="3942">
                  <c:v>0.24637681159420199</c:v>
                </c:pt>
                <c:pt idx="3943">
                  <c:v>0.24637681159420199</c:v>
                </c:pt>
                <c:pt idx="3944">
                  <c:v>0.24637681159420199</c:v>
                </c:pt>
                <c:pt idx="3945">
                  <c:v>0.246433203631647</c:v>
                </c:pt>
                <c:pt idx="3946">
                  <c:v>0.246537396121883</c:v>
                </c:pt>
                <c:pt idx="3947">
                  <c:v>0.24669603524229</c:v>
                </c:pt>
                <c:pt idx="3948">
                  <c:v>0.24670433145009399</c:v>
                </c:pt>
                <c:pt idx="3949">
                  <c:v>0.246794871794871</c:v>
                </c:pt>
                <c:pt idx="3950">
                  <c:v>0.246932515337423</c:v>
                </c:pt>
                <c:pt idx="3951">
                  <c:v>0.24693877551020399</c:v>
                </c:pt>
                <c:pt idx="3952">
                  <c:v>0.24710982658959499</c:v>
                </c:pt>
                <c:pt idx="3953">
                  <c:v>0.24714828897338401</c:v>
                </c:pt>
                <c:pt idx="3954">
                  <c:v>0.24715909090909</c:v>
                </c:pt>
                <c:pt idx="3955">
                  <c:v>0.247357293868921</c:v>
                </c:pt>
                <c:pt idx="3956">
                  <c:v>0.24775353016688001</c:v>
                </c:pt>
                <c:pt idx="3957">
                  <c:v>0.24839400428265501</c:v>
                </c:pt>
                <c:pt idx="3958">
                  <c:v>0.248587570621468</c:v>
                </c:pt>
                <c:pt idx="3959">
                  <c:v>0.24859392575927999</c:v>
                </c:pt>
                <c:pt idx="3960">
                  <c:v>0.24869383490073099</c:v>
                </c:pt>
                <c:pt idx="3961">
                  <c:v>0.248826291079812</c:v>
                </c:pt>
                <c:pt idx="3962">
                  <c:v>0.24914089347078999</c:v>
                </c:pt>
                <c:pt idx="3963">
                  <c:v>0.24944812362030899</c:v>
                </c:pt>
                <c:pt idx="3964">
                  <c:v>0.24953095684802901</c:v>
                </c:pt>
                <c:pt idx="3965">
                  <c:v>0.25</c:v>
                </c:pt>
                <c:pt idx="3966">
                  <c:v>0.25</c:v>
                </c:pt>
                <c:pt idx="3967">
                  <c:v>0.25</c:v>
                </c:pt>
                <c:pt idx="3968">
                  <c:v>0.25</c:v>
                </c:pt>
                <c:pt idx="3969">
                  <c:v>0.25054945054944999</c:v>
                </c:pt>
                <c:pt idx="3970">
                  <c:v>0.25056689342403599</c:v>
                </c:pt>
                <c:pt idx="3971">
                  <c:v>0.25085910652920901</c:v>
                </c:pt>
                <c:pt idx="3972">
                  <c:v>0.25085910652920901</c:v>
                </c:pt>
                <c:pt idx="3973">
                  <c:v>0.25090909090909003</c:v>
                </c:pt>
                <c:pt idx="3974">
                  <c:v>0.25128733264675501</c:v>
                </c:pt>
                <c:pt idx="3975">
                  <c:v>0.25143513203214701</c:v>
                </c:pt>
                <c:pt idx="3976">
                  <c:v>0.252066115702479</c:v>
                </c:pt>
                <c:pt idx="3977">
                  <c:v>0.25213675213675202</c:v>
                </c:pt>
                <c:pt idx="3978">
                  <c:v>0.25217391304347803</c:v>
                </c:pt>
                <c:pt idx="3979">
                  <c:v>0.25229357798165097</c:v>
                </c:pt>
                <c:pt idx="3980">
                  <c:v>0.25229357798165097</c:v>
                </c:pt>
                <c:pt idx="3981">
                  <c:v>0.252676659528907</c:v>
                </c:pt>
                <c:pt idx="3982">
                  <c:v>0.25287356321839</c:v>
                </c:pt>
                <c:pt idx="3983">
                  <c:v>0.252895752895752</c:v>
                </c:pt>
                <c:pt idx="3984">
                  <c:v>0.25310173697270399</c:v>
                </c:pt>
                <c:pt idx="3985">
                  <c:v>0.253148614609571</c:v>
                </c:pt>
                <c:pt idx="3986">
                  <c:v>0.253164556962025</c:v>
                </c:pt>
                <c:pt idx="3987">
                  <c:v>0.25327102803738299</c:v>
                </c:pt>
                <c:pt idx="3988">
                  <c:v>0.254411764705882</c:v>
                </c:pt>
                <c:pt idx="3989">
                  <c:v>0.25450450450450401</c:v>
                </c:pt>
                <c:pt idx="3990">
                  <c:v>0.25456760048721</c:v>
                </c:pt>
                <c:pt idx="3991">
                  <c:v>0.25461254612546103</c:v>
                </c:pt>
                <c:pt idx="3992">
                  <c:v>0.25474254742547398</c:v>
                </c:pt>
                <c:pt idx="3993">
                  <c:v>0.25474254742547398</c:v>
                </c:pt>
                <c:pt idx="3994">
                  <c:v>0.25481798715203402</c:v>
                </c:pt>
                <c:pt idx="3995">
                  <c:v>0.25531914893617003</c:v>
                </c:pt>
                <c:pt idx="3996">
                  <c:v>0.25531914893617003</c:v>
                </c:pt>
                <c:pt idx="3997">
                  <c:v>0.25531914893617003</c:v>
                </c:pt>
                <c:pt idx="3998">
                  <c:v>0.25531914893617003</c:v>
                </c:pt>
                <c:pt idx="3999">
                  <c:v>0.25562372188138999</c:v>
                </c:pt>
                <c:pt idx="4000">
                  <c:v>0.256020278833966</c:v>
                </c:pt>
                <c:pt idx="4001">
                  <c:v>0.25621414913957902</c:v>
                </c:pt>
                <c:pt idx="4002">
                  <c:v>0.25631768953068601</c:v>
                </c:pt>
                <c:pt idx="4003">
                  <c:v>0.256332320162107</c:v>
                </c:pt>
                <c:pt idx="4004">
                  <c:v>0.25653206650831301</c:v>
                </c:pt>
                <c:pt idx="4005">
                  <c:v>0.25660377358490499</c:v>
                </c:pt>
                <c:pt idx="4006">
                  <c:v>0.25660377358490499</c:v>
                </c:pt>
                <c:pt idx="4007">
                  <c:v>0.25661680092059802</c:v>
                </c:pt>
                <c:pt idx="4008">
                  <c:v>0.256723716381418</c:v>
                </c:pt>
                <c:pt idx="4009">
                  <c:v>0.25678496868475897</c:v>
                </c:pt>
                <c:pt idx="4010">
                  <c:v>0.257080610021786</c:v>
                </c:pt>
                <c:pt idx="4011">
                  <c:v>0.25720876585928498</c:v>
                </c:pt>
                <c:pt idx="4012">
                  <c:v>0.25769669327251998</c:v>
                </c:pt>
                <c:pt idx="4013">
                  <c:v>0.257777777777777</c:v>
                </c:pt>
                <c:pt idx="4014">
                  <c:v>0.25799573560767503</c:v>
                </c:pt>
                <c:pt idx="4015">
                  <c:v>0.25806451612903197</c:v>
                </c:pt>
                <c:pt idx="4016">
                  <c:v>0.25818639798488602</c:v>
                </c:pt>
                <c:pt idx="4017">
                  <c:v>0.25831202046035701</c:v>
                </c:pt>
                <c:pt idx="4018">
                  <c:v>0.25840978593272101</c:v>
                </c:pt>
                <c:pt idx="4019">
                  <c:v>0.258536585365853</c:v>
                </c:pt>
                <c:pt idx="4020">
                  <c:v>0.258536585365853</c:v>
                </c:pt>
                <c:pt idx="4021">
                  <c:v>0.25897035881435199</c:v>
                </c:pt>
                <c:pt idx="4022">
                  <c:v>0.25955734406438602</c:v>
                </c:pt>
                <c:pt idx="4023">
                  <c:v>0.25964010282776301</c:v>
                </c:pt>
                <c:pt idx="4024">
                  <c:v>0.25974025974025899</c:v>
                </c:pt>
                <c:pt idx="4025">
                  <c:v>0.26007326007325998</c:v>
                </c:pt>
                <c:pt idx="4026">
                  <c:v>0.26007326007325998</c:v>
                </c:pt>
                <c:pt idx="4027">
                  <c:v>0.260115606936416</c:v>
                </c:pt>
                <c:pt idx="4028">
                  <c:v>0.260115606936416</c:v>
                </c:pt>
                <c:pt idx="4029">
                  <c:v>0.26019417475728102</c:v>
                </c:pt>
                <c:pt idx="4030">
                  <c:v>0.26048565121412798</c:v>
                </c:pt>
                <c:pt idx="4031">
                  <c:v>0.26061776061775999</c:v>
                </c:pt>
                <c:pt idx="4032">
                  <c:v>0.26068376068375998</c:v>
                </c:pt>
                <c:pt idx="4033">
                  <c:v>0.26093749999999999</c:v>
                </c:pt>
                <c:pt idx="4034">
                  <c:v>0.26095238095238099</c:v>
                </c:pt>
                <c:pt idx="4035">
                  <c:v>0.261450381679389</c:v>
                </c:pt>
                <c:pt idx="4036">
                  <c:v>0.26161369193153999</c:v>
                </c:pt>
                <c:pt idx="4037">
                  <c:v>0.26201372997711603</c:v>
                </c:pt>
                <c:pt idx="4038">
                  <c:v>0.26208072768618501</c:v>
                </c:pt>
                <c:pt idx="4039">
                  <c:v>0.26209677419354799</c:v>
                </c:pt>
                <c:pt idx="4040">
                  <c:v>0.26242774566473898</c:v>
                </c:pt>
                <c:pt idx="4041">
                  <c:v>0.262642740619902</c:v>
                </c:pt>
                <c:pt idx="4042">
                  <c:v>0.26279863481228599</c:v>
                </c:pt>
                <c:pt idx="4043">
                  <c:v>0.26315789473684198</c:v>
                </c:pt>
                <c:pt idx="4044">
                  <c:v>0.26373626373626302</c:v>
                </c:pt>
                <c:pt idx="4045">
                  <c:v>0.26403061224489699</c:v>
                </c:pt>
                <c:pt idx="4046">
                  <c:v>0.26470588235294101</c:v>
                </c:pt>
                <c:pt idx="4047">
                  <c:v>0.26470588235294101</c:v>
                </c:pt>
                <c:pt idx="4048">
                  <c:v>0.26473740621650599</c:v>
                </c:pt>
                <c:pt idx="4049">
                  <c:v>0.26478873239436601</c:v>
                </c:pt>
                <c:pt idx="4050">
                  <c:v>0.26501766784452302</c:v>
                </c:pt>
                <c:pt idx="4051">
                  <c:v>0.26535341830822701</c:v>
                </c:pt>
                <c:pt idx="4052">
                  <c:v>0.26564885496183199</c:v>
                </c:pt>
                <c:pt idx="4053">
                  <c:v>0.26574074074074</c:v>
                </c:pt>
                <c:pt idx="4054">
                  <c:v>0.26574074074074</c:v>
                </c:pt>
                <c:pt idx="4055">
                  <c:v>0.265822784810126</c:v>
                </c:pt>
                <c:pt idx="4056">
                  <c:v>0.26609442060085797</c:v>
                </c:pt>
                <c:pt idx="4057">
                  <c:v>0.26609442060085797</c:v>
                </c:pt>
                <c:pt idx="4058">
                  <c:v>0.266129032258064</c:v>
                </c:pt>
                <c:pt idx="4059">
                  <c:v>0.26615969581748999</c:v>
                </c:pt>
                <c:pt idx="4060">
                  <c:v>0.26621923937360098</c:v>
                </c:pt>
                <c:pt idx="4061">
                  <c:v>0.26625766871165601</c:v>
                </c:pt>
                <c:pt idx="4062">
                  <c:v>0.26628352490421398</c:v>
                </c:pt>
                <c:pt idx="4063">
                  <c:v>0.26641651031894897</c:v>
                </c:pt>
                <c:pt idx="4064">
                  <c:v>0.26641651031894897</c:v>
                </c:pt>
                <c:pt idx="4065">
                  <c:v>0.267123287671232</c:v>
                </c:pt>
                <c:pt idx="4066">
                  <c:v>0.26720647773279299</c:v>
                </c:pt>
                <c:pt idx="4067">
                  <c:v>0.267254038179148</c:v>
                </c:pt>
                <c:pt idx="4068">
                  <c:v>0.267394270122783</c:v>
                </c:pt>
                <c:pt idx="4069">
                  <c:v>0.26744186046511598</c:v>
                </c:pt>
                <c:pt idx="4070">
                  <c:v>0.26760563380281699</c:v>
                </c:pt>
                <c:pt idx="4071">
                  <c:v>0.26778783958602798</c:v>
                </c:pt>
                <c:pt idx="4072">
                  <c:v>0.268498942917547</c:v>
                </c:pt>
                <c:pt idx="4073">
                  <c:v>0.26904761904761898</c:v>
                </c:pt>
                <c:pt idx="4074">
                  <c:v>0.26919431279620798</c:v>
                </c:pt>
                <c:pt idx="4075">
                  <c:v>0.269230769230769</c:v>
                </c:pt>
                <c:pt idx="4076">
                  <c:v>0.26933333333333298</c:v>
                </c:pt>
                <c:pt idx="4077">
                  <c:v>0.26974664679582699</c:v>
                </c:pt>
                <c:pt idx="4078">
                  <c:v>0.26976744186046497</c:v>
                </c:pt>
                <c:pt idx="4079">
                  <c:v>0.27027027027027001</c:v>
                </c:pt>
                <c:pt idx="4080">
                  <c:v>0.27064803049555197</c:v>
                </c:pt>
                <c:pt idx="4081">
                  <c:v>0.27064803049555197</c:v>
                </c:pt>
                <c:pt idx="4082">
                  <c:v>0.27086614173228302</c:v>
                </c:pt>
                <c:pt idx="4083">
                  <c:v>0.27086614173228302</c:v>
                </c:pt>
                <c:pt idx="4084">
                  <c:v>0.27097902097902099</c:v>
                </c:pt>
                <c:pt idx="4085">
                  <c:v>0.27115384615384602</c:v>
                </c:pt>
                <c:pt idx="4086">
                  <c:v>0.27127659574467999</c:v>
                </c:pt>
                <c:pt idx="4087">
                  <c:v>0.27127659574467999</c:v>
                </c:pt>
                <c:pt idx="4088">
                  <c:v>0.27137546468401402</c:v>
                </c:pt>
                <c:pt idx="4089">
                  <c:v>0.27137970353477697</c:v>
                </c:pt>
                <c:pt idx="4090">
                  <c:v>0.27147766323023997</c:v>
                </c:pt>
                <c:pt idx="4091">
                  <c:v>0.27184466019417403</c:v>
                </c:pt>
                <c:pt idx="4092">
                  <c:v>0.27191679049034101</c:v>
                </c:pt>
                <c:pt idx="4093">
                  <c:v>0.27230046948356801</c:v>
                </c:pt>
                <c:pt idx="4094">
                  <c:v>0.27232635060639399</c:v>
                </c:pt>
                <c:pt idx="4095">
                  <c:v>0.27232635060639399</c:v>
                </c:pt>
                <c:pt idx="4096">
                  <c:v>0.27239488117001798</c:v>
                </c:pt>
                <c:pt idx="4097">
                  <c:v>0.27272727272727199</c:v>
                </c:pt>
                <c:pt idx="4098">
                  <c:v>0.27272727272727199</c:v>
                </c:pt>
                <c:pt idx="4099">
                  <c:v>0.27272727272727199</c:v>
                </c:pt>
                <c:pt idx="4100">
                  <c:v>0.27296248382923599</c:v>
                </c:pt>
                <c:pt idx="4101">
                  <c:v>0.27366609294320099</c:v>
                </c:pt>
                <c:pt idx="4102">
                  <c:v>0.27401415571284099</c:v>
                </c:pt>
                <c:pt idx="4103">
                  <c:v>0.27485380116959002</c:v>
                </c:pt>
                <c:pt idx="4104">
                  <c:v>0.275555555555555</c:v>
                </c:pt>
                <c:pt idx="4105">
                  <c:v>0.27567567567567502</c:v>
                </c:pt>
                <c:pt idx="4106">
                  <c:v>0.276018099547511</c:v>
                </c:pt>
                <c:pt idx="4107">
                  <c:v>0.27612903225806401</c:v>
                </c:pt>
                <c:pt idx="4108">
                  <c:v>0.276422764227642</c:v>
                </c:pt>
                <c:pt idx="4109">
                  <c:v>0.276422764227642</c:v>
                </c:pt>
                <c:pt idx="4110">
                  <c:v>0.27659574468085102</c:v>
                </c:pt>
                <c:pt idx="4111">
                  <c:v>0.27663934426229497</c:v>
                </c:pt>
                <c:pt idx="4112">
                  <c:v>0.27700127064802998</c:v>
                </c:pt>
                <c:pt idx="4113">
                  <c:v>0.27741083223249602</c:v>
                </c:pt>
                <c:pt idx="4114">
                  <c:v>0.27752639517345301</c:v>
                </c:pt>
                <c:pt idx="4115">
                  <c:v>0.27765237020316003</c:v>
                </c:pt>
                <c:pt idx="4116">
                  <c:v>0.27768014059753898</c:v>
                </c:pt>
                <c:pt idx="4117">
                  <c:v>0.277842907385697</c:v>
                </c:pt>
                <c:pt idx="4118">
                  <c:v>0.27806563039723597</c:v>
                </c:pt>
                <c:pt idx="4119">
                  <c:v>0.27810650887573901</c:v>
                </c:pt>
                <c:pt idx="4120">
                  <c:v>0.278145695364238</c:v>
                </c:pt>
                <c:pt idx="4121">
                  <c:v>0.27840909090909</c:v>
                </c:pt>
                <c:pt idx="4122">
                  <c:v>0.278481012658227</c:v>
                </c:pt>
                <c:pt idx="4123">
                  <c:v>0.27849740932642397</c:v>
                </c:pt>
                <c:pt idx="4124">
                  <c:v>0.278538812785388</c:v>
                </c:pt>
                <c:pt idx="4125">
                  <c:v>0.27905138339920899</c:v>
                </c:pt>
                <c:pt idx="4126">
                  <c:v>0.27919463087248297</c:v>
                </c:pt>
                <c:pt idx="4127">
                  <c:v>0.279308135810377</c:v>
                </c:pt>
                <c:pt idx="4128">
                  <c:v>0.27934272300469398</c:v>
                </c:pt>
                <c:pt idx="4129">
                  <c:v>0.27937915742793701</c:v>
                </c:pt>
                <c:pt idx="4130">
                  <c:v>0.28031496062992101</c:v>
                </c:pt>
                <c:pt idx="4131">
                  <c:v>0.280459770114942</c:v>
                </c:pt>
                <c:pt idx="4132">
                  <c:v>0.28065395095367801</c:v>
                </c:pt>
                <c:pt idx="4133">
                  <c:v>0.28102710413694698</c:v>
                </c:pt>
                <c:pt idx="4134">
                  <c:v>0.28102710413694698</c:v>
                </c:pt>
                <c:pt idx="4135">
                  <c:v>0.28102710413694698</c:v>
                </c:pt>
                <c:pt idx="4136">
                  <c:v>0.28104575163398599</c:v>
                </c:pt>
                <c:pt idx="4137">
                  <c:v>0.28254847645429298</c:v>
                </c:pt>
                <c:pt idx="4138">
                  <c:v>0.28270042194092798</c:v>
                </c:pt>
                <c:pt idx="4139">
                  <c:v>0.28309572301425601</c:v>
                </c:pt>
                <c:pt idx="4140">
                  <c:v>0.28333333333333299</c:v>
                </c:pt>
                <c:pt idx="4141">
                  <c:v>0.28344671201813998</c:v>
                </c:pt>
                <c:pt idx="4142">
                  <c:v>0.28367346938775501</c:v>
                </c:pt>
                <c:pt idx="4143">
                  <c:v>0.28416779431664402</c:v>
                </c:pt>
                <c:pt idx="4144">
                  <c:v>0.28458498023715401</c:v>
                </c:pt>
                <c:pt idx="4145">
                  <c:v>0.28491620111731802</c:v>
                </c:pt>
                <c:pt idx="4146">
                  <c:v>0.28515625</c:v>
                </c:pt>
                <c:pt idx="4147">
                  <c:v>0.28518057285180498</c:v>
                </c:pt>
                <c:pt idx="4148">
                  <c:v>0.285433070866141</c:v>
                </c:pt>
                <c:pt idx="4149">
                  <c:v>0.28571428571428498</c:v>
                </c:pt>
                <c:pt idx="4150">
                  <c:v>0.28611111111111098</c:v>
                </c:pt>
                <c:pt idx="4151">
                  <c:v>0.28735632183908</c:v>
                </c:pt>
                <c:pt idx="4152">
                  <c:v>0.28747795414462002</c:v>
                </c:pt>
                <c:pt idx="4153">
                  <c:v>0.28757515030060099</c:v>
                </c:pt>
                <c:pt idx="4154">
                  <c:v>0.28773584905660299</c:v>
                </c:pt>
                <c:pt idx="4155">
                  <c:v>0.28806584362139898</c:v>
                </c:pt>
                <c:pt idx="4156">
                  <c:v>0.288273615635179</c:v>
                </c:pt>
                <c:pt idx="4157">
                  <c:v>0.28864059590316499</c:v>
                </c:pt>
                <c:pt idx="4158">
                  <c:v>0.28885630498533699</c:v>
                </c:pt>
                <c:pt idx="4159">
                  <c:v>0.28899637243047099</c:v>
                </c:pt>
                <c:pt idx="4160">
                  <c:v>0.28919860627177701</c:v>
                </c:pt>
                <c:pt idx="4161">
                  <c:v>0.28919860627177701</c:v>
                </c:pt>
                <c:pt idx="4162">
                  <c:v>0.289385474860335</c:v>
                </c:pt>
                <c:pt idx="4163">
                  <c:v>0.289385474860335</c:v>
                </c:pt>
                <c:pt idx="4164">
                  <c:v>0.28985507246376802</c:v>
                </c:pt>
                <c:pt idx="4165">
                  <c:v>0.29005847953216302</c:v>
                </c:pt>
                <c:pt idx="4166">
                  <c:v>0.29025844930417399</c:v>
                </c:pt>
                <c:pt idx="4167">
                  <c:v>0.29025844930417399</c:v>
                </c:pt>
                <c:pt idx="4168">
                  <c:v>0.290617848970251</c:v>
                </c:pt>
                <c:pt idx="4169">
                  <c:v>0.29162462159434899</c:v>
                </c:pt>
                <c:pt idx="4170">
                  <c:v>0.29185520361990902</c:v>
                </c:pt>
                <c:pt idx="4171">
                  <c:v>0.29200463499420598</c:v>
                </c:pt>
                <c:pt idx="4172">
                  <c:v>0.29202279202279202</c:v>
                </c:pt>
                <c:pt idx="4173">
                  <c:v>0.29202279202279202</c:v>
                </c:pt>
                <c:pt idx="4174">
                  <c:v>0.29264705882352898</c:v>
                </c:pt>
                <c:pt idx="4175">
                  <c:v>0.29279279279279202</c:v>
                </c:pt>
                <c:pt idx="4176">
                  <c:v>0.29300118623962002</c:v>
                </c:pt>
                <c:pt idx="4177">
                  <c:v>0.293634496919917</c:v>
                </c:pt>
                <c:pt idx="4178">
                  <c:v>0.29455909943714798</c:v>
                </c:pt>
                <c:pt idx="4179">
                  <c:v>0.29475982532751099</c:v>
                </c:pt>
                <c:pt idx="4180">
                  <c:v>0.29485570890840601</c:v>
                </c:pt>
                <c:pt idx="4181">
                  <c:v>0.295173961840628</c:v>
                </c:pt>
                <c:pt idx="4182">
                  <c:v>0.295173961840628</c:v>
                </c:pt>
                <c:pt idx="4183">
                  <c:v>0.29537366548042698</c:v>
                </c:pt>
                <c:pt idx="4184">
                  <c:v>0.29540918163672603</c:v>
                </c:pt>
                <c:pt idx="4185">
                  <c:v>0.29597197898423799</c:v>
                </c:pt>
                <c:pt idx="4186">
                  <c:v>0.29597197898423799</c:v>
                </c:pt>
                <c:pt idx="4187">
                  <c:v>0.29650507328072101</c:v>
                </c:pt>
                <c:pt idx="4188">
                  <c:v>0.29678362573099398</c:v>
                </c:pt>
                <c:pt idx="4189">
                  <c:v>0.29679144385026701</c:v>
                </c:pt>
                <c:pt idx="4190">
                  <c:v>0.29689608636977</c:v>
                </c:pt>
                <c:pt idx="4191">
                  <c:v>0.29733520336605901</c:v>
                </c:pt>
                <c:pt idx="4192">
                  <c:v>0.29761904761904701</c:v>
                </c:pt>
                <c:pt idx="4193">
                  <c:v>0.29761904761904701</c:v>
                </c:pt>
                <c:pt idx="4194">
                  <c:v>0.29761904761904701</c:v>
                </c:pt>
                <c:pt idx="4195">
                  <c:v>0.29761904761904701</c:v>
                </c:pt>
                <c:pt idx="4196">
                  <c:v>0.29824561403508698</c:v>
                </c:pt>
                <c:pt idx="4197">
                  <c:v>0.29850746268656703</c:v>
                </c:pt>
                <c:pt idx="4198">
                  <c:v>0.29850746268656703</c:v>
                </c:pt>
                <c:pt idx="4199">
                  <c:v>0.29902912621359201</c:v>
                </c:pt>
                <c:pt idx="4200">
                  <c:v>0.299157303370786</c:v>
                </c:pt>
                <c:pt idx="4201">
                  <c:v>0.29916567342073902</c:v>
                </c:pt>
                <c:pt idx="4202">
                  <c:v>0.29940119760479</c:v>
                </c:pt>
                <c:pt idx="4203">
                  <c:v>0.29954954954954899</c:v>
                </c:pt>
                <c:pt idx="4204">
                  <c:v>0.29954954954954899</c:v>
                </c:pt>
                <c:pt idx="4205">
                  <c:v>0.29974811083123398</c:v>
                </c:pt>
                <c:pt idx="4206">
                  <c:v>0.3</c:v>
                </c:pt>
                <c:pt idx="4207">
                  <c:v>0.3</c:v>
                </c:pt>
                <c:pt idx="4208">
                  <c:v>0.30071599045345998</c:v>
                </c:pt>
                <c:pt idx="4209">
                  <c:v>0.30078125</c:v>
                </c:pt>
                <c:pt idx="4210">
                  <c:v>0.301014656144306</c:v>
                </c:pt>
                <c:pt idx="4211">
                  <c:v>0.301014656144306</c:v>
                </c:pt>
                <c:pt idx="4212">
                  <c:v>0.30138713745271101</c:v>
                </c:pt>
                <c:pt idx="4213">
                  <c:v>0.30227272727272703</c:v>
                </c:pt>
                <c:pt idx="4214">
                  <c:v>0.30232558139534799</c:v>
                </c:pt>
                <c:pt idx="4215">
                  <c:v>0.30248306997742602</c:v>
                </c:pt>
                <c:pt idx="4216">
                  <c:v>0.30310262529832899</c:v>
                </c:pt>
                <c:pt idx="4217">
                  <c:v>0.30357142857142799</c:v>
                </c:pt>
                <c:pt idx="4218">
                  <c:v>0.30378250591016498</c:v>
                </c:pt>
                <c:pt idx="4219">
                  <c:v>0.303827751196172</c:v>
                </c:pt>
                <c:pt idx="4220">
                  <c:v>0.30390143737166297</c:v>
                </c:pt>
                <c:pt idx="4221">
                  <c:v>0.30395480225988702</c:v>
                </c:pt>
                <c:pt idx="4222">
                  <c:v>0.304054054054053</c:v>
                </c:pt>
                <c:pt idx="4223">
                  <c:v>0.30414746543778798</c:v>
                </c:pt>
                <c:pt idx="4224">
                  <c:v>0.30434782608695599</c:v>
                </c:pt>
                <c:pt idx="4225">
                  <c:v>0.30449251247920101</c:v>
                </c:pt>
                <c:pt idx="4226">
                  <c:v>0.304773561811505</c:v>
                </c:pt>
                <c:pt idx="4227">
                  <c:v>0.304838709677419</c:v>
                </c:pt>
                <c:pt idx="4228">
                  <c:v>0.30530973451327398</c:v>
                </c:pt>
                <c:pt idx="4229">
                  <c:v>0.30532544378698201</c:v>
                </c:pt>
                <c:pt idx="4230">
                  <c:v>0.30542986425339302</c:v>
                </c:pt>
                <c:pt idx="4231">
                  <c:v>0.30583501006036201</c:v>
                </c:pt>
                <c:pt idx="4232">
                  <c:v>0.305851063829787</c:v>
                </c:pt>
                <c:pt idx="4233">
                  <c:v>0.30601092896174797</c:v>
                </c:pt>
                <c:pt idx="4234">
                  <c:v>0.306220095693779</c:v>
                </c:pt>
                <c:pt idx="4235">
                  <c:v>0.306882591093117</c:v>
                </c:pt>
                <c:pt idx="4236">
                  <c:v>0.30740740740740702</c:v>
                </c:pt>
                <c:pt idx="4237">
                  <c:v>0.30833333333333302</c:v>
                </c:pt>
                <c:pt idx="4238">
                  <c:v>0.30841121495327001</c:v>
                </c:pt>
                <c:pt idx="4239">
                  <c:v>0.30841121495327001</c:v>
                </c:pt>
                <c:pt idx="4240">
                  <c:v>0.30847029077117499</c:v>
                </c:pt>
                <c:pt idx="4241">
                  <c:v>0.308523409363745</c:v>
                </c:pt>
                <c:pt idx="4242">
                  <c:v>0.30904183535762397</c:v>
                </c:pt>
                <c:pt idx="4243">
                  <c:v>0.309815950920245</c:v>
                </c:pt>
                <c:pt idx="4244">
                  <c:v>0.31009615384615302</c:v>
                </c:pt>
                <c:pt idx="4245">
                  <c:v>0.31009615384615302</c:v>
                </c:pt>
                <c:pt idx="4246">
                  <c:v>0.31009615384615302</c:v>
                </c:pt>
                <c:pt idx="4247">
                  <c:v>0.310126582278481</c:v>
                </c:pt>
                <c:pt idx="4248">
                  <c:v>0.31034482758620602</c:v>
                </c:pt>
                <c:pt idx="4249">
                  <c:v>0.31034482758620602</c:v>
                </c:pt>
                <c:pt idx="4250">
                  <c:v>0.31081081081081002</c:v>
                </c:pt>
                <c:pt idx="4251">
                  <c:v>0.31102362204724399</c:v>
                </c:pt>
                <c:pt idx="4252">
                  <c:v>0.31102362204724399</c:v>
                </c:pt>
                <c:pt idx="4253">
                  <c:v>0.3125</c:v>
                </c:pt>
                <c:pt idx="4254">
                  <c:v>0.3125</c:v>
                </c:pt>
                <c:pt idx="4255">
                  <c:v>0.31297709923664102</c:v>
                </c:pt>
                <c:pt idx="4256">
                  <c:v>0.31309297912713402</c:v>
                </c:pt>
                <c:pt idx="4257">
                  <c:v>0.31376975169300197</c:v>
                </c:pt>
                <c:pt idx="4258">
                  <c:v>0.31393568147013701</c:v>
                </c:pt>
                <c:pt idx="4259">
                  <c:v>0.314711359404096</c:v>
                </c:pt>
                <c:pt idx="4260">
                  <c:v>0.31483715319662198</c:v>
                </c:pt>
                <c:pt idx="4261">
                  <c:v>0.31483715319662198</c:v>
                </c:pt>
                <c:pt idx="4262">
                  <c:v>0.31483715319662198</c:v>
                </c:pt>
                <c:pt idx="4263">
                  <c:v>0.31521739130434701</c:v>
                </c:pt>
                <c:pt idx="4264">
                  <c:v>0.31543624161073802</c:v>
                </c:pt>
                <c:pt idx="4265">
                  <c:v>0.31578947368421001</c:v>
                </c:pt>
                <c:pt idx="4266">
                  <c:v>0.31716417910447697</c:v>
                </c:pt>
                <c:pt idx="4267">
                  <c:v>0.31735159817351599</c:v>
                </c:pt>
                <c:pt idx="4268">
                  <c:v>0.31756756756756699</c:v>
                </c:pt>
                <c:pt idx="4269">
                  <c:v>0.317647058823529</c:v>
                </c:pt>
                <c:pt idx="4270">
                  <c:v>0.317801672640382</c:v>
                </c:pt>
                <c:pt idx="4271">
                  <c:v>0.31931464174454799</c:v>
                </c:pt>
                <c:pt idx="4272">
                  <c:v>0.31958762886597902</c:v>
                </c:pt>
                <c:pt idx="4273">
                  <c:v>0.32044198895027598</c:v>
                </c:pt>
                <c:pt idx="4274">
                  <c:v>0.32110091743119201</c:v>
                </c:pt>
                <c:pt idx="4275">
                  <c:v>0.32187857961053801</c:v>
                </c:pt>
                <c:pt idx="4276">
                  <c:v>0.32247815726767198</c:v>
                </c:pt>
                <c:pt idx="4277">
                  <c:v>0.32339449541284399</c:v>
                </c:pt>
                <c:pt idx="4278">
                  <c:v>0.32352941176470501</c:v>
                </c:pt>
                <c:pt idx="4279">
                  <c:v>0.32389162561576301</c:v>
                </c:pt>
                <c:pt idx="4280">
                  <c:v>0.32432432432432401</c:v>
                </c:pt>
                <c:pt idx="4281">
                  <c:v>0.32454361054766701</c:v>
                </c:pt>
                <c:pt idx="4282">
                  <c:v>0.32489451476793202</c:v>
                </c:pt>
                <c:pt idx="4283">
                  <c:v>0.325478645066273</c:v>
                </c:pt>
                <c:pt idx="4284">
                  <c:v>0.32550693703308398</c:v>
                </c:pt>
                <c:pt idx="4285">
                  <c:v>0.32563694267515902</c:v>
                </c:pt>
                <c:pt idx="4286">
                  <c:v>0.326129666011787</c:v>
                </c:pt>
                <c:pt idx="4287">
                  <c:v>0.32669322709163301</c:v>
                </c:pt>
                <c:pt idx="4288">
                  <c:v>0.32694938440492399</c:v>
                </c:pt>
                <c:pt idx="4289">
                  <c:v>0.32743362831858402</c:v>
                </c:pt>
                <c:pt idx="4290">
                  <c:v>0.32781954887218001</c:v>
                </c:pt>
                <c:pt idx="4291">
                  <c:v>0.32793522267206399</c:v>
                </c:pt>
                <c:pt idx="4292">
                  <c:v>0.32796317606444098</c:v>
                </c:pt>
                <c:pt idx="4293">
                  <c:v>0.32820512820512798</c:v>
                </c:pt>
                <c:pt idx="4294">
                  <c:v>0.32854578096947901</c:v>
                </c:pt>
                <c:pt idx="4295">
                  <c:v>0.32926829268292601</c:v>
                </c:pt>
                <c:pt idx="4296">
                  <c:v>0.32972972972972903</c:v>
                </c:pt>
                <c:pt idx="4297">
                  <c:v>0.33020134228187897</c:v>
                </c:pt>
                <c:pt idx="4298">
                  <c:v>0.330517423442449</c:v>
                </c:pt>
                <c:pt idx="4299">
                  <c:v>0.33064516129032201</c:v>
                </c:pt>
                <c:pt idx="4300">
                  <c:v>0.33186490455212903</c:v>
                </c:pt>
                <c:pt idx="4301">
                  <c:v>0.33333333333333298</c:v>
                </c:pt>
                <c:pt idx="4302">
                  <c:v>0.33333333333333298</c:v>
                </c:pt>
                <c:pt idx="4303">
                  <c:v>0.33395872420262601</c:v>
                </c:pt>
                <c:pt idx="4304">
                  <c:v>0.33395872420262601</c:v>
                </c:pt>
                <c:pt idx="4305">
                  <c:v>0.33414932680538501</c:v>
                </c:pt>
                <c:pt idx="4306">
                  <c:v>0.33437013996889497</c:v>
                </c:pt>
                <c:pt idx="4307">
                  <c:v>0.33455210237659899</c:v>
                </c:pt>
                <c:pt idx="4308">
                  <c:v>0.33564814814814797</c:v>
                </c:pt>
                <c:pt idx="4309">
                  <c:v>0.33589251439539303</c:v>
                </c:pt>
                <c:pt idx="4310">
                  <c:v>0.33596837944663999</c:v>
                </c:pt>
                <c:pt idx="4311">
                  <c:v>0.33617021276595699</c:v>
                </c:pt>
                <c:pt idx="4312">
                  <c:v>0.33649289099525997</c:v>
                </c:pt>
                <c:pt idx="4313">
                  <c:v>0.33734939759036098</c:v>
                </c:pt>
                <c:pt idx="4314">
                  <c:v>0.33774319066147801</c:v>
                </c:pt>
                <c:pt idx="4315">
                  <c:v>0.33799533799533799</c:v>
                </c:pt>
                <c:pt idx="4316">
                  <c:v>0.33811475409836</c:v>
                </c:pt>
                <c:pt idx="4317">
                  <c:v>0.33858267716535401</c:v>
                </c:pt>
                <c:pt idx="4318">
                  <c:v>0.33888888888888802</c:v>
                </c:pt>
                <c:pt idx="4319">
                  <c:v>0.33906633906633898</c:v>
                </c:pt>
                <c:pt idx="4320">
                  <c:v>0.33918128654970697</c:v>
                </c:pt>
                <c:pt idx="4321">
                  <c:v>0.33928571428571402</c:v>
                </c:pt>
                <c:pt idx="4322">
                  <c:v>0.33949801849405498</c:v>
                </c:pt>
                <c:pt idx="4323">
                  <c:v>0.33949801849405498</c:v>
                </c:pt>
                <c:pt idx="4324">
                  <c:v>0.33987730061349603</c:v>
                </c:pt>
                <c:pt idx="4325">
                  <c:v>0.33988212180746502</c:v>
                </c:pt>
                <c:pt idx="4326">
                  <c:v>0.34031413612565398</c:v>
                </c:pt>
                <c:pt idx="4327">
                  <c:v>0.34046692607003798</c:v>
                </c:pt>
                <c:pt idx="4328">
                  <c:v>0.340839303991811</c:v>
                </c:pt>
                <c:pt idx="4329">
                  <c:v>0.34090909090909</c:v>
                </c:pt>
                <c:pt idx="4330">
                  <c:v>0.34090909090909</c:v>
                </c:pt>
                <c:pt idx="4331">
                  <c:v>0.34112149532710201</c:v>
                </c:pt>
                <c:pt idx="4332">
                  <c:v>0.34171907756813402</c:v>
                </c:pt>
                <c:pt idx="4333">
                  <c:v>0.34194831013916399</c:v>
                </c:pt>
                <c:pt idx="4334">
                  <c:v>0.34272300469483502</c:v>
                </c:pt>
                <c:pt idx="4335">
                  <c:v>0.342741935483871</c:v>
                </c:pt>
                <c:pt idx="4336">
                  <c:v>0.34312696747114302</c:v>
                </c:pt>
                <c:pt idx="4337">
                  <c:v>0.34328358208955201</c:v>
                </c:pt>
                <c:pt idx="4338">
                  <c:v>0.34343434343434298</c:v>
                </c:pt>
                <c:pt idx="4339">
                  <c:v>0.34346504559270502</c:v>
                </c:pt>
                <c:pt idx="4340">
                  <c:v>0.34491634491634399</c:v>
                </c:pt>
                <c:pt idx="4341">
                  <c:v>0.34499205087440299</c:v>
                </c:pt>
                <c:pt idx="4342">
                  <c:v>0.34557823129251702</c:v>
                </c:pt>
                <c:pt idx="4343">
                  <c:v>0.346485819975339</c:v>
                </c:pt>
                <c:pt idx="4344">
                  <c:v>0.34705882352941098</c:v>
                </c:pt>
                <c:pt idx="4345">
                  <c:v>0.34761904761904699</c:v>
                </c:pt>
                <c:pt idx="4346">
                  <c:v>0.34761904761904699</c:v>
                </c:pt>
                <c:pt idx="4347">
                  <c:v>0.34808853118712202</c:v>
                </c:pt>
                <c:pt idx="4348">
                  <c:v>0.348130841121495</c:v>
                </c:pt>
                <c:pt idx="4349">
                  <c:v>0.34814814814814798</c:v>
                </c:pt>
                <c:pt idx="4350">
                  <c:v>0.34823529411764698</c:v>
                </c:pt>
                <c:pt idx="4351">
                  <c:v>0.348788198103266</c:v>
                </c:pt>
                <c:pt idx="4352">
                  <c:v>0.34926052332195601</c:v>
                </c:pt>
                <c:pt idx="4353">
                  <c:v>0.34970760233918102</c:v>
                </c:pt>
                <c:pt idx="4354">
                  <c:v>0.35</c:v>
                </c:pt>
                <c:pt idx="4355">
                  <c:v>0.35</c:v>
                </c:pt>
                <c:pt idx="4356">
                  <c:v>0.35033557046979802</c:v>
                </c:pt>
                <c:pt idx="4357">
                  <c:v>0.350785340314136</c:v>
                </c:pt>
                <c:pt idx="4358">
                  <c:v>0.35185185185185103</c:v>
                </c:pt>
                <c:pt idx="4359">
                  <c:v>0.35283363802559398</c:v>
                </c:pt>
                <c:pt idx="4360">
                  <c:v>0.35483870967741898</c:v>
                </c:pt>
                <c:pt idx="4361">
                  <c:v>0.35542168674698699</c:v>
                </c:pt>
                <c:pt idx="4362">
                  <c:v>0.35687022900763299</c:v>
                </c:pt>
                <c:pt idx="4363">
                  <c:v>0.359404096834264</c:v>
                </c:pt>
                <c:pt idx="4364">
                  <c:v>0.36021505376343999</c:v>
                </c:pt>
                <c:pt idx="4365">
                  <c:v>0.36030534351144999</c:v>
                </c:pt>
                <c:pt idx="4366">
                  <c:v>0.36157337367624798</c:v>
                </c:pt>
                <c:pt idx="4367">
                  <c:v>0.36170212765957399</c:v>
                </c:pt>
                <c:pt idx="4368">
                  <c:v>0.362041467304625</c:v>
                </c:pt>
                <c:pt idx="4369">
                  <c:v>0.362341772151898</c:v>
                </c:pt>
                <c:pt idx="4370">
                  <c:v>0.36307053941908701</c:v>
                </c:pt>
                <c:pt idx="4371">
                  <c:v>0.36315789473684201</c:v>
                </c:pt>
                <c:pt idx="4372">
                  <c:v>0.36363636363636298</c:v>
                </c:pt>
                <c:pt idx="4373">
                  <c:v>0.36388140161725002</c:v>
                </c:pt>
                <c:pt idx="4374">
                  <c:v>0.36406995230524603</c:v>
                </c:pt>
                <c:pt idx="4375">
                  <c:v>0.36420525657071301</c:v>
                </c:pt>
                <c:pt idx="4376">
                  <c:v>0.36429308565531399</c:v>
                </c:pt>
                <c:pt idx="4377">
                  <c:v>0.36475409836065498</c:v>
                </c:pt>
                <c:pt idx="4378">
                  <c:v>0.36491677336747702</c:v>
                </c:pt>
                <c:pt idx="4379">
                  <c:v>0.365461847389558</c:v>
                </c:pt>
                <c:pt idx="4380">
                  <c:v>0.36554621848739499</c:v>
                </c:pt>
                <c:pt idx="4381">
                  <c:v>0.36604774535808998</c:v>
                </c:pt>
                <c:pt idx="4382">
                  <c:v>0.36636636636636599</c:v>
                </c:pt>
                <c:pt idx="4383">
                  <c:v>0.36666666666666597</c:v>
                </c:pt>
                <c:pt idx="4384">
                  <c:v>0.36704730831973897</c:v>
                </c:pt>
                <c:pt idx="4385">
                  <c:v>0.368589743589743</c:v>
                </c:pt>
                <c:pt idx="4386">
                  <c:v>0.36878453038673997</c:v>
                </c:pt>
                <c:pt idx="4387">
                  <c:v>0.36934673366834098</c:v>
                </c:pt>
                <c:pt idx="4388">
                  <c:v>0.36972111553784798</c:v>
                </c:pt>
                <c:pt idx="4389">
                  <c:v>0.36972193614830001</c:v>
                </c:pt>
                <c:pt idx="4390">
                  <c:v>0.37130801687763698</c:v>
                </c:pt>
                <c:pt idx="4391">
                  <c:v>0.37306501547987603</c:v>
                </c:pt>
                <c:pt idx="4392">
                  <c:v>0.37431906614785898</c:v>
                </c:pt>
                <c:pt idx="4393">
                  <c:v>0.37483443708609199</c:v>
                </c:pt>
                <c:pt idx="4394">
                  <c:v>0.37514384349827301</c:v>
                </c:pt>
                <c:pt idx="4395">
                  <c:v>0.37519999999999998</c:v>
                </c:pt>
                <c:pt idx="4396">
                  <c:v>0.37598425196850299</c:v>
                </c:pt>
                <c:pt idx="4397">
                  <c:v>0.37755102040816302</c:v>
                </c:pt>
                <c:pt idx="4398">
                  <c:v>0.37856173677069099</c:v>
                </c:pt>
                <c:pt idx="4399">
                  <c:v>0.37869822485207</c:v>
                </c:pt>
                <c:pt idx="4400">
                  <c:v>0.37931034482758602</c:v>
                </c:pt>
                <c:pt idx="4401">
                  <c:v>0.37947882736156302</c:v>
                </c:pt>
                <c:pt idx="4402">
                  <c:v>0.37949400798934702</c:v>
                </c:pt>
                <c:pt idx="4403">
                  <c:v>0.380368098159509</c:v>
                </c:pt>
                <c:pt idx="4404">
                  <c:v>0.38196555217831801</c:v>
                </c:pt>
                <c:pt idx="4405">
                  <c:v>0.38248847926267199</c:v>
                </c:pt>
                <c:pt idx="4406">
                  <c:v>0.38297872340425498</c:v>
                </c:pt>
                <c:pt idx="4407">
                  <c:v>0.38297872340425498</c:v>
                </c:pt>
                <c:pt idx="4408">
                  <c:v>0.38297872340425498</c:v>
                </c:pt>
                <c:pt idx="4409">
                  <c:v>0.38320610687022899</c:v>
                </c:pt>
                <c:pt idx="4410">
                  <c:v>0.38416988416988401</c:v>
                </c:pt>
                <c:pt idx="4411">
                  <c:v>0.38445154419595301</c:v>
                </c:pt>
                <c:pt idx="4412">
                  <c:v>0.38479809976246998</c:v>
                </c:pt>
                <c:pt idx="4413">
                  <c:v>0.385281385281385</c:v>
                </c:pt>
                <c:pt idx="4414">
                  <c:v>0.38557993730407503</c:v>
                </c:pt>
                <c:pt idx="4415">
                  <c:v>0.38677354709418799</c:v>
                </c:pt>
                <c:pt idx="4416">
                  <c:v>0.38873994638069698</c:v>
                </c:pt>
                <c:pt idx="4417">
                  <c:v>0.38873994638069698</c:v>
                </c:pt>
                <c:pt idx="4418">
                  <c:v>0.389006342494714</c:v>
                </c:pt>
                <c:pt idx="4419">
                  <c:v>0.38955823293172598</c:v>
                </c:pt>
                <c:pt idx="4420">
                  <c:v>0.389578163771712</c:v>
                </c:pt>
                <c:pt idx="4421">
                  <c:v>0.389908256880733</c:v>
                </c:pt>
                <c:pt idx="4422">
                  <c:v>0.390070921985815</c:v>
                </c:pt>
                <c:pt idx="4423">
                  <c:v>0.391129032258064</c:v>
                </c:pt>
                <c:pt idx="4424">
                  <c:v>0.391949152542372</c:v>
                </c:pt>
                <c:pt idx="4425">
                  <c:v>0.39260969976905302</c:v>
                </c:pt>
                <c:pt idx="4426">
                  <c:v>0.39270386266094398</c:v>
                </c:pt>
                <c:pt idx="4427">
                  <c:v>0.39293139293139201</c:v>
                </c:pt>
                <c:pt idx="4428">
                  <c:v>0.392996108949416</c:v>
                </c:pt>
                <c:pt idx="4429">
                  <c:v>0.39318885448916402</c:v>
                </c:pt>
                <c:pt idx="4430">
                  <c:v>0.39406345957011202</c:v>
                </c:pt>
                <c:pt idx="4431">
                  <c:v>0.394279877425944</c:v>
                </c:pt>
                <c:pt idx="4432">
                  <c:v>0.39477303988995799</c:v>
                </c:pt>
                <c:pt idx="4433">
                  <c:v>0.39597315436241598</c:v>
                </c:pt>
                <c:pt idx="4434">
                  <c:v>0.39655172413793099</c:v>
                </c:pt>
                <c:pt idx="4435">
                  <c:v>0.39715394566623502</c:v>
                </c:pt>
                <c:pt idx="4436">
                  <c:v>0.39801980198019699</c:v>
                </c:pt>
                <c:pt idx="4437">
                  <c:v>0.39944903581267199</c:v>
                </c:pt>
                <c:pt idx="4438">
                  <c:v>0.39953542392566699</c:v>
                </c:pt>
                <c:pt idx="4439">
                  <c:v>0.39957716701902701</c:v>
                </c:pt>
                <c:pt idx="4440">
                  <c:v>0.39999999999999902</c:v>
                </c:pt>
                <c:pt idx="4441">
                  <c:v>0.401869158878504</c:v>
                </c:pt>
                <c:pt idx="4442">
                  <c:v>0.40311804008908603</c:v>
                </c:pt>
                <c:pt idx="4443">
                  <c:v>0.40314136125654398</c:v>
                </c:pt>
                <c:pt idx="4444">
                  <c:v>0.40357852882703699</c:v>
                </c:pt>
                <c:pt idx="4445">
                  <c:v>0.40361445783132499</c:v>
                </c:pt>
                <c:pt idx="4446">
                  <c:v>0.40368852459016402</c:v>
                </c:pt>
                <c:pt idx="4447">
                  <c:v>0.40416047548291201</c:v>
                </c:pt>
                <c:pt idx="4448">
                  <c:v>0.40540540540540498</c:v>
                </c:pt>
                <c:pt idx="4449">
                  <c:v>0.40552016985137901</c:v>
                </c:pt>
                <c:pt idx="4450">
                  <c:v>0.40650406504065001</c:v>
                </c:pt>
                <c:pt idx="4451">
                  <c:v>0.40685224839400402</c:v>
                </c:pt>
                <c:pt idx="4452">
                  <c:v>0.412133891213389</c:v>
                </c:pt>
                <c:pt idx="4453">
                  <c:v>0.41269841269841201</c:v>
                </c:pt>
                <c:pt idx="4454">
                  <c:v>0.413612565445026</c:v>
                </c:pt>
                <c:pt idx="4455">
                  <c:v>0.41666666666666602</c:v>
                </c:pt>
                <c:pt idx="4456">
                  <c:v>0.41803278688524498</c:v>
                </c:pt>
                <c:pt idx="4457">
                  <c:v>0.41832669322709098</c:v>
                </c:pt>
                <c:pt idx="4458">
                  <c:v>0.41894060995184601</c:v>
                </c:pt>
                <c:pt idx="4459">
                  <c:v>0.42016806722688999</c:v>
                </c:pt>
                <c:pt idx="4460">
                  <c:v>0.42038946162657498</c:v>
                </c:pt>
                <c:pt idx="4461">
                  <c:v>0.42086752637749097</c:v>
                </c:pt>
                <c:pt idx="4462">
                  <c:v>0.42105263157894701</c:v>
                </c:pt>
                <c:pt idx="4463">
                  <c:v>0.42105263157894701</c:v>
                </c:pt>
                <c:pt idx="4464">
                  <c:v>0.42212189616252799</c:v>
                </c:pt>
                <c:pt idx="4465">
                  <c:v>0.42253521126760502</c:v>
                </c:pt>
                <c:pt idx="4466">
                  <c:v>0.42499999999999999</c:v>
                </c:pt>
                <c:pt idx="4467">
                  <c:v>0.42544731610337899</c:v>
                </c:pt>
                <c:pt idx="4468">
                  <c:v>0.42580645161290298</c:v>
                </c:pt>
                <c:pt idx="4469">
                  <c:v>0.42626262626262601</c:v>
                </c:pt>
                <c:pt idx="4470">
                  <c:v>0.42653061224489702</c:v>
                </c:pt>
                <c:pt idx="4471">
                  <c:v>0.42655601659751002</c:v>
                </c:pt>
                <c:pt idx="4472">
                  <c:v>0.42677165354330698</c:v>
                </c:pt>
                <c:pt idx="4473">
                  <c:v>0.42725173210161599</c:v>
                </c:pt>
                <c:pt idx="4474">
                  <c:v>0.42936288088642599</c:v>
                </c:pt>
                <c:pt idx="4475">
                  <c:v>0.42995951417004002</c:v>
                </c:pt>
                <c:pt idx="4476">
                  <c:v>0.42995951417004002</c:v>
                </c:pt>
                <c:pt idx="4477">
                  <c:v>0.43005181347150201</c:v>
                </c:pt>
                <c:pt idx="4478">
                  <c:v>0.433447098976109</c:v>
                </c:pt>
                <c:pt idx="4479">
                  <c:v>0.43464399574920298</c:v>
                </c:pt>
                <c:pt idx="4480">
                  <c:v>0.435435435435435</c:v>
                </c:pt>
                <c:pt idx="4481">
                  <c:v>0.43641912512716102</c:v>
                </c:pt>
                <c:pt idx="4482">
                  <c:v>0.43763213530655398</c:v>
                </c:pt>
                <c:pt idx="4483">
                  <c:v>0.43835616438356101</c:v>
                </c:pt>
                <c:pt idx="4484">
                  <c:v>0.44444444444444398</c:v>
                </c:pt>
                <c:pt idx="4485">
                  <c:v>0.44444444444444398</c:v>
                </c:pt>
                <c:pt idx="4486">
                  <c:v>0.44895104895104798</c:v>
                </c:pt>
                <c:pt idx="4487">
                  <c:v>0.44921465968586299</c:v>
                </c:pt>
                <c:pt idx="4488">
                  <c:v>0.45110410094637199</c:v>
                </c:pt>
                <c:pt idx="4489">
                  <c:v>0.45152354570637099</c:v>
                </c:pt>
                <c:pt idx="4490">
                  <c:v>0.45320197044334898</c:v>
                </c:pt>
                <c:pt idx="4491">
                  <c:v>0.45501285347043602</c:v>
                </c:pt>
                <c:pt idx="4492">
                  <c:v>0.456779661016949</c:v>
                </c:pt>
                <c:pt idx="4493">
                  <c:v>0.45736434108527102</c:v>
                </c:pt>
                <c:pt idx="4494">
                  <c:v>0.45911949685534498</c:v>
                </c:pt>
                <c:pt idx="4495">
                  <c:v>0.45922746781115797</c:v>
                </c:pt>
                <c:pt idx="4496">
                  <c:v>0.45922746781115797</c:v>
                </c:pt>
                <c:pt idx="4497">
                  <c:v>0.46122448979591801</c:v>
                </c:pt>
                <c:pt idx="4498">
                  <c:v>0.46439317953861498</c:v>
                </c:pt>
                <c:pt idx="4499">
                  <c:v>0.46551724137931</c:v>
                </c:pt>
                <c:pt idx="4500">
                  <c:v>0.467289719626168</c:v>
                </c:pt>
                <c:pt idx="4501">
                  <c:v>0.46733668341708501</c:v>
                </c:pt>
                <c:pt idx="4502">
                  <c:v>0.46793349168645998</c:v>
                </c:pt>
                <c:pt idx="4503">
                  <c:v>0.46923076923076901</c:v>
                </c:pt>
                <c:pt idx="4504">
                  <c:v>0.46930280957336101</c:v>
                </c:pt>
                <c:pt idx="4505">
                  <c:v>0.46957520091848398</c:v>
                </c:pt>
                <c:pt idx="4506">
                  <c:v>0.46982758620689602</c:v>
                </c:pt>
                <c:pt idx="4507">
                  <c:v>0.47029702970296999</c:v>
                </c:pt>
                <c:pt idx="4508">
                  <c:v>0.47169811320754701</c:v>
                </c:pt>
                <c:pt idx="4509">
                  <c:v>0.47169811320754701</c:v>
                </c:pt>
                <c:pt idx="4510">
                  <c:v>0.47196261682243001</c:v>
                </c:pt>
                <c:pt idx="4511">
                  <c:v>0.47234042553191402</c:v>
                </c:pt>
                <c:pt idx="4512">
                  <c:v>0.47457627118644002</c:v>
                </c:pt>
                <c:pt idx="4513">
                  <c:v>0.47522522522522498</c:v>
                </c:pt>
                <c:pt idx="4514">
                  <c:v>0.47549019607843102</c:v>
                </c:pt>
                <c:pt idx="4515">
                  <c:v>0.47593582887700497</c:v>
                </c:pt>
                <c:pt idx="4516">
                  <c:v>0.47635524798154499</c:v>
                </c:pt>
                <c:pt idx="4517">
                  <c:v>0.47645429362880798</c:v>
                </c:pt>
                <c:pt idx="4518">
                  <c:v>0.47698744769874402</c:v>
                </c:pt>
                <c:pt idx="4519">
                  <c:v>0.47761194029850701</c:v>
                </c:pt>
                <c:pt idx="4520">
                  <c:v>0.47970863683662801</c:v>
                </c:pt>
                <c:pt idx="4521">
                  <c:v>0.48232611174458301</c:v>
                </c:pt>
                <c:pt idx="4522">
                  <c:v>0.48244274809160298</c:v>
                </c:pt>
                <c:pt idx="4523">
                  <c:v>0.48261474269819099</c:v>
                </c:pt>
                <c:pt idx="4524">
                  <c:v>0.48475120385232701</c:v>
                </c:pt>
                <c:pt idx="4525">
                  <c:v>0.48499999999999999</c:v>
                </c:pt>
                <c:pt idx="4526">
                  <c:v>0.487881981032666</c:v>
                </c:pt>
                <c:pt idx="4527">
                  <c:v>0.48979591836734698</c:v>
                </c:pt>
                <c:pt idx="4528">
                  <c:v>0.49245689655172398</c:v>
                </c:pt>
                <c:pt idx="4529">
                  <c:v>0.49246231155778802</c:v>
                </c:pt>
                <c:pt idx="4530">
                  <c:v>0.49546827794561898</c:v>
                </c:pt>
                <c:pt idx="4531">
                  <c:v>0.49546827794561898</c:v>
                </c:pt>
                <c:pt idx="4532">
                  <c:v>0.49614395886889401</c:v>
                </c:pt>
                <c:pt idx="4533">
                  <c:v>0.49661016949152498</c:v>
                </c:pt>
                <c:pt idx="4534">
                  <c:v>0.49752066115702398</c:v>
                </c:pt>
                <c:pt idx="4535">
                  <c:v>0.50051387461459396</c:v>
                </c:pt>
                <c:pt idx="4536">
                  <c:v>0.50124688279301699</c:v>
                </c:pt>
                <c:pt idx="4537">
                  <c:v>0.50303643724696301</c:v>
                </c:pt>
                <c:pt idx="4538">
                  <c:v>0.50348027842227305</c:v>
                </c:pt>
                <c:pt idx="4539">
                  <c:v>0.50693703308431104</c:v>
                </c:pt>
                <c:pt idx="4540">
                  <c:v>0.50749999999999995</c:v>
                </c:pt>
                <c:pt idx="4541">
                  <c:v>0.5078125</c:v>
                </c:pt>
                <c:pt idx="4542">
                  <c:v>0.50947368421052597</c:v>
                </c:pt>
                <c:pt idx="4543">
                  <c:v>0.51167728237791898</c:v>
                </c:pt>
                <c:pt idx="4544">
                  <c:v>0.512027491408934</c:v>
                </c:pt>
                <c:pt idx="4545">
                  <c:v>0.52067868504771997</c:v>
                </c:pt>
                <c:pt idx="4546">
                  <c:v>0.52123893805309696</c:v>
                </c:pt>
                <c:pt idx="4547">
                  <c:v>0.52197802197802101</c:v>
                </c:pt>
                <c:pt idx="4548">
                  <c:v>0.52400835073068897</c:v>
                </c:pt>
                <c:pt idx="4549">
                  <c:v>0.52620087336244503</c:v>
                </c:pt>
                <c:pt idx="4550">
                  <c:v>0.52887882219705495</c:v>
                </c:pt>
                <c:pt idx="4551">
                  <c:v>0.530416221985058</c:v>
                </c:pt>
                <c:pt idx="4552">
                  <c:v>0.53731343283582</c:v>
                </c:pt>
                <c:pt idx="4553">
                  <c:v>0.544921875</c:v>
                </c:pt>
                <c:pt idx="4554">
                  <c:v>0.54716981132075404</c:v>
                </c:pt>
                <c:pt idx="4555">
                  <c:v>0.54879328436516195</c:v>
                </c:pt>
                <c:pt idx="4556">
                  <c:v>0.54892601431980903</c:v>
                </c:pt>
                <c:pt idx="4557">
                  <c:v>0.55084745762711795</c:v>
                </c:pt>
                <c:pt idx="4558">
                  <c:v>0.55114503816793903</c:v>
                </c:pt>
                <c:pt idx="4559">
                  <c:v>0.552763819095477</c:v>
                </c:pt>
                <c:pt idx="4560">
                  <c:v>0.55642023346303504</c:v>
                </c:pt>
                <c:pt idx="4561">
                  <c:v>0.56082474226804102</c:v>
                </c:pt>
                <c:pt idx="4562">
                  <c:v>0.56129032258064504</c:v>
                </c:pt>
                <c:pt idx="4563">
                  <c:v>0.56194690265486702</c:v>
                </c:pt>
                <c:pt idx="4564">
                  <c:v>0.5625</c:v>
                </c:pt>
                <c:pt idx="4565">
                  <c:v>0.56275303643724695</c:v>
                </c:pt>
                <c:pt idx="4566">
                  <c:v>0.56367663344407504</c:v>
                </c:pt>
                <c:pt idx="4567">
                  <c:v>0.56484458735262599</c:v>
                </c:pt>
                <c:pt idx="4568">
                  <c:v>0.57021276595744597</c:v>
                </c:pt>
                <c:pt idx="4569">
                  <c:v>0.57476139978790997</c:v>
                </c:pt>
                <c:pt idx="4570">
                  <c:v>0.57524012806830305</c:v>
                </c:pt>
                <c:pt idx="4571">
                  <c:v>0.575824175824175</c:v>
                </c:pt>
                <c:pt idx="4572">
                  <c:v>0.57591623036649198</c:v>
                </c:pt>
                <c:pt idx="4573">
                  <c:v>0.57907542579075399</c:v>
                </c:pt>
                <c:pt idx="4574">
                  <c:v>0.57916666666666605</c:v>
                </c:pt>
                <c:pt idx="4575">
                  <c:v>0.57922769640479299</c:v>
                </c:pt>
                <c:pt idx="4576">
                  <c:v>0.58880516684607098</c:v>
                </c:pt>
                <c:pt idx="4577">
                  <c:v>0.58880516684607098</c:v>
                </c:pt>
                <c:pt idx="4578">
                  <c:v>0.58882681564245798</c:v>
                </c:pt>
                <c:pt idx="4579">
                  <c:v>0.58986175115207296</c:v>
                </c:pt>
                <c:pt idx="4580">
                  <c:v>0.59728506787330304</c:v>
                </c:pt>
                <c:pt idx="4581">
                  <c:v>0.60044642857142805</c:v>
                </c:pt>
                <c:pt idx="4582">
                  <c:v>0.60439560439560402</c:v>
                </c:pt>
                <c:pt idx="4583">
                  <c:v>0.60721868365180398</c:v>
                </c:pt>
                <c:pt idx="4584">
                  <c:v>0.60722347629796802</c:v>
                </c:pt>
                <c:pt idx="4585">
                  <c:v>0.60892667375132803</c:v>
                </c:pt>
                <c:pt idx="4586">
                  <c:v>0.61237785016286606</c:v>
                </c:pt>
                <c:pt idx="4587">
                  <c:v>0.61333333333333295</c:v>
                </c:pt>
                <c:pt idx="4588">
                  <c:v>0.61991869918699105</c:v>
                </c:pt>
                <c:pt idx="4589">
                  <c:v>0.62628865979381398</c:v>
                </c:pt>
                <c:pt idx="4590">
                  <c:v>0.62970936490850304</c:v>
                </c:pt>
                <c:pt idx="4591">
                  <c:v>0.63578947368421002</c:v>
                </c:pt>
                <c:pt idx="4592">
                  <c:v>0.63888888888888795</c:v>
                </c:pt>
                <c:pt idx="4593">
                  <c:v>0.64322916666666596</c:v>
                </c:pt>
                <c:pt idx="4594">
                  <c:v>0.64453961456102704</c:v>
                </c:pt>
                <c:pt idx="4595">
                  <c:v>0.65181347150258995</c:v>
                </c:pt>
                <c:pt idx="4596">
                  <c:v>0.65481171548117101</c:v>
                </c:pt>
                <c:pt idx="4597">
                  <c:v>0.66293393057110805</c:v>
                </c:pt>
                <c:pt idx="4598">
                  <c:v>0.66666666666666596</c:v>
                </c:pt>
                <c:pt idx="4599">
                  <c:v>0.67625133120340797</c:v>
                </c:pt>
                <c:pt idx="4600">
                  <c:v>0.67637540453074396</c:v>
                </c:pt>
                <c:pt idx="4601">
                  <c:v>0.67982924226254005</c:v>
                </c:pt>
                <c:pt idx="4602">
                  <c:v>0.68409343715239102</c:v>
                </c:pt>
                <c:pt idx="4603">
                  <c:v>0.685466377440347</c:v>
                </c:pt>
                <c:pt idx="4604">
                  <c:v>0.68627450980392102</c:v>
                </c:pt>
                <c:pt idx="4605">
                  <c:v>0.68677248677248603</c:v>
                </c:pt>
                <c:pt idx="4606">
                  <c:v>0.68941979522184305</c:v>
                </c:pt>
                <c:pt idx="4607">
                  <c:v>0.69004524886877805</c:v>
                </c:pt>
                <c:pt idx="4608">
                  <c:v>0.70072239422084603</c:v>
                </c:pt>
                <c:pt idx="4609">
                  <c:v>0.70530877573131101</c:v>
                </c:pt>
                <c:pt idx="4610">
                  <c:v>0.70886075949367</c:v>
                </c:pt>
                <c:pt idx="4611">
                  <c:v>0.70974576271186396</c:v>
                </c:pt>
                <c:pt idx="4612">
                  <c:v>0.71030042918454905</c:v>
                </c:pt>
                <c:pt idx="4613">
                  <c:v>0.71221532091097295</c:v>
                </c:pt>
                <c:pt idx="4614">
                  <c:v>0.71428571428571397</c:v>
                </c:pt>
                <c:pt idx="4615">
                  <c:v>0.71488033298647202</c:v>
                </c:pt>
                <c:pt idx="4616">
                  <c:v>0.71666666666666601</c:v>
                </c:pt>
                <c:pt idx="4617">
                  <c:v>0.72204806687565304</c:v>
                </c:pt>
                <c:pt idx="4618">
                  <c:v>0.72762645914396895</c:v>
                </c:pt>
                <c:pt idx="4619">
                  <c:v>0.73076923076922995</c:v>
                </c:pt>
                <c:pt idx="4620">
                  <c:v>0.73784355179703998</c:v>
                </c:pt>
                <c:pt idx="4621">
                  <c:v>0.74545454545454504</c:v>
                </c:pt>
                <c:pt idx="4622">
                  <c:v>0.74576271186440601</c:v>
                </c:pt>
                <c:pt idx="4623">
                  <c:v>0.75771971496436996</c:v>
                </c:pt>
                <c:pt idx="4624">
                  <c:v>0.77429467084639403</c:v>
                </c:pt>
                <c:pt idx="4625">
                  <c:v>0.78900112233445496</c:v>
                </c:pt>
                <c:pt idx="4626">
                  <c:v>0.78935939196525495</c:v>
                </c:pt>
                <c:pt idx="4627">
                  <c:v>0.79101123595505596</c:v>
                </c:pt>
                <c:pt idx="4628">
                  <c:v>0.79909706546275405</c:v>
                </c:pt>
                <c:pt idx="4629">
                  <c:v>0.80467955239064004</c:v>
                </c:pt>
                <c:pt idx="4630">
                  <c:v>0.80715059588298999</c:v>
                </c:pt>
                <c:pt idx="4631">
                  <c:v>0.80900109769483997</c:v>
                </c:pt>
                <c:pt idx="4632">
                  <c:v>0.82099447513812096</c:v>
                </c:pt>
                <c:pt idx="4633">
                  <c:v>0.82436882546652002</c:v>
                </c:pt>
                <c:pt idx="4634">
                  <c:v>0.84215991692627201</c:v>
                </c:pt>
                <c:pt idx="4635">
                  <c:v>0.84288747346072102</c:v>
                </c:pt>
                <c:pt idx="4636">
                  <c:v>0.85791173304628598</c:v>
                </c:pt>
                <c:pt idx="4637">
                  <c:v>0.86344537815125999</c:v>
                </c:pt>
                <c:pt idx="4638">
                  <c:v>0.86736842105263101</c:v>
                </c:pt>
                <c:pt idx="4639">
                  <c:v>0.87130801687763704</c:v>
                </c:pt>
                <c:pt idx="4640">
                  <c:v>0.876787678767876</c:v>
                </c:pt>
                <c:pt idx="4641">
                  <c:v>0.87796610169491496</c:v>
                </c:pt>
                <c:pt idx="4642">
                  <c:v>0.88300220750551806</c:v>
                </c:pt>
                <c:pt idx="4643">
                  <c:v>0.899786780383795</c:v>
                </c:pt>
                <c:pt idx="4644">
                  <c:v>0.90384615384615297</c:v>
                </c:pt>
                <c:pt idx="4645">
                  <c:v>0.90384615384615297</c:v>
                </c:pt>
                <c:pt idx="4646">
                  <c:v>0.90547798066594998</c:v>
                </c:pt>
                <c:pt idx="4647">
                  <c:v>0.90718232044198799</c:v>
                </c:pt>
                <c:pt idx="4648">
                  <c:v>0.91140642303432995</c:v>
                </c:pt>
                <c:pt idx="4649">
                  <c:v>0.91576673866090696</c:v>
                </c:pt>
                <c:pt idx="4650">
                  <c:v>0.92199349945828801</c:v>
                </c:pt>
                <c:pt idx="4651">
                  <c:v>0.93035908596300299</c:v>
                </c:pt>
                <c:pt idx="4652">
                  <c:v>0.93246187363834399</c:v>
                </c:pt>
                <c:pt idx="4653">
                  <c:v>0.93668122270742304</c:v>
                </c:pt>
                <c:pt idx="4654">
                  <c:v>0.94541484716157198</c:v>
                </c:pt>
                <c:pt idx="4655">
                  <c:v>0.95805739514348698</c:v>
                </c:pt>
              </c:numCache>
            </c:numRef>
          </c:xVal>
          <c:yVal>
            <c:numRef>
              <c:f>그래프!$B$2:$B$4657</c:f>
              <c:numCache>
                <c:formatCode>0.00%</c:formatCode>
                <c:ptCount val="4656"/>
                <c:pt idx="0">
                  <c:v>5.0047091605536602E-2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5.4668803839334298E-2</c:v>
                </c:pt>
                <c:pt idx="5">
                  <c:v>0</c:v>
                </c:pt>
                <c:pt idx="6">
                  <c:v>5.5882830990637997E-2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6.2419473385763001E-2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5.5283993222733502E-2</c:v>
                </c:pt>
                <c:pt idx="15">
                  <c:v>5.4533215986037602E-2</c:v>
                </c:pt>
                <c:pt idx="16">
                  <c:v>0</c:v>
                </c:pt>
                <c:pt idx="17">
                  <c:v>5.0232368022166102E-2</c:v>
                </c:pt>
                <c:pt idx="18">
                  <c:v>0</c:v>
                </c:pt>
                <c:pt idx="19">
                  <c:v>5.8028719446796898E-2</c:v>
                </c:pt>
                <c:pt idx="20">
                  <c:v>5.5484361019666403E-2</c:v>
                </c:pt>
                <c:pt idx="21">
                  <c:v>5.54397727200832E-2</c:v>
                </c:pt>
                <c:pt idx="22">
                  <c:v>5.4468643895838602E-2</c:v>
                </c:pt>
                <c:pt idx="23">
                  <c:v>5.0748104428876603E-2</c:v>
                </c:pt>
                <c:pt idx="24">
                  <c:v>4.9677469719959302E-2</c:v>
                </c:pt>
                <c:pt idx="25">
                  <c:v>5.6547157205298397E-2</c:v>
                </c:pt>
                <c:pt idx="26">
                  <c:v>0</c:v>
                </c:pt>
                <c:pt idx="27">
                  <c:v>5.1405684600038803E-2</c:v>
                </c:pt>
                <c:pt idx="28">
                  <c:v>5.2096491792510101E-2</c:v>
                </c:pt>
                <c:pt idx="29">
                  <c:v>0</c:v>
                </c:pt>
                <c:pt idx="30">
                  <c:v>5.6896258344302598E-2</c:v>
                </c:pt>
                <c:pt idx="31">
                  <c:v>4.9716301612777E-2</c:v>
                </c:pt>
                <c:pt idx="32">
                  <c:v>7.4243388348865999E-2</c:v>
                </c:pt>
                <c:pt idx="33">
                  <c:v>5.8610806901185399E-2</c:v>
                </c:pt>
                <c:pt idx="34">
                  <c:v>5.9555711084018297E-2</c:v>
                </c:pt>
                <c:pt idx="35">
                  <c:v>5.8295236389482599E-2</c:v>
                </c:pt>
                <c:pt idx="36">
                  <c:v>0</c:v>
                </c:pt>
                <c:pt idx="37">
                  <c:v>5.4966850640323098E-2</c:v>
                </c:pt>
                <c:pt idx="38">
                  <c:v>5.1800654330323902E-2</c:v>
                </c:pt>
                <c:pt idx="39">
                  <c:v>0</c:v>
                </c:pt>
                <c:pt idx="40">
                  <c:v>0</c:v>
                </c:pt>
                <c:pt idx="41">
                  <c:v>5.1875168512189797E-2</c:v>
                </c:pt>
                <c:pt idx="42">
                  <c:v>0</c:v>
                </c:pt>
                <c:pt idx="43">
                  <c:v>5.2044668678116399E-2</c:v>
                </c:pt>
                <c:pt idx="44">
                  <c:v>6.45188068695359E-2</c:v>
                </c:pt>
                <c:pt idx="45">
                  <c:v>0</c:v>
                </c:pt>
                <c:pt idx="46">
                  <c:v>5.0803867531489397E-2</c:v>
                </c:pt>
                <c:pt idx="47">
                  <c:v>0</c:v>
                </c:pt>
                <c:pt idx="48">
                  <c:v>5.1590299482304501E-2</c:v>
                </c:pt>
                <c:pt idx="49">
                  <c:v>0</c:v>
                </c:pt>
                <c:pt idx="50">
                  <c:v>0</c:v>
                </c:pt>
                <c:pt idx="51">
                  <c:v>8.9134239031025894E-2</c:v>
                </c:pt>
                <c:pt idx="52">
                  <c:v>5.5203850180603503E-2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5.1971574695259502E-2</c:v>
                </c:pt>
                <c:pt idx="57">
                  <c:v>6.6859599193278094E-2</c:v>
                </c:pt>
                <c:pt idx="58">
                  <c:v>0</c:v>
                </c:pt>
                <c:pt idx="59">
                  <c:v>0</c:v>
                </c:pt>
                <c:pt idx="60">
                  <c:v>5.1903262868803403E-2</c:v>
                </c:pt>
                <c:pt idx="61">
                  <c:v>5.0307447271111097E-2</c:v>
                </c:pt>
                <c:pt idx="62">
                  <c:v>4.9858151555925101E-2</c:v>
                </c:pt>
                <c:pt idx="63">
                  <c:v>0</c:v>
                </c:pt>
                <c:pt idx="64">
                  <c:v>5.0224743044278798E-2</c:v>
                </c:pt>
                <c:pt idx="65">
                  <c:v>5.8637857885905399E-2</c:v>
                </c:pt>
                <c:pt idx="66">
                  <c:v>7.4012391253233695E-2</c:v>
                </c:pt>
                <c:pt idx="67">
                  <c:v>5.1662637879077801E-2</c:v>
                </c:pt>
                <c:pt idx="68">
                  <c:v>6.7661728501491297E-2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6.6242976790668706E-2</c:v>
                </c:pt>
                <c:pt idx="73">
                  <c:v>5.9295795631114402E-2</c:v>
                </c:pt>
                <c:pt idx="74">
                  <c:v>4.9845680038530502E-2</c:v>
                </c:pt>
                <c:pt idx="75">
                  <c:v>5.2589652528660803E-2</c:v>
                </c:pt>
                <c:pt idx="76">
                  <c:v>0</c:v>
                </c:pt>
                <c:pt idx="77">
                  <c:v>5.3776867867221599E-2</c:v>
                </c:pt>
                <c:pt idx="78">
                  <c:v>5.9526449961055203E-2</c:v>
                </c:pt>
                <c:pt idx="79">
                  <c:v>5.5274535607885603E-2</c:v>
                </c:pt>
                <c:pt idx="80">
                  <c:v>0</c:v>
                </c:pt>
                <c:pt idx="81">
                  <c:v>6.1558283805423303E-2</c:v>
                </c:pt>
                <c:pt idx="82">
                  <c:v>5.0634829479930803E-2</c:v>
                </c:pt>
                <c:pt idx="83">
                  <c:v>6.5729769280861799E-2</c:v>
                </c:pt>
                <c:pt idx="84">
                  <c:v>6.8516683362014497E-2</c:v>
                </c:pt>
                <c:pt idx="85">
                  <c:v>6.05778603435402E-2</c:v>
                </c:pt>
                <c:pt idx="86">
                  <c:v>0</c:v>
                </c:pt>
                <c:pt idx="87">
                  <c:v>0</c:v>
                </c:pt>
                <c:pt idx="88">
                  <c:v>6.1329720247203998E-2</c:v>
                </c:pt>
                <c:pt idx="89">
                  <c:v>5.0617442337715403E-2</c:v>
                </c:pt>
                <c:pt idx="90">
                  <c:v>5.1874184470809402E-2</c:v>
                </c:pt>
                <c:pt idx="91">
                  <c:v>0</c:v>
                </c:pt>
                <c:pt idx="92">
                  <c:v>6.6377384664255204E-2</c:v>
                </c:pt>
                <c:pt idx="93">
                  <c:v>0</c:v>
                </c:pt>
                <c:pt idx="94">
                  <c:v>5.7260818144032999E-2</c:v>
                </c:pt>
                <c:pt idx="95">
                  <c:v>4.9850299599216198E-2</c:v>
                </c:pt>
                <c:pt idx="96">
                  <c:v>0</c:v>
                </c:pt>
                <c:pt idx="97">
                  <c:v>5.6334340523499699E-2</c:v>
                </c:pt>
                <c:pt idx="98">
                  <c:v>0</c:v>
                </c:pt>
                <c:pt idx="99">
                  <c:v>0</c:v>
                </c:pt>
                <c:pt idx="100">
                  <c:v>5.4310206996744201E-2</c:v>
                </c:pt>
                <c:pt idx="101">
                  <c:v>5.3672999850266898E-2</c:v>
                </c:pt>
                <c:pt idx="102">
                  <c:v>6.0665974444994802E-2</c:v>
                </c:pt>
                <c:pt idx="103">
                  <c:v>5.9023367155096103E-2</c:v>
                </c:pt>
                <c:pt idx="104">
                  <c:v>7.6024063890592894E-2</c:v>
                </c:pt>
                <c:pt idx="105">
                  <c:v>6.0967743582268398E-2</c:v>
                </c:pt>
                <c:pt idx="106">
                  <c:v>5.1181025869530203E-2</c:v>
                </c:pt>
                <c:pt idx="107">
                  <c:v>5.1694669891883802E-2</c:v>
                </c:pt>
                <c:pt idx="108">
                  <c:v>5.1119146678758103E-2</c:v>
                </c:pt>
                <c:pt idx="109">
                  <c:v>0</c:v>
                </c:pt>
                <c:pt idx="110">
                  <c:v>6.2192173421842599E-2</c:v>
                </c:pt>
                <c:pt idx="111">
                  <c:v>5.6224466680278598E-2</c:v>
                </c:pt>
                <c:pt idx="112">
                  <c:v>5.2317505235850402E-2</c:v>
                </c:pt>
                <c:pt idx="113">
                  <c:v>5.6799235369601402E-2</c:v>
                </c:pt>
                <c:pt idx="114">
                  <c:v>5.1516161511782697E-2</c:v>
                </c:pt>
                <c:pt idx="115">
                  <c:v>5.3770669013711102E-2</c:v>
                </c:pt>
                <c:pt idx="116">
                  <c:v>0.10524041545554801</c:v>
                </c:pt>
                <c:pt idx="117">
                  <c:v>5.04274451057369E-2</c:v>
                </c:pt>
                <c:pt idx="118">
                  <c:v>5.6306812429923699E-2</c:v>
                </c:pt>
                <c:pt idx="119">
                  <c:v>5.1703620547370599E-2</c:v>
                </c:pt>
                <c:pt idx="120">
                  <c:v>5.0789101899098403E-2</c:v>
                </c:pt>
                <c:pt idx="121">
                  <c:v>5.5678444513826503E-2</c:v>
                </c:pt>
                <c:pt idx="122">
                  <c:v>5.9433725209439597E-2</c:v>
                </c:pt>
                <c:pt idx="123">
                  <c:v>5.0936061280318599E-2</c:v>
                </c:pt>
                <c:pt idx="124">
                  <c:v>5.6172445482317299E-2</c:v>
                </c:pt>
                <c:pt idx="125">
                  <c:v>5.2736670964357003E-2</c:v>
                </c:pt>
                <c:pt idx="126">
                  <c:v>5.2503946730146397E-2</c:v>
                </c:pt>
                <c:pt idx="127">
                  <c:v>5.9332541151529902E-2</c:v>
                </c:pt>
                <c:pt idx="128">
                  <c:v>5.9515041074956303E-2</c:v>
                </c:pt>
                <c:pt idx="129">
                  <c:v>5.2852231960600397E-2</c:v>
                </c:pt>
                <c:pt idx="130">
                  <c:v>5.3507402579906702E-2</c:v>
                </c:pt>
                <c:pt idx="131">
                  <c:v>7.3979150678293804E-2</c:v>
                </c:pt>
                <c:pt idx="132">
                  <c:v>5.7466014606538399E-2</c:v>
                </c:pt>
                <c:pt idx="133">
                  <c:v>5.0224422621050799E-2</c:v>
                </c:pt>
                <c:pt idx="134">
                  <c:v>0</c:v>
                </c:pt>
                <c:pt idx="135">
                  <c:v>0</c:v>
                </c:pt>
                <c:pt idx="136">
                  <c:v>5.1864658646789401E-2</c:v>
                </c:pt>
                <c:pt idx="137">
                  <c:v>5.3388907360496701E-2</c:v>
                </c:pt>
                <c:pt idx="138">
                  <c:v>5.2410142314964499E-2</c:v>
                </c:pt>
                <c:pt idx="139">
                  <c:v>5.1113937778744602E-2</c:v>
                </c:pt>
                <c:pt idx="140">
                  <c:v>5.8659279658397102E-2</c:v>
                </c:pt>
                <c:pt idx="141">
                  <c:v>5.6689521887351699E-2</c:v>
                </c:pt>
                <c:pt idx="142">
                  <c:v>6.2124370462632403E-2</c:v>
                </c:pt>
                <c:pt idx="143">
                  <c:v>5.3796569104783198E-2</c:v>
                </c:pt>
                <c:pt idx="144">
                  <c:v>5.2560850689627701E-2</c:v>
                </c:pt>
                <c:pt idx="145">
                  <c:v>7.2136149214890394E-2</c:v>
                </c:pt>
                <c:pt idx="146">
                  <c:v>6.3426233044086594E-2</c:v>
                </c:pt>
                <c:pt idx="147">
                  <c:v>6.2526726921371803E-2</c:v>
                </c:pt>
                <c:pt idx="148">
                  <c:v>0</c:v>
                </c:pt>
                <c:pt idx="149">
                  <c:v>5.1664883357550297E-2</c:v>
                </c:pt>
                <c:pt idx="150">
                  <c:v>5.4067421427753802E-2</c:v>
                </c:pt>
                <c:pt idx="151">
                  <c:v>5.4964489426775703E-2</c:v>
                </c:pt>
                <c:pt idx="152">
                  <c:v>0</c:v>
                </c:pt>
                <c:pt idx="153">
                  <c:v>5.31159117364279E-2</c:v>
                </c:pt>
                <c:pt idx="154">
                  <c:v>5.2073216662925997E-2</c:v>
                </c:pt>
                <c:pt idx="155">
                  <c:v>7.4152857262947902E-2</c:v>
                </c:pt>
                <c:pt idx="156">
                  <c:v>5.4856881148255397E-2</c:v>
                </c:pt>
                <c:pt idx="157">
                  <c:v>6.6373047086601897E-2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5.1091350928395E-2</c:v>
                </c:pt>
                <c:pt idx="163">
                  <c:v>6.1259702111381202E-2</c:v>
                </c:pt>
                <c:pt idx="164">
                  <c:v>6.2887230489591703E-2</c:v>
                </c:pt>
                <c:pt idx="165">
                  <c:v>7.5371971709776206E-2</c:v>
                </c:pt>
                <c:pt idx="166">
                  <c:v>5.6118572959117298E-2</c:v>
                </c:pt>
                <c:pt idx="167">
                  <c:v>0</c:v>
                </c:pt>
                <c:pt idx="168">
                  <c:v>0</c:v>
                </c:pt>
                <c:pt idx="169">
                  <c:v>5.1875040139791301E-2</c:v>
                </c:pt>
                <c:pt idx="170">
                  <c:v>5.4464014020733698E-2</c:v>
                </c:pt>
                <c:pt idx="171">
                  <c:v>0</c:v>
                </c:pt>
                <c:pt idx="172">
                  <c:v>0</c:v>
                </c:pt>
                <c:pt idx="173">
                  <c:v>5.0435332832908297E-2</c:v>
                </c:pt>
                <c:pt idx="174">
                  <c:v>5.0348955287890802E-2</c:v>
                </c:pt>
                <c:pt idx="175">
                  <c:v>0</c:v>
                </c:pt>
                <c:pt idx="176">
                  <c:v>6.42325860449732E-2</c:v>
                </c:pt>
                <c:pt idx="177">
                  <c:v>0</c:v>
                </c:pt>
                <c:pt idx="178">
                  <c:v>6.68263895094591E-2</c:v>
                </c:pt>
                <c:pt idx="179">
                  <c:v>5.02485289185714E-2</c:v>
                </c:pt>
                <c:pt idx="180">
                  <c:v>5.50270192151531E-2</c:v>
                </c:pt>
                <c:pt idx="181">
                  <c:v>5.33361280337174E-2</c:v>
                </c:pt>
                <c:pt idx="182">
                  <c:v>6.0100555121820103E-2</c:v>
                </c:pt>
                <c:pt idx="183">
                  <c:v>6.1710773428279297E-2</c:v>
                </c:pt>
                <c:pt idx="184">
                  <c:v>5.2956190516975699E-2</c:v>
                </c:pt>
                <c:pt idx="185">
                  <c:v>5.0427086592193797E-2</c:v>
                </c:pt>
                <c:pt idx="186">
                  <c:v>5.1550639541741702E-2</c:v>
                </c:pt>
                <c:pt idx="187">
                  <c:v>0</c:v>
                </c:pt>
                <c:pt idx="188">
                  <c:v>0.115889151542085</c:v>
                </c:pt>
                <c:pt idx="189">
                  <c:v>7.4069881589141101E-2</c:v>
                </c:pt>
                <c:pt idx="190">
                  <c:v>4.9915809172771601E-2</c:v>
                </c:pt>
                <c:pt idx="191">
                  <c:v>5.2499956608488899E-2</c:v>
                </c:pt>
                <c:pt idx="192">
                  <c:v>5.0710443970105101E-2</c:v>
                </c:pt>
                <c:pt idx="193">
                  <c:v>5.2464309368523698E-2</c:v>
                </c:pt>
                <c:pt idx="194">
                  <c:v>6.1322928018169E-2</c:v>
                </c:pt>
                <c:pt idx="195">
                  <c:v>5.1837546788453301E-2</c:v>
                </c:pt>
                <c:pt idx="196">
                  <c:v>5.2621708065532902E-2</c:v>
                </c:pt>
                <c:pt idx="197">
                  <c:v>7.6257723484613099E-2</c:v>
                </c:pt>
                <c:pt idx="198">
                  <c:v>0</c:v>
                </c:pt>
                <c:pt idx="199">
                  <c:v>6.6783938871189497E-2</c:v>
                </c:pt>
                <c:pt idx="200">
                  <c:v>6.05889145974296E-2</c:v>
                </c:pt>
                <c:pt idx="201">
                  <c:v>6.9920370729427306E-2</c:v>
                </c:pt>
                <c:pt idx="202">
                  <c:v>5.0932268272794103E-2</c:v>
                </c:pt>
                <c:pt idx="203">
                  <c:v>5.6587512428002598E-2</c:v>
                </c:pt>
                <c:pt idx="204">
                  <c:v>0</c:v>
                </c:pt>
                <c:pt idx="205">
                  <c:v>5.4652781999085097E-2</c:v>
                </c:pt>
                <c:pt idx="206">
                  <c:v>5.1171311568005202E-2</c:v>
                </c:pt>
                <c:pt idx="207">
                  <c:v>5.0908092788959303E-2</c:v>
                </c:pt>
                <c:pt idx="208">
                  <c:v>5.0220379058315702E-2</c:v>
                </c:pt>
                <c:pt idx="209">
                  <c:v>5.44131072612557E-2</c:v>
                </c:pt>
                <c:pt idx="210">
                  <c:v>0</c:v>
                </c:pt>
                <c:pt idx="211">
                  <c:v>5.0949010777360901E-2</c:v>
                </c:pt>
                <c:pt idx="212">
                  <c:v>5.0374594006727898E-2</c:v>
                </c:pt>
                <c:pt idx="213">
                  <c:v>5.6199912469744498E-2</c:v>
                </c:pt>
                <c:pt idx="214">
                  <c:v>7.2066818192198095E-2</c:v>
                </c:pt>
                <c:pt idx="215">
                  <c:v>5.1138968054480899E-2</c:v>
                </c:pt>
                <c:pt idx="216">
                  <c:v>6.3365150515935595E-2</c:v>
                </c:pt>
                <c:pt idx="217">
                  <c:v>5.2924799273185101E-2</c:v>
                </c:pt>
                <c:pt idx="218">
                  <c:v>5.9027097669560102E-2</c:v>
                </c:pt>
                <c:pt idx="219">
                  <c:v>5.3659237976696E-2</c:v>
                </c:pt>
                <c:pt idx="220">
                  <c:v>5.7659003830657599E-2</c:v>
                </c:pt>
                <c:pt idx="221">
                  <c:v>5.78306568227804E-2</c:v>
                </c:pt>
                <c:pt idx="222">
                  <c:v>5.7165287120424603E-2</c:v>
                </c:pt>
                <c:pt idx="223">
                  <c:v>5.8199572899625601E-2</c:v>
                </c:pt>
                <c:pt idx="224">
                  <c:v>5.5366527226144303E-2</c:v>
                </c:pt>
                <c:pt idx="225">
                  <c:v>5.1341755847041398E-2</c:v>
                </c:pt>
                <c:pt idx="226">
                  <c:v>5.7486656903622001E-2</c:v>
                </c:pt>
                <c:pt idx="227">
                  <c:v>0</c:v>
                </c:pt>
                <c:pt idx="228">
                  <c:v>5.5884381188928398E-2</c:v>
                </c:pt>
                <c:pt idx="229">
                  <c:v>5.0239439471641799E-2</c:v>
                </c:pt>
                <c:pt idx="230">
                  <c:v>0</c:v>
                </c:pt>
                <c:pt idx="231">
                  <c:v>0</c:v>
                </c:pt>
                <c:pt idx="232">
                  <c:v>5.0261719282960401E-2</c:v>
                </c:pt>
                <c:pt idx="233">
                  <c:v>5.7790391392819003E-2</c:v>
                </c:pt>
                <c:pt idx="234">
                  <c:v>0</c:v>
                </c:pt>
                <c:pt idx="235">
                  <c:v>5.0528031875514502E-2</c:v>
                </c:pt>
                <c:pt idx="236">
                  <c:v>5.0946191801190803E-2</c:v>
                </c:pt>
                <c:pt idx="237">
                  <c:v>5.07173930242674E-2</c:v>
                </c:pt>
                <c:pt idx="238">
                  <c:v>0</c:v>
                </c:pt>
                <c:pt idx="239">
                  <c:v>6.0980853661203503E-2</c:v>
                </c:pt>
                <c:pt idx="240">
                  <c:v>0</c:v>
                </c:pt>
                <c:pt idx="241">
                  <c:v>5.2021086688594599E-2</c:v>
                </c:pt>
                <c:pt idx="242">
                  <c:v>0</c:v>
                </c:pt>
                <c:pt idx="243">
                  <c:v>5.08771662889611E-2</c:v>
                </c:pt>
                <c:pt idx="244">
                  <c:v>5.1113163524869602E-2</c:v>
                </c:pt>
                <c:pt idx="245">
                  <c:v>5.6845429452566203E-2</c:v>
                </c:pt>
                <c:pt idx="246">
                  <c:v>4.9928852441176903E-2</c:v>
                </c:pt>
                <c:pt idx="247">
                  <c:v>5.2083933372808401E-2</c:v>
                </c:pt>
                <c:pt idx="248">
                  <c:v>6.0310250994122197E-2</c:v>
                </c:pt>
                <c:pt idx="249">
                  <c:v>5.3487186601852199E-2</c:v>
                </c:pt>
                <c:pt idx="250">
                  <c:v>5.0949870731717702E-2</c:v>
                </c:pt>
                <c:pt idx="251">
                  <c:v>0</c:v>
                </c:pt>
                <c:pt idx="252">
                  <c:v>0</c:v>
                </c:pt>
                <c:pt idx="253">
                  <c:v>5.7426223971813503E-2</c:v>
                </c:pt>
                <c:pt idx="254">
                  <c:v>0</c:v>
                </c:pt>
                <c:pt idx="255">
                  <c:v>4.9873577280828002E-2</c:v>
                </c:pt>
                <c:pt idx="256">
                  <c:v>5.16643586700644E-2</c:v>
                </c:pt>
                <c:pt idx="257">
                  <c:v>5.8467243896262101E-2</c:v>
                </c:pt>
                <c:pt idx="258">
                  <c:v>5.2364624221296202E-2</c:v>
                </c:pt>
                <c:pt idx="259">
                  <c:v>5.2541294904994797E-2</c:v>
                </c:pt>
                <c:pt idx="260">
                  <c:v>5.0609293916770798E-2</c:v>
                </c:pt>
                <c:pt idx="261">
                  <c:v>5.0449272783647803E-2</c:v>
                </c:pt>
                <c:pt idx="262">
                  <c:v>0</c:v>
                </c:pt>
                <c:pt idx="263">
                  <c:v>5.1537423618773302E-2</c:v>
                </c:pt>
                <c:pt idx="264">
                  <c:v>0</c:v>
                </c:pt>
                <c:pt idx="265">
                  <c:v>5.0011454163816103E-2</c:v>
                </c:pt>
                <c:pt idx="266">
                  <c:v>5.0396127464462197E-2</c:v>
                </c:pt>
                <c:pt idx="267">
                  <c:v>5.7639981842664903E-2</c:v>
                </c:pt>
                <c:pt idx="268">
                  <c:v>7.9063252029637404E-2</c:v>
                </c:pt>
                <c:pt idx="269">
                  <c:v>5.2346809873188703E-2</c:v>
                </c:pt>
                <c:pt idx="270">
                  <c:v>0</c:v>
                </c:pt>
                <c:pt idx="271">
                  <c:v>5.0726745610794398E-2</c:v>
                </c:pt>
                <c:pt idx="272">
                  <c:v>5.01299725490214E-2</c:v>
                </c:pt>
                <c:pt idx="273">
                  <c:v>5.1441829648565203E-2</c:v>
                </c:pt>
                <c:pt idx="274">
                  <c:v>6.9610349688995002E-2</c:v>
                </c:pt>
                <c:pt idx="275">
                  <c:v>5.4794564702582198E-2</c:v>
                </c:pt>
                <c:pt idx="276">
                  <c:v>5.4235051869545102E-2</c:v>
                </c:pt>
                <c:pt idx="277">
                  <c:v>5.4850996557787898E-2</c:v>
                </c:pt>
                <c:pt idx="278">
                  <c:v>0</c:v>
                </c:pt>
                <c:pt idx="279">
                  <c:v>6.0074838667624399E-2</c:v>
                </c:pt>
                <c:pt idx="280">
                  <c:v>6.3251535146469695E-2</c:v>
                </c:pt>
                <c:pt idx="281">
                  <c:v>5.6634606792232499E-2</c:v>
                </c:pt>
                <c:pt idx="282">
                  <c:v>5.05073758325904E-2</c:v>
                </c:pt>
                <c:pt idx="283">
                  <c:v>5.1385748737555498E-2</c:v>
                </c:pt>
                <c:pt idx="284">
                  <c:v>5.3000034349880203E-2</c:v>
                </c:pt>
                <c:pt idx="285">
                  <c:v>5.4283468123887499E-2</c:v>
                </c:pt>
                <c:pt idx="286">
                  <c:v>6.81932959209548E-2</c:v>
                </c:pt>
                <c:pt idx="287">
                  <c:v>5.1665185537963697E-2</c:v>
                </c:pt>
                <c:pt idx="288">
                  <c:v>6.5582147490603301E-2</c:v>
                </c:pt>
                <c:pt idx="289">
                  <c:v>0</c:v>
                </c:pt>
                <c:pt idx="290">
                  <c:v>5.5266625329400902E-2</c:v>
                </c:pt>
                <c:pt idx="291">
                  <c:v>5.9771177000323299E-2</c:v>
                </c:pt>
                <c:pt idx="292">
                  <c:v>5.4805232717938197E-2</c:v>
                </c:pt>
                <c:pt idx="293">
                  <c:v>5.65615999260125E-2</c:v>
                </c:pt>
                <c:pt idx="294">
                  <c:v>5.3209540786657003E-2</c:v>
                </c:pt>
                <c:pt idx="295">
                  <c:v>5.6781948885929301E-2</c:v>
                </c:pt>
                <c:pt idx="296">
                  <c:v>5.14010053452214E-2</c:v>
                </c:pt>
                <c:pt idx="297">
                  <c:v>7.19864869397326E-2</c:v>
                </c:pt>
                <c:pt idx="298">
                  <c:v>5.15180356543418E-2</c:v>
                </c:pt>
                <c:pt idx="299">
                  <c:v>5.50114726580897E-2</c:v>
                </c:pt>
                <c:pt idx="300">
                  <c:v>5.1547889208724398E-2</c:v>
                </c:pt>
                <c:pt idx="301">
                  <c:v>5.0013983326581801E-2</c:v>
                </c:pt>
                <c:pt idx="302">
                  <c:v>6.75673477056941E-2</c:v>
                </c:pt>
                <c:pt idx="303">
                  <c:v>5.20048970566944E-2</c:v>
                </c:pt>
                <c:pt idx="304">
                  <c:v>5.3708926153164201E-2</c:v>
                </c:pt>
                <c:pt idx="305">
                  <c:v>7.1735311999707896E-2</c:v>
                </c:pt>
                <c:pt idx="306">
                  <c:v>5.2601390585549801E-2</c:v>
                </c:pt>
                <c:pt idx="307">
                  <c:v>5.05969078440862E-2</c:v>
                </c:pt>
                <c:pt idx="308">
                  <c:v>5.7383694684689499E-2</c:v>
                </c:pt>
                <c:pt idx="309">
                  <c:v>5.9357071516796499E-2</c:v>
                </c:pt>
                <c:pt idx="310">
                  <c:v>6.06228490550038E-2</c:v>
                </c:pt>
                <c:pt idx="311">
                  <c:v>5.0869261435975102E-2</c:v>
                </c:pt>
                <c:pt idx="312">
                  <c:v>5.3512324918897701E-2</c:v>
                </c:pt>
                <c:pt idx="313">
                  <c:v>5.1956824539254702E-2</c:v>
                </c:pt>
                <c:pt idx="314">
                  <c:v>5.7403640308655898E-2</c:v>
                </c:pt>
                <c:pt idx="315">
                  <c:v>5.3392382862924803E-2</c:v>
                </c:pt>
                <c:pt idx="316">
                  <c:v>5.49396008214433E-2</c:v>
                </c:pt>
                <c:pt idx="317">
                  <c:v>5.3758370141684997E-2</c:v>
                </c:pt>
                <c:pt idx="318">
                  <c:v>5.7648354216851702E-2</c:v>
                </c:pt>
                <c:pt idx="319">
                  <c:v>5.0688081861477802E-2</c:v>
                </c:pt>
                <c:pt idx="320">
                  <c:v>5.8428533090472301E-2</c:v>
                </c:pt>
                <c:pt idx="321">
                  <c:v>5.1552519133346998E-2</c:v>
                </c:pt>
                <c:pt idx="322">
                  <c:v>5.0463214561647401E-2</c:v>
                </c:pt>
                <c:pt idx="323">
                  <c:v>6.8733625568154294E-2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5.2401806594429098E-2</c:v>
                </c:pt>
                <c:pt idx="328">
                  <c:v>5.1841308875126099E-2</c:v>
                </c:pt>
                <c:pt idx="329">
                  <c:v>5.2275873853458998E-2</c:v>
                </c:pt>
                <c:pt idx="330">
                  <c:v>5.0186274610684201E-2</c:v>
                </c:pt>
                <c:pt idx="331">
                  <c:v>5.0868273869182502E-2</c:v>
                </c:pt>
                <c:pt idx="332">
                  <c:v>5.0336784001650203E-2</c:v>
                </c:pt>
                <c:pt idx="333">
                  <c:v>5.2939154371903302E-2</c:v>
                </c:pt>
                <c:pt idx="334">
                  <c:v>5.8363015473154201E-2</c:v>
                </c:pt>
                <c:pt idx="335">
                  <c:v>5.08425922365962E-2</c:v>
                </c:pt>
                <c:pt idx="336">
                  <c:v>6.7197145660795599E-2</c:v>
                </c:pt>
                <c:pt idx="337">
                  <c:v>6.7059102268376997E-2</c:v>
                </c:pt>
                <c:pt idx="338">
                  <c:v>6.4689874045173498E-2</c:v>
                </c:pt>
                <c:pt idx="339">
                  <c:v>5.2051854685863902E-2</c:v>
                </c:pt>
                <c:pt idx="340">
                  <c:v>5.0627436081750903E-2</c:v>
                </c:pt>
                <c:pt idx="341">
                  <c:v>5.3685335771958401E-2</c:v>
                </c:pt>
                <c:pt idx="342">
                  <c:v>5.1669557598771697E-2</c:v>
                </c:pt>
                <c:pt idx="343">
                  <c:v>6.9514226607748406E-2</c:v>
                </c:pt>
                <c:pt idx="344">
                  <c:v>5.0377872680940898E-2</c:v>
                </c:pt>
                <c:pt idx="345">
                  <c:v>4.9811447566295401E-2</c:v>
                </c:pt>
                <c:pt idx="346">
                  <c:v>5.3911972916607098E-2</c:v>
                </c:pt>
                <c:pt idx="347">
                  <c:v>5.2277999257451802E-2</c:v>
                </c:pt>
                <c:pt idx="348">
                  <c:v>5.7678297742044901E-2</c:v>
                </c:pt>
                <c:pt idx="349">
                  <c:v>4.99165434142003E-2</c:v>
                </c:pt>
                <c:pt idx="350">
                  <c:v>5.0055560969570298E-2</c:v>
                </c:pt>
                <c:pt idx="351">
                  <c:v>5.3264853586271199E-2</c:v>
                </c:pt>
                <c:pt idx="352">
                  <c:v>5.4397396940028798E-2</c:v>
                </c:pt>
                <c:pt idx="353">
                  <c:v>5.9605694720832297E-2</c:v>
                </c:pt>
                <c:pt idx="354">
                  <c:v>5.8071515829100299E-2</c:v>
                </c:pt>
                <c:pt idx="355">
                  <c:v>6.1398737684844301E-2</c:v>
                </c:pt>
                <c:pt idx="356">
                  <c:v>5.3826474090150102E-2</c:v>
                </c:pt>
                <c:pt idx="357">
                  <c:v>5.4879667192285701E-2</c:v>
                </c:pt>
                <c:pt idx="358">
                  <c:v>5.4642614727925497E-2</c:v>
                </c:pt>
                <c:pt idx="359">
                  <c:v>5.1246558065383099E-2</c:v>
                </c:pt>
                <c:pt idx="360">
                  <c:v>7.3942687408998495E-2</c:v>
                </c:pt>
                <c:pt idx="361">
                  <c:v>5.5956133711457801E-2</c:v>
                </c:pt>
                <c:pt idx="362">
                  <c:v>5.0906991955987899E-2</c:v>
                </c:pt>
                <c:pt idx="363">
                  <c:v>5.0554433091340702E-2</c:v>
                </c:pt>
                <c:pt idx="364">
                  <c:v>5.0434365276543297E-2</c:v>
                </c:pt>
                <c:pt idx="365">
                  <c:v>5.1632159823898897E-2</c:v>
                </c:pt>
                <c:pt idx="366">
                  <c:v>5.1826263318859901E-2</c:v>
                </c:pt>
                <c:pt idx="367">
                  <c:v>0</c:v>
                </c:pt>
                <c:pt idx="368">
                  <c:v>5.5186737088212999E-2</c:v>
                </c:pt>
                <c:pt idx="369">
                  <c:v>0</c:v>
                </c:pt>
                <c:pt idx="370">
                  <c:v>5.6020814790213203E-2</c:v>
                </c:pt>
                <c:pt idx="371">
                  <c:v>5.0088698281319503E-2</c:v>
                </c:pt>
                <c:pt idx="372">
                  <c:v>5.0587625412403997E-2</c:v>
                </c:pt>
                <c:pt idx="373">
                  <c:v>5.0523518070826702E-2</c:v>
                </c:pt>
                <c:pt idx="374">
                  <c:v>5.2095930421740301E-2</c:v>
                </c:pt>
                <c:pt idx="375">
                  <c:v>5.05788595408505E-2</c:v>
                </c:pt>
                <c:pt idx="376">
                  <c:v>5.2214440515331702E-2</c:v>
                </c:pt>
                <c:pt idx="377">
                  <c:v>5.2235293265919101E-2</c:v>
                </c:pt>
                <c:pt idx="378">
                  <c:v>5.0472713992490301E-2</c:v>
                </c:pt>
                <c:pt idx="379">
                  <c:v>5.36583592548305E-2</c:v>
                </c:pt>
                <c:pt idx="380">
                  <c:v>5.1640780844639703E-2</c:v>
                </c:pt>
                <c:pt idx="381">
                  <c:v>5.2421037046564499E-2</c:v>
                </c:pt>
                <c:pt idx="382">
                  <c:v>5.5980956977849501E-2</c:v>
                </c:pt>
                <c:pt idx="383">
                  <c:v>7.2904463167168004E-2</c:v>
                </c:pt>
                <c:pt idx="384">
                  <c:v>5.5461673601422803E-2</c:v>
                </c:pt>
                <c:pt idx="385">
                  <c:v>5.0152260506550701E-2</c:v>
                </c:pt>
                <c:pt idx="386">
                  <c:v>6.6696313775857094E-2</c:v>
                </c:pt>
                <c:pt idx="387">
                  <c:v>5.57294664468381E-2</c:v>
                </c:pt>
                <c:pt idx="388">
                  <c:v>5.0385952682947897E-2</c:v>
                </c:pt>
                <c:pt idx="389">
                  <c:v>4.9880563741291302E-2</c:v>
                </c:pt>
                <c:pt idx="390">
                  <c:v>5.3964960762470503E-2</c:v>
                </c:pt>
                <c:pt idx="391">
                  <c:v>6.5211051392301198E-2</c:v>
                </c:pt>
                <c:pt idx="392">
                  <c:v>6.1925681390277099E-2</c:v>
                </c:pt>
                <c:pt idx="393">
                  <c:v>5.0633441898800299E-2</c:v>
                </c:pt>
                <c:pt idx="394">
                  <c:v>5.0303090486482002E-2</c:v>
                </c:pt>
                <c:pt idx="395">
                  <c:v>5.1252389548617203E-2</c:v>
                </c:pt>
                <c:pt idx="396">
                  <c:v>5.11509818006377E-2</c:v>
                </c:pt>
                <c:pt idx="397">
                  <c:v>4.9822964034500899E-2</c:v>
                </c:pt>
                <c:pt idx="398">
                  <c:v>5.1043052796893203E-2</c:v>
                </c:pt>
                <c:pt idx="399">
                  <c:v>5.2517856908816003E-2</c:v>
                </c:pt>
                <c:pt idx="400">
                  <c:v>5.2928414121144997E-2</c:v>
                </c:pt>
                <c:pt idx="401">
                  <c:v>6.0508318713200497E-2</c:v>
                </c:pt>
                <c:pt idx="402">
                  <c:v>4.99210939768319E-2</c:v>
                </c:pt>
                <c:pt idx="403">
                  <c:v>0</c:v>
                </c:pt>
                <c:pt idx="404">
                  <c:v>5.0279205756416902E-2</c:v>
                </c:pt>
                <c:pt idx="405">
                  <c:v>5.4282182726336801E-2</c:v>
                </c:pt>
                <c:pt idx="406">
                  <c:v>5.1169449221167597E-2</c:v>
                </c:pt>
                <c:pt idx="407">
                  <c:v>5.4571607077085797E-2</c:v>
                </c:pt>
                <c:pt idx="408">
                  <c:v>5.3139693121590802E-2</c:v>
                </c:pt>
                <c:pt idx="409">
                  <c:v>5.3583566818255303E-2</c:v>
                </c:pt>
                <c:pt idx="410">
                  <c:v>7.3307537722070201E-2</c:v>
                </c:pt>
                <c:pt idx="411">
                  <c:v>5.0878963615984901E-2</c:v>
                </c:pt>
                <c:pt idx="412">
                  <c:v>5.0578408024330501E-2</c:v>
                </c:pt>
                <c:pt idx="413">
                  <c:v>5.4313139526936699E-2</c:v>
                </c:pt>
                <c:pt idx="414">
                  <c:v>5.3921092507300802E-2</c:v>
                </c:pt>
                <c:pt idx="415">
                  <c:v>5.5501506376206697E-2</c:v>
                </c:pt>
                <c:pt idx="416">
                  <c:v>6.7658938506734295E-2</c:v>
                </c:pt>
                <c:pt idx="417">
                  <c:v>5.4838549889559801E-2</c:v>
                </c:pt>
                <c:pt idx="418">
                  <c:v>5.0320480340363398E-2</c:v>
                </c:pt>
                <c:pt idx="419">
                  <c:v>5.3486023113756997E-2</c:v>
                </c:pt>
                <c:pt idx="420">
                  <c:v>5.1776494153401999E-2</c:v>
                </c:pt>
                <c:pt idx="421">
                  <c:v>5.0330151739883297E-2</c:v>
                </c:pt>
                <c:pt idx="422">
                  <c:v>6.7883461281605495E-2</c:v>
                </c:pt>
                <c:pt idx="423">
                  <c:v>6.85771289027719E-2</c:v>
                </c:pt>
                <c:pt idx="424">
                  <c:v>6.7456611722608001E-2</c:v>
                </c:pt>
                <c:pt idx="425">
                  <c:v>6.18727669726808E-2</c:v>
                </c:pt>
                <c:pt idx="426">
                  <c:v>7.0922366833727296E-2</c:v>
                </c:pt>
                <c:pt idx="427">
                  <c:v>5.25881856494336E-2</c:v>
                </c:pt>
                <c:pt idx="428">
                  <c:v>5.0295937866458203E-2</c:v>
                </c:pt>
                <c:pt idx="429">
                  <c:v>5.4052790671855498E-2</c:v>
                </c:pt>
                <c:pt idx="430">
                  <c:v>5.2559691546980501E-2</c:v>
                </c:pt>
                <c:pt idx="431">
                  <c:v>5.6108346135190501E-2</c:v>
                </c:pt>
                <c:pt idx="432">
                  <c:v>5.09942961875147E-2</c:v>
                </c:pt>
                <c:pt idx="433">
                  <c:v>5.1998361445132903E-2</c:v>
                </c:pt>
                <c:pt idx="434">
                  <c:v>5.6932146559200002E-2</c:v>
                </c:pt>
                <c:pt idx="435">
                  <c:v>5.03622654092594E-2</c:v>
                </c:pt>
                <c:pt idx="436">
                  <c:v>5.94683295605207E-2</c:v>
                </c:pt>
                <c:pt idx="437">
                  <c:v>5.3299470420824703E-2</c:v>
                </c:pt>
                <c:pt idx="438">
                  <c:v>5.04718136349551E-2</c:v>
                </c:pt>
                <c:pt idx="439">
                  <c:v>0</c:v>
                </c:pt>
                <c:pt idx="440">
                  <c:v>0</c:v>
                </c:pt>
                <c:pt idx="441">
                  <c:v>5.0328285016602199E-2</c:v>
                </c:pt>
                <c:pt idx="442">
                  <c:v>0</c:v>
                </c:pt>
                <c:pt idx="443">
                  <c:v>5.04150364222508E-2</c:v>
                </c:pt>
                <c:pt idx="444">
                  <c:v>5.3248104200741699E-2</c:v>
                </c:pt>
                <c:pt idx="445">
                  <c:v>5.6122160778263798E-2</c:v>
                </c:pt>
                <c:pt idx="446">
                  <c:v>5.1990090373422497E-2</c:v>
                </c:pt>
                <c:pt idx="447">
                  <c:v>5.6495063111200797E-2</c:v>
                </c:pt>
                <c:pt idx="448">
                  <c:v>5.1395814398075203E-2</c:v>
                </c:pt>
                <c:pt idx="449">
                  <c:v>5.06112571025851E-2</c:v>
                </c:pt>
                <c:pt idx="450">
                  <c:v>5.17910742507421E-2</c:v>
                </c:pt>
                <c:pt idx="451">
                  <c:v>0</c:v>
                </c:pt>
                <c:pt idx="452">
                  <c:v>5.2315797581313501E-2</c:v>
                </c:pt>
                <c:pt idx="453">
                  <c:v>5.3342344209081398E-2</c:v>
                </c:pt>
                <c:pt idx="454">
                  <c:v>5.4226184407266002E-2</c:v>
                </c:pt>
                <c:pt idx="455">
                  <c:v>5.18601961338023E-2</c:v>
                </c:pt>
                <c:pt idx="456">
                  <c:v>6.15632670360561E-2</c:v>
                </c:pt>
                <c:pt idx="457">
                  <c:v>5.1442747468702199E-2</c:v>
                </c:pt>
                <c:pt idx="458">
                  <c:v>5.0038151125112597E-2</c:v>
                </c:pt>
                <c:pt idx="459">
                  <c:v>5.2732494908659798E-2</c:v>
                </c:pt>
                <c:pt idx="460">
                  <c:v>5.4349982063675403E-2</c:v>
                </c:pt>
                <c:pt idx="461">
                  <c:v>5.2328021673517099E-2</c:v>
                </c:pt>
                <c:pt idx="462">
                  <c:v>5.4188289983651397E-2</c:v>
                </c:pt>
                <c:pt idx="463">
                  <c:v>7.3187575183689194E-2</c:v>
                </c:pt>
                <c:pt idx="464">
                  <c:v>0</c:v>
                </c:pt>
                <c:pt idx="465">
                  <c:v>7.2336718072798498E-2</c:v>
                </c:pt>
                <c:pt idx="466">
                  <c:v>5.1434586613694003E-2</c:v>
                </c:pt>
                <c:pt idx="467">
                  <c:v>5.0009821701043997E-2</c:v>
                </c:pt>
                <c:pt idx="468">
                  <c:v>5.1693180405154103E-2</c:v>
                </c:pt>
                <c:pt idx="469">
                  <c:v>7.5757216313679904E-2</c:v>
                </c:pt>
                <c:pt idx="470">
                  <c:v>5.2288771229133703E-2</c:v>
                </c:pt>
                <c:pt idx="471">
                  <c:v>0</c:v>
                </c:pt>
                <c:pt idx="472">
                  <c:v>0</c:v>
                </c:pt>
                <c:pt idx="473">
                  <c:v>5.0472029854495302E-2</c:v>
                </c:pt>
                <c:pt idx="474">
                  <c:v>5.5518319995470897E-2</c:v>
                </c:pt>
                <c:pt idx="475">
                  <c:v>5.4195890246299699E-2</c:v>
                </c:pt>
                <c:pt idx="476">
                  <c:v>5.0290529197617798E-2</c:v>
                </c:pt>
                <c:pt idx="477">
                  <c:v>0</c:v>
                </c:pt>
                <c:pt idx="478">
                  <c:v>0</c:v>
                </c:pt>
                <c:pt idx="479">
                  <c:v>5.8168247575487199E-2</c:v>
                </c:pt>
                <c:pt idx="480">
                  <c:v>5.30482215047283E-2</c:v>
                </c:pt>
                <c:pt idx="481">
                  <c:v>5.28249240587104E-2</c:v>
                </c:pt>
                <c:pt idx="482">
                  <c:v>5.2458494803831503E-2</c:v>
                </c:pt>
                <c:pt idx="483">
                  <c:v>5.0029084063410098E-2</c:v>
                </c:pt>
                <c:pt idx="484">
                  <c:v>0</c:v>
                </c:pt>
                <c:pt idx="485">
                  <c:v>5.1506528874591E-2</c:v>
                </c:pt>
                <c:pt idx="486">
                  <c:v>5.3220872848539699E-2</c:v>
                </c:pt>
                <c:pt idx="487">
                  <c:v>5.06294470172945E-2</c:v>
                </c:pt>
                <c:pt idx="488">
                  <c:v>5.0285293207228403E-2</c:v>
                </c:pt>
                <c:pt idx="489">
                  <c:v>5.2612645232846499E-2</c:v>
                </c:pt>
                <c:pt idx="490">
                  <c:v>5.0064967238424303E-2</c:v>
                </c:pt>
                <c:pt idx="491">
                  <c:v>8.6300227439799204E-2</c:v>
                </c:pt>
                <c:pt idx="492">
                  <c:v>8.4837604877608205E-2</c:v>
                </c:pt>
                <c:pt idx="493">
                  <c:v>5.8644703643179197E-2</c:v>
                </c:pt>
                <c:pt idx="494">
                  <c:v>0</c:v>
                </c:pt>
                <c:pt idx="495">
                  <c:v>5.0220605552847297E-2</c:v>
                </c:pt>
                <c:pt idx="496">
                  <c:v>5.3706356155426502E-2</c:v>
                </c:pt>
                <c:pt idx="497">
                  <c:v>6.2245894930654098E-2</c:v>
                </c:pt>
                <c:pt idx="498">
                  <c:v>5.7812692059984801E-2</c:v>
                </c:pt>
                <c:pt idx="499">
                  <c:v>0</c:v>
                </c:pt>
                <c:pt idx="500">
                  <c:v>5.1421080235255399E-2</c:v>
                </c:pt>
                <c:pt idx="501">
                  <c:v>5.0813806538207697E-2</c:v>
                </c:pt>
                <c:pt idx="502">
                  <c:v>5.0976922654494897E-2</c:v>
                </c:pt>
                <c:pt idx="503">
                  <c:v>4.9983790174314299E-2</c:v>
                </c:pt>
                <c:pt idx="504">
                  <c:v>5.2081201951038103E-2</c:v>
                </c:pt>
                <c:pt idx="505">
                  <c:v>5.3370497121254697E-2</c:v>
                </c:pt>
                <c:pt idx="506">
                  <c:v>5.29957382116166E-2</c:v>
                </c:pt>
                <c:pt idx="507">
                  <c:v>5.2583100782726801E-2</c:v>
                </c:pt>
                <c:pt idx="508">
                  <c:v>5.20536632485257E-2</c:v>
                </c:pt>
                <c:pt idx="509">
                  <c:v>5.1255036387710597E-2</c:v>
                </c:pt>
                <c:pt idx="510">
                  <c:v>5.2276097380461899E-2</c:v>
                </c:pt>
                <c:pt idx="511">
                  <c:v>0</c:v>
                </c:pt>
                <c:pt idx="512">
                  <c:v>5.0785521796545802E-2</c:v>
                </c:pt>
                <c:pt idx="513">
                  <c:v>5.1671258775480601E-2</c:v>
                </c:pt>
                <c:pt idx="514">
                  <c:v>5.5858249346885901E-2</c:v>
                </c:pt>
                <c:pt idx="515">
                  <c:v>5.0186782631499803E-2</c:v>
                </c:pt>
                <c:pt idx="516">
                  <c:v>5.4577439524206399E-2</c:v>
                </c:pt>
                <c:pt idx="517">
                  <c:v>5.1114697769217801E-2</c:v>
                </c:pt>
                <c:pt idx="518">
                  <c:v>5.7816350868762099E-2</c:v>
                </c:pt>
                <c:pt idx="519">
                  <c:v>5.6318553365953997E-2</c:v>
                </c:pt>
                <c:pt idx="520">
                  <c:v>5.5878305746468203E-2</c:v>
                </c:pt>
                <c:pt idx="521">
                  <c:v>5.1428633768524801E-2</c:v>
                </c:pt>
                <c:pt idx="522">
                  <c:v>5.0378433300292097E-2</c:v>
                </c:pt>
                <c:pt idx="523">
                  <c:v>5.0140779999893803E-2</c:v>
                </c:pt>
                <c:pt idx="524">
                  <c:v>0</c:v>
                </c:pt>
                <c:pt idx="525">
                  <c:v>5.8139103282166302E-2</c:v>
                </c:pt>
                <c:pt idx="526">
                  <c:v>5.0455677366216499E-2</c:v>
                </c:pt>
                <c:pt idx="527">
                  <c:v>5.2419002433288397E-2</c:v>
                </c:pt>
                <c:pt idx="528">
                  <c:v>5.2636739688007403E-2</c:v>
                </c:pt>
                <c:pt idx="529">
                  <c:v>0</c:v>
                </c:pt>
                <c:pt idx="530">
                  <c:v>5.1897019395505901E-2</c:v>
                </c:pt>
                <c:pt idx="531">
                  <c:v>5.1765788238729397E-2</c:v>
                </c:pt>
                <c:pt idx="532">
                  <c:v>7.4884211443840804E-2</c:v>
                </c:pt>
                <c:pt idx="533">
                  <c:v>6.7666757957895493E-2</c:v>
                </c:pt>
                <c:pt idx="534">
                  <c:v>5.1940745793004298E-2</c:v>
                </c:pt>
                <c:pt idx="535">
                  <c:v>5.2411791412814102E-2</c:v>
                </c:pt>
                <c:pt idx="536">
                  <c:v>5.5581262086625997E-2</c:v>
                </c:pt>
                <c:pt idx="537">
                  <c:v>5.7315060983053903E-2</c:v>
                </c:pt>
                <c:pt idx="538">
                  <c:v>5.3494231141056399E-2</c:v>
                </c:pt>
                <c:pt idx="539">
                  <c:v>5.28124419675704E-2</c:v>
                </c:pt>
                <c:pt idx="540">
                  <c:v>5.9212242037587702E-2</c:v>
                </c:pt>
                <c:pt idx="541">
                  <c:v>5.1588022087724901E-2</c:v>
                </c:pt>
                <c:pt idx="542">
                  <c:v>5.0472351066590503E-2</c:v>
                </c:pt>
                <c:pt idx="543">
                  <c:v>5.1492214784921699E-2</c:v>
                </c:pt>
                <c:pt idx="544">
                  <c:v>5.2692929821714203E-2</c:v>
                </c:pt>
                <c:pt idx="545">
                  <c:v>6.6701957338172094E-2</c:v>
                </c:pt>
                <c:pt idx="546">
                  <c:v>5.8361726282814802E-2</c:v>
                </c:pt>
                <c:pt idx="547">
                  <c:v>0</c:v>
                </c:pt>
                <c:pt idx="548">
                  <c:v>5.1645813305589698E-2</c:v>
                </c:pt>
                <c:pt idx="549">
                  <c:v>5.8949986426258497E-2</c:v>
                </c:pt>
                <c:pt idx="550">
                  <c:v>5.0781703901679999E-2</c:v>
                </c:pt>
                <c:pt idx="551">
                  <c:v>5.34029800767164E-2</c:v>
                </c:pt>
                <c:pt idx="552">
                  <c:v>5.03371899977616E-2</c:v>
                </c:pt>
                <c:pt idx="553">
                  <c:v>0</c:v>
                </c:pt>
                <c:pt idx="554">
                  <c:v>5.0191635733588903E-2</c:v>
                </c:pt>
                <c:pt idx="555">
                  <c:v>5.0193506599912299E-2</c:v>
                </c:pt>
                <c:pt idx="556">
                  <c:v>5.0852910851348E-2</c:v>
                </c:pt>
                <c:pt idx="557">
                  <c:v>5.7090531402749001E-2</c:v>
                </c:pt>
                <c:pt idx="558">
                  <c:v>5.2637785407117603E-2</c:v>
                </c:pt>
                <c:pt idx="559">
                  <c:v>5.1331267436361502E-2</c:v>
                </c:pt>
                <c:pt idx="560">
                  <c:v>5.0485945673257503E-2</c:v>
                </c:pt>
                <c:pt idx="561">
                  <c:v>5.21464051300553E-2</c:v>
                </c:pt>
                <c:pt idx="562">
                  <c:v>0</c:v>
                </c:pt>
                <c:pt idx="563">
                  <c:v>5.0208879839177101E-2</c:v>
                </c:pt>
                <c:pt idx="564">
                  <c:v>5.6678635352667303E-2</c:v>
                </c:pt>
                <c:pt idx="565">
                  <c:v>5.3708304366057703E-2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5.4011745783050402E-2</c:v>
                </c:pt>
                <c:pt idx="570">
                  <c:v>5.0256026394768602E-2</c:v>
                </c:pt>
                <c:pt idx="571">
                  <c:v>5.1160109181846103E-2</c:v>
                </c:pt>
                <c:pt idx="572">
                  <c:v>5.0048648405783103E-2</c:v>
                </c:pt>
                <c:pt idx="573">
                  <c:v>6.0947469062934301E-2</c:v>
                </c:pt>
                <c:pt idx="574">
                  <c:v>5.6864968387250997E-2</c:v>
                </c:pt>
                <c:pt idx="575">
                  <c:v>5.6337170471462299E-2</c:v>
                </c:pt>
                <c:pt idx="576">
                  <c:v>5.6500873725026303E-2</c:v>
                </c:pt>
                <c:pt idx="577">
                  <c:v>6.0195678045523199E-2</c:v>
                </c:pt>
                <c:pt idx="578">
                  <c:v>5.2813698980189699E-2</c:v>
                </c:pt>
                <c:pt idx="579">
                  <c:v>5.2559190808828503E-2</c:v>
                </c:pt>
                <c:pt idx="580">
                  <c:v>5.1829527980365497E-2</c:v>
                </c:pt>
                <c:pt idx="581">
                  <c:v>5.1265634569075402E-2</c:v>
                </c:pt>
                <c:pt idx="582">
                  <c:v>0</c:v>
                </c:pt>
                <c:pt idx="583">
                  <c:v>5.3062123439539997E-2</c:v>
                </c:pt>
                <c:pt idx="584">
                  <c:v>5.0925109209619901E-2</c:v>
                </c:pt>
                <c:pt idx="585">
                  <c:v>4.9921807846101798E-2</c:v>
                </c:pt>
                <c:pt idx="586">
                  <c:v>5.00934830696355E-2</c:v>
                </c:pt>
                <c:pt idx="587">
                  <c:v>5.4237753967554203E-2</c:v>
                </c:pt>
                <c:pt idx="588">
                  <c:v>5.9217703586896799E-2</c:v>
                </c:pt>
                <c:pt idx="589">
                  <c:v>5.24959597901331E-2</c:v>
                </c:pt>
                <c:pt idx="590">
                  <c:v>5.2772070993468E-2</c:v>
                </c:pt>
                <c:pt idx="591">
                  <c:v>5.93066689396579E-2</c:v>
                </c:pt>
                <c:pt idx="592">
                  <c:v>5.1434134812868099E-2</c:v>
                </c:pt>
                <c:pt idx="593">
                  <c:v>0</c:v>
                </c:pt>
                <c:pt idx="594">
                  <c:v>0</c:v>
                </c:pt>
                <c:pt idx="595">
                  <c:v>5.2115077718385597E-2</c:v>
                </c:pt>
                <c:pt idx="596">
                  <c:v>5.0447523831494E-2</c:v>
                </c:pt>
                <c:pt idx="597">
                  <c:v>5.3572759351982802E-2</c:v>
                </c:pt>
                <c:pt idx="598">
                  <c:v>6.0464308196929599E-2</c:v>
                </c:pt>
                <c:pt idx="599">
                  <c:v>5.4655139346567898E-2</c:v>
                </c:pt>
                <c:pt idx="600">
                  <c:v>5.4472055786218797E-2</c:v>
                </c:pt>
                <c:pt idx="601">
                  <c:v>5.1821486329076002E-2</c:v>
                </c:pt>
                <c:pt idx="602">
                  <c:v>6.0812102977872901E-2</c:v>
                </c:pt>
                <c:pt idx="603">
                  <c:v>5.0830228436610198E-2</c:v>
                </c:pt>
                <c:pt idx="604">
                  <c:v>5.2234962379547702E-2</c:v>
                </c:pt>
                <c:pt idx="605">
                  <c:v>5.0516242230380801E-2</c:v>
                </c:pt>
                <c:pt idx="606">
                  <c:v>5.4111667411124102E-2</c:v>
                </c:pt>
                <c:pt idx="607">
                  <c:v>5.0043293216758399E-2</c:v>
                </c:pt>
                <c:pt idx="608">
                  <c:v>5.4764828548737397E-2</c:v>
                </c:pt>
                <c:pt idx="609">
                  <c:v>5.35801910276845E-2</c:v>
                </c:pt>
                <c:pt idx="610">
                  <c:v>5.5302912992878997E-2</c:v>
                </c:pt>
                <c:pt idx="611">
                  <c:v>6.3152543949994699E-2</c:v>
                </c:pt>
                <c:pt idx="612">
                  <c:v>5.2913557234598597E-2</c:v>
                </c:pt>
                <c:pt idx="613">
                  <c:v>5.1212976412334098E-2</c:v>
                </c:pt>
                <c:pt idx="614">
                  <c:v>6.5664229258492995E-2</c:v>
                </c:pt>
                <c:pt idx="615">
                  <c:v>5.01044080927288E-2</c:v>
                </c:pt>
                <c:pt idx="616">
                  <c:v>5.5399145666802499E-2</c:v>
                </c:pt>
                <c:pt idx="617">
                  <c:v>5.23412985483011E-2</c:v>
                </c:pt>
                <c:pt idx="618">
                  <c:v>5.3365361095078098E-2</c:v>
                </c:pt>
                <c:pt idx="619">
                  <c:v>5.0062629170210197E-2</c:v>
                </c:pt>
                <c:pt idx="620">
                  <c:v>5.8774234045685797E-2</c:v>
                </c:pt>
                <c:pt idx="621">
                  <c:v>0</c:v>
                </c:pt>
                <c:pt idx="622">
                  <c:v>5.4947616177361797E-2</c:v>
                </c:pt>
                <c:pt idx="623">
                  <c:v>4.9945238033129703E-2</c:v>
                </c:pt>
                <c:pt idx="624">
                  <c:v>5.3283062898219699E-2</c:v>
                </c:pt>
                <c:pt idx="625">
                  <c:v>5.0799868698927497E-2</c:v>
                </c:pt>
                <c:pt idx="626">
                  <c:v>5.3392889908790098E-2</c:v>
                </c:pt>
                <c:pt idx="627">
                  <c:v>5.0556490104567198E-2</c:v>
                </c:pt>
                <c:pt idx="628">
                  <c:v>5.2964923966994697E-2</c:v>
                </c:pt>
                <c:pt idx="629">
                  <c:v>5.20966597373273E-2</c:v>
                </c:pt>
                <c:pt idx="630">
                  <c:v>0</c:v>
                </c:pt>
                <c:pt idx="631">
                  <c:v>5.0004766700444798E-2</c:v>
                </c:pt>
                <c:pt idx="632">
                  <c:v>5.3456713866045301E-2</c:v>
                </c:pt>
                <c:pt idx="633">
                  <c:v>5.3270260090425701E-2</c:v>
                </c:pt>
                <c:pt idx="634">
                  <c:v>5.3928975224793702E-2</c:v>
                </c:pt>
                <c:pt idx="635">
                  <c:v>5.43568328146233E-2</c:v>
                </c:pt>
                <c:pt idx="636">
                  <c:v>6.1426370342368503E-2</c:v>
                </c:pt>
                <c:pt idx="637">
                  <c:v>0</c:v>
                </c:pt>
                <c:pt idx="638">
                  <c:v>5.0063886637625503E-2</c:v>
                </c:pt>
                <c:pt idx="639">
                  <c:v>5.4672580954966403E-2</c:v>
                </c:pt>
                <c:pt idx="640">
                  <c:v>6.5403232569978195E-2</c:v>
                </c:pt>
                <c:pt idx="641">
                  <c:v>6.78702985115575E-2</c:v>
                </c:pt>
                <c:pt idx="642">
                  <c:v>6.5580570091008594E-2</c:v>
                </c:pt>
                <c:pt idx="643">
                  <c:v>5.2426777689806803E-2</c:v>
                </c:pt>
                <c:pt idx="644">
                  <c:v>5.2042886238825102E-2</c:v>
                </c:pt>
                <c:pt idx="645">
                  <c:v>5.3328947323665499E-2</c:v>
                </c:pt>
                <c:pt idx="646">
                  <c:v>5.44043617678251E-2</c:v>
                </c:pt>
                <c:pt idx="647">
                  <c:v>5.3093483697180102E-2</c:v>
                </c:pt>
                <c:pt idx="648">
                  <c:v>0</c:v>
                </c:pt>
                <c:pt idx="649">
                  <c:v>5.5307263177139097E-2</c:v>
                </c:pt>
                <c:pt idx="650">
                  <c:v>5.0667360006578302E-2</c:v>
                </c:pt>
                <c:pt idx="651">
                  <c:v>5.04247057851741E-2</c:v>
                </c:pt>
                <c:pt idx="652">
                  <c:v>5.8753699792887901E-2</c:v>
                </c:pt>
                <c:pt idx="653">
                  <c:v>5.6181128163676299E-2</c:v>
                </c:pt>
                <c:pt idx="654">
                  <c:v>5.5173194766988898E-2</c:v>
                </c:pt>
                <c:pt idx="655">
                  <c:v>5.1428863642046303E-2</c:v>
                </c:pt>
                <c:pt idx="656">
                  <c:v>0</c:v>
                </c:pt>
                <c:pt idx="657">
                  <c:v>0</c:v>
                </c:pt>
                <c:pt idx="658">
                  <c:v>5.4793033483067299E-2</c:v>
                </c:pt>
                <c:pt idx="659">
                  <c:v>5.3484395415433802E-2</c:v>
                </c:pt>
                <c:pt idx="660">
                  <c:v>5.5415013811341098E-2</c:v>
                </c:pt>
                <c:pt idx="661">
                  <c:v>5.0970451249052001E-2</c:v>
                </c:pt>
                <c:pt idx="662">
                  <c:v>5.1500042675068601E-2</c:v>
                </c:pt>
                <c:pt idx="663">
                  <c:v>5.2727473837870603E-2</c:v>
                </c:pt>
                <c:pt idx="664">
                  <c:v>5.2398847498356098E-2</c:v>
                </c:pt>
                <c:pt idx="665">
                  <c:v>5.3249235346478803E-2</c:v>
                </c:pt>
                <c:pt idx="666">
                  <c:v>5.0817256091965302E-2</c:v>
                </c:pt>
                <c:pt idx="667">
                  <c:v>5.2110460494398901E-2</c:v>
                </c:pt>
                <c:pt idx="668">
                  <c:v>5.6042700862147098E-2</c:v>
                </c:pt>
                <c:pt idx="669">
                  <c:v>5.0655611897907703E-2</c:v>
                </c:pt>
                <c:pt idx="670">
                  <c:v>5.2737050235128903E-2</c:v>
                </c:pt>
                <c:pt idx="671">
                  <c:v>0</c:v>
                </c:pt>
                <c:pt idx="672">
                  <c:v>6.7953509397646203E-2</c:v>
                </c:pt>
                <c:pt idx="673">
                  <c:v>5.39963160841627E-2</c:v>
                </c:pt>
                <c:pt idx="674">
                  <c:v>5.3788655710078098E-2</c:v>
                </c:pt>
                <c:pt idx="675">
                  <c:v>5.1427689263087301E-2</c:v>
                </c:pt>
                <c:pt idx="676">
                  <c:v>5.52343618556407E-2</c:v>
                </c:pt>
                <c:pt idx="677">
                  <c:v>5.6627007978384603E-2</c:v>
                </c:pt>
                <c:pt idx="678">
                  <c:v>5.0628602556298898E-2</c:v>
                </c:pt>
                <c:pt idx="679">
                  <c:v>5.3333380347821702E-2</c:v>
                </c:pt>
                <c:pt idx="680">
                  <c:v>5.2611800960104198E-2</c:v>
                </c:pt>
                <c:pt idx="681">
                  <c:v>5.0243254643118601E-2</c:v>
                </c:pt>
                <c:pt idx="682">
                  <c:v>5.5355304539738803E-2</c:v>
                </c:pt>
                <c:pt idx="683">
                  <c:v>0</c:v>
                </c:pt>
                <c:pt idx="684">
                  <c:v>5.0168874727989997E-2</c:v>
                </c:pt>
                <c:pt idx="685">
                  <c:v>5.0202492593153902E-2</c:v>
                </c:pt>
                <c:pt idx="686">
                  <c:v>5.0924096791926797E-2</c:v>
                </c:pt>
                <c:pt idx="687">
                  <c:v>5.23241794364952E-2</c:v>
                </c:pt>
                <c:pt idx="688">
                  <c:v>0</c:v>
                </c:pt>
                <c:pt idx="689">
                  <c:v>5.3202282512116499E-2</c:v>
                </c:pt>
                <c:pt idx="690">
                  <c:v>5.0478190870465602E-2</c:v>
                </c:pt>
                <c:pt idx="691">
                  <c:v>5.1528857992685098E-2</c:v>
                </c:pt>
                <c:pt idx="692">
                  <c:v>5.34300084297918E-2</c:v>
                </c:pt>
                <c:pt idx="693">
                  <c:v>5.2154711004488201E-2</c:v>
                </c:pt>
                <c:pt idx="694">
                  <c:v>0</c:v>
                </c:pt>
                <c:pt idx="695">
                  <c:v>5.1154010577878897E-2</c:v>
                </c:pt>
                <c:pt idx="696">
                  <c:v>6.0106029807083197E-2</c:v>
                </c:pt>
                <c:pt idx="697">
                  <c:v>5.0389168132984601E-2</c:v>
                </c:pt>
                <c:pt idx="698">
                  <c:v>5.79144603150454E-2</c:v>
                </c:pt>
                <c:pt idx="699">
                  <c:v>5.0771005586615001E-2</c:v>
                </c:pt>
                <c:pt idx="700">
                  <c:v>0</c:v>
                </c:pt>
                <c:pt idx="701">
                  <c:v>0</c:v>
                </c:pt>
                <c:pt idx="702">
                  <c:v>5.2337567711445397E-2</c:v>
                </c:pt>
                <c:pt idx="703">
                  <c:v>5.2066969433323299E-2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5.05899129559488E-2</c:v>
                </c:pt>
                <c:pt idx="708">
                  <c:v>6.4097227386241906E-2</c:v>
                </c:pt>
                <c:pt idx="709">
                  <c:v>0</c:v>
                </c:pt>
                <c:pt idx="710">
                  <c:v>5.2916657017507002E-2</c:v>
                </c:pt>
                <c:pt idx="711">
                  <c:v>5.3112028329185899E-2</c:v>
                </c:pt>
                <c:pt idx="712">
                  <c:v>5.27360009869242E-2</c:v>
                </c:pt>
                <c:pt idx="713">
                  <c:v>0</c:v>
                </c:pt>
                <c:pt idx="714">
                  <c:v>5.0591852124203598E-2</c:v>
                </c:pt>
                <c:pt idx="715">
                  <c:v>5.1592550177106997E-2</c:v>
                </c:pt>
                <c:pt idx="716">
                  <c:v>0</c:v>
                </c:pt>
                <c:pt idx="717">
                  <c:v>5.0601651081597802E-2</c:v>
                </c:pt>
                <c:pt idx="718">
                  <c:v>6.0326062559334898E-2</c:v>
                </c:pt>
                <c:pt idx="719">
                  <c:v>5.0624277956620299E-2</c:v>
                </c:pt>
                <c:pt idx="720">
                  <c:v>5.0505981357613999E-2</c:v>
                </c:pt>
                <c:pt idx="721">
                  <c:v>0</c:v>
                </c:pt>
                <c:pt idx="722">
                  <c:v>0</c:v>
                </c:pt>
                <c:pt idx="723">
                  <c:v>5.2009906332027803E-2</c:v>
                </c:pt>
                <c:pt idx="724">
                  <c:v>5.1676157885086997E-2</c:v>
                </c:pt>
                <c:pt idx="725">
                  <c:v>5.04681512771167E-2</c:v>
                </c:pt>
                <c:pt idx="726">
                  <c:v>5.1337009284665197E-2</c:v>
                </c:pt>
                <c:pt idx="727">
                  <c:v>5.1062491288391E-2</c:v>
                </c:pt>
                <c:pt idx="728">
                  <c:v>5.3277106360267001E-2</c:v>
                </c:pt>
                <c:pt idx="729">
                  <c:v>4.9951519511022197E-2</c:v>
                </c:pt>
                <c:pt idx="730">
                  <c:v>5.1674257932693403E-2</c:v>
                </c:pt>
                <c:pt idx="731">
                  <c:v>5.0183253309325999E-2</c:v>
                </c:pt>
                <c:pt idx="732">
                  <c:v>5.2166117022978097E-2</c:v>
                </c:pt>
                <c:pt idx="733">
                  <c:v>5.2317125018940702E-2</c:v>
                </c:pt>
                <c:pt idx="734">
                  <c:v>5.3647217338030601E-2</c:v>
                </c:pt>
                <c:pt idx="735">
                  <c:v>5.13773459993851E-2</c:v>
                </c:pt>
                <c:pt idx="736">
                  <c:v>5.0596783827005602E-2</c:v>
                </c:pt>
                <c:pt idx="737">
                  <c:v>5.5990230475352301E-2</c:v>
                </c:pt>
                <c:pt idx="738">
                  <c:v>5.4776202174965503E-2</c:v>
                </c:pt>
                <c:pt idx="739">
                  <c:v>0</c:v>
                </c:pt>
                <c:pt idx="740">
                  <c:v>4.9904568854640403E-2</c:v>
                </c:pt>
                <c:pt idx="741">
                  <c:v>5.1329891344790303E-2</c:v>
                </c:pt>
                <c:pt idx="742">
                  <c:v>5.2799317124290597E-2</c:v>
                </c:pt>
                <c:pt idx="743">
                  <c:v>9.0490673341370398E-2</c:v>
                </c:pt>
                <c:pt idx="744">
                  <c:v>5.0507225455015799E-2</c:v>
                </c:pt>
                <c:pt idx="745">
                  <c:v>0</c:v>
                </c:pt>
                <c:pt idx="746">
                  <c:v>0</c:v>
                </c:pt>
                <c:pt idx="747">
                  <c:v>5.4849631161107297E-2</c:v>
                </c:pt>
                <c:pt idx="748">
                  <c:v>5.0852715690192701E-2</c:v>
                </c:pt>
                <c:pt idx="749">
                  <c:v>7.1578460035608193E-2</c:v>
                </c:pt>
                <c:pt idx="750">
                  <c:v>6.96897281812702E-2</c:v>
                </c:pt>
                <c:pt idx="751">
                  <c:v>5.2910147455858203E-2</c:v>
                </c:pt>
                <c:pt idx="752">
                  <c:v>5.1279377376721003E-2</c:v>
                </c:pt>
                <c:pt idx="753">
                  <c:v>5.00740175980392E-2</c:v>
                </c:pt>
                <c:pt idx="754">
                  <c:v>5.1698578283501703E-2</c:v>
                </c:pt>
                <c:pt idx="755">
                  <c:v>5.1044420728572001E-2</c:v>
                </c:pt>
                <c:pt idx="756">
                  <c:v>5.1256248833597202E-2</c:v>
                </c:pt>
                <c:pt idx="757">
                  <c:v>5.1007980321762E-2</c:v>
                </c:pt>
                <c:pt idx="758">
                  <c:v>6.3702267493076198E-2</c:v>
                </c:pt>
                <c:pt idx="759">
                  <c:v>5.0270022626873502E-2</c:v>
                </c:pt>
                <c:pt idx="760">
                  <c:v>5.0529320305032099E-2</c:v>
                </c:pt>
                <c:pt idx="761">
                  <c:v>6.9563266898637593E-2</c:v>
                </c:pt>
                <c:pt idx="762">
                  <c:v>5.5304244476934702E-2</c:v>
                </c:pt>
                <c:pt idx="763">
                  <c:v>5.6898268155669098E-2</c:v>
                </c:pt>
                <c:pt idx="764">
                  <c:v>5.8607497635704199E-2</c:v>
                </c:pt>
                <c:pt idx="765">
                  <c:v>5.89509633325924E-2</c:v>
                </c:pt>
                <c:pt idx="766">
                  <c:v>6.0270418924874301E-2</c:v>
                </c:pt>
                <c:pt idx="767">
                  <c:v>5.3030889890968602E-2</c:v>
                </c:pt>
                <c:pt idx="768">
                  <c:v>5.0924928913863299E-2</c:v>
                </c:pt>
                <c:pt idx="769">
                  <c:v>6.8066102204682594E-2</c:v>
                </c:pt>
                <c:pt idx="770">
                  <c:v>5.0573431000167701E-2</c:v>
                </c:pt>
                <c:pt idx="771">
                  <c:v>5.2752593557448803E-2</c:v>
                </c:pt>
                <c:pt idx="772">
                  <c:v>5.2140448003624697E-2</c:v>
                </c:pt>
                <c:pt idx="773">
                  <c:v>4.98911212669646E-2</c:v>
                </c:pt>
                <c:pt idx="774">
                  <c:v>5.4881588005006997E-2</c:v>
                </c:pt>
                <c:pt idx="775">
                  <c:v>5.0051802979205098E-2</c:v>
                </c:pt>
                <c:pt idx="776">
                  <c:v>5.1675323267135601E-2</c:v>
                </c:pt>
                <c:pt idx="777">
                  <c:v>5.2043423841462197E-2</c:v>
                </c:pt>
                <c:pt idx="778">
                  <c:v>5.2205129079643198E-2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5.3013058891936103E-2</c:v>
                </c:pt>
                <c:pt idx="784">
                  <c:v>5.0390250205757797E-2</c:v>
                </c:pt>
                <c:pt idx="785">
                  <c:v>5.1827154756971902E-2</c:v>
                </c:pt>
                <c:pt idx="786">
                  <c:v>5.17208443122259E-2</c:v>
                </c:pt>
                <c:pt idx="787">
                  <c:v>5.1859859911195197E-2</c:v>
                </c:pt>
                <c:pt idx="788">
                  <c:v>5.7448399670069802E-2</c:v>
                </c:pt>
                <c:pt idx="789">
                  <c:v>5.2259584414858298E-2</c:v>
                </c:pt>
                <c:pt idx="790">
                  <c:v>5.0159408325310503E-2</c:v>
                </c:pt>
                <c:pt idx="791">
                  <c:v>5.3916330206306803E-2</c:v>
                </c:pt>
                <c:pt idx="792">
                  <c:v>5.2797599342003697E-2</c:v>
                </c:pt>
                <c:pt idx="793">
                  <c:v>4.9920376543260897E-2</c:v>
                </c:pt>
                <c:pt idx="794">
                  <c:v>5.1510852284134503E-2</c:v>
                </c:pt>
                <c:pt idx="795">
                  <c:v>5.3181441292516E-2</c:v>
                </c:pt>
                <c:pt idx="796">
                  <c:v>5.4561482943527001E-2</c:v>
                </c:pt>
                <c:pt idx="797">
                  <c:v>5.3788101050033101E-2</c:v>
                </c:pt>
                <c:pt idx="798">
                  <c:v>5.7832178760929498E-2</c:v>
                </c:pt>
                <c:pt idx="799">
                  <c:v>5.6884360486638197E-2</c:v>
                </c:pt>
                <c:pt idx="800">
                  <c:v>5.1090980950174898E-2</c:v>
                </c:pt>
                <c:pt idx="801">
                  <c:v>8.7763981983650596E-2</c:v>
                </c:pt>
                <c:pt idx="802">
                  <c:v>5.6394677225311197E-2</c:v>
                </c:pt>
                <c:pt idx="803">
                  <c:v>5.2189278358077698E-2</c:v>
                </c:pt>
                <c:pt idx="804">
                  <c:v>0</c:v>
                </c:pt>
                <c:pt idx="805">
                  <c:v>5.2421336116613197E-2</c:v>
                </c:pt>
                <c:pt idx="806">
                  <c:v>0</c:v>
                </c:pt>
                <c:pt idx="807">
                  <c:v>0</c:v>
                </c:pt>
                <c:pt idx="808">
                  <c:v>5.0652307081880003E-2</c:v>
                </c:pt>
                <c:pt idx="809">
                  <c:v>5.1495927138713399E-2</c:v>
                </c:pt>
                <c:pt idx="810">
                  <c:v>5.4401052764132901E-2</c:v>
                </c:pt>
                <c:pt idx="811">
                  <c:v>5.9122199604131301E-2</c:v>
                </c:pt>
                <c:pt idx="812">
                  <c:v>5.6468291345990997E-2</c:v>
                </c:pt>
                <c:pt idx="813">
                  <c:v>5.0772778814725597E-2</c:v>
                </c:pt>
                <c:pt idx="814">
                  <c:v>5.2098207855225398E-2</c:v>
                </c:pt>
                <c:pt idx="815">
                  <c:v>5.4257359419282503E-2</c:v>
                </c:pt>
                <c:pt idx="816">
                  <c:v>0</c:v>
                </c:pt>
                <c:pt idx="817">
                  <c:v>5.7565077050433899E-2</c:v>
                </c:pt>
                <c:pt idx="818">
                  <c:v>0</c:v>
                </c:pt>
                <c:pt idx="819">
                  <c:v>0</c:v>
                </c:pt>
                <c:pt idx="820">
                  <c:v>6.9367605549153194E-2</c:v>
                </c:pt>
                <c:pt idx="821">
                  <c:v>6.7747767936456205E-2</c:v>
                </c:pt>
                <c:pt idx="822">
                  <c:v>6.70132283380937E-2</c:v>
                </c:pt>
                <c:pt idx="823">
                  <c:v>5.0043555335186299E-2</c:v>
                </c:pt>
                <c:pt idx="824">
                  <c:v>5.20118561941669E-2</c:v>
                </c:pt>
                <c:pt idx="825">
                  <c:v>5.2438630508183801E-2</c:v>
                </c:pt>
                <c:pt idx="826">
                  <c:v>5.4890180490098701E-2</c:v>
                </c:pt>
                <c:pt idx="827">
                  <c:v>6.0139986891725998E-2</c:v>
                </c:pt>
                <c:pt idx="828">
                  <c:v>5.4855912396647603E-2</c:v>
                </c:pt>
                <c:pt idx="829">
                  <c:v>0</c:v>
                </c:pt>
                <c:pt idx="830">
                  <c:v>6.2301876514622601E-2</c:v>
                </c:pt>
                <c:pt idx="831">
                  <c:v>6.1810707966814198E-2</c:v>
                </c:pt>
                <c:pt idx="832">
                  <c:v>5.8682792189760802E-2</c:v>
                </c:pt>
                <c:pt idx="833">
                  <c:v>5.7209913233604297E-2</c:v>
                </c:pt>
                <c:pt idx="834">
                  <c:v>5.2005957619042302E-2</c:v>
                </c:pt>
                <c:pt idx="835">
                  <c:v>5.5584821101815902E-2</c:v>
                </c:pt>
                <c:pt idx="836">
                  <c:v>5.4906116397406203E-2</c:v>
                </c:pt>
                <c:pt idx="837">
                  <c:v>0</c:v>
                </c:pt>
                <c:pt idx="838">
                  <c:v>5.0165234942306701E-2</c:v>
                </c:pt>
                <c:pt idx="839">
                  <c:v>0</c:v>
                </c:pt>
                <c:pt idx="840">
                  <c:v>5.3094217929732401E-2</c:v>
                </c:pt>
                <c:pt idx="841">
                  <c:v>5.0129934537484301E-2</c:v>
                </c:pt>
                <c:pt idx="842">
                  <c:v>5.2917000236398101E-2</c:v>
                </c:pt>
                <c:pt idx="843">
                  <c:v>6.10725636457067E-2</c:v>
                </c:pt>
                <c:pt idx="844">
                  <c:v>6.0589690943063199E-2</c:v>
                </c:pt>
                <c:pt idx="845">
                  <c:v>0</c:v>
                </c:pt>
                <c:pt idx="846">
                  <c:v>5.3436263455936203E-2</c:v>
                </c:pt>
                <c:pt idx="847">
                  <c:v>5.40580985407908E-2</c:v>
                </c:pt>
                <c:pt idx="848">
                  <c:v>5.4986717430614798E-2</c:v>
                </c:pt>
                <c:pt idx="849">
                  <c:v>5.3991667381588303E-2</c:v>
                </c:pt>
                <c:pt idx="850">
                  <c:v>5.1147980328715502E-2</c:v>
                </c:pt>
                <c:pt idx="851">
                  <c:v>5.3451185561690297E-2</c:v>
                </c:pt>
                <c:pt idx="852">
                  <c:v>5.1295209885241E-2</c:v>
                </c:pt>
                <c:pt idx="853">
                  <c:v>5.7610243949494898E-2</c:v>
                </c:pt>
                <c:pt idx="854">
                  <c:v>5.1210902122897403E-2</c:v>
                </c:pt>
                <c:pt idx="855">
                  <c:v>0</c:v>
                </c:pt>
                <c:pt idx="856">
                  <c:v>5.1206824324836697E-2</c:v>
                </c:pt>
                <c:pt idx="857">
                  <c:v>5.54638014856534E-2</c:v>
                </c:pt>
                <c:pt idx="858">
                  <c:v>5.3299634789813297E-2</c:v>
                </c:pt>
                <c:pt idx="859">
                  <c:v>5.1095517266365797E-2</c:v>
                </c:pt>
                <c:pt idx="860">
                  <c:v>5.1934135945442599E-2</c:v>
                </c:pt>
                <c:pt idx="861">
                  <c:v>5.1682348030729498E-2</c:v>
                </c:pt>
                <c:pt idx="862">
                  <c:v>5.0388554307511303E-2</c:v>
                </c:pt>
                <c:pt idx="863">
                  <c:v>5.3757408227493801E-2</c:v>
                </c:pt>
                <c:pt idx="864">
                  <c:v>0</c:v>
                </c:pt>
                <c:pt idx="865">
                  <c:v>5.2454710358456003E-2</c:v>
                </c:pt>
                <c:pt idx="866">
                  <c:v>5.1192338449201201E-2</c:v>
                </c:pt>
                <c:pt idx="867">
                  <c:v>0</c:v>
                </c:pt>
                <c:pt idx="868">
                  <c:v>5.0979608491416001E-2</c:v>
                </c:pt>
                <c:pt idx="869">
                  <c:v>8.7002965516268502E-2</c:v>
                </c:pt>
                <c:pt idx="870">
                  <c:v>5.0880351895363302E-2</c:v>
                </c:pt>
                <c:pt idx="871">
                  <c:v>5.4219912569950901E-2</c:v>
                </c:pt>
                <c:pt idx="872">
                  <c:v>5.0357409566614303E-2</c:v>
                </c:pt>
                <c:pt idx="873">
                  <c:v>5.3414606622116598E-2</c:v>
                </c:pt>
                <c:pt idx="874">
                  <c:v>5.3730103226308203E-2</c:v>
                </c:pt>
                <c:pt idx="875">
                  <c:v>4.9870394529214698E-2</c:v>
                </c:pt>
                <c:pt idx="876">
                  <c:v>5.1200300298247903E-2</c:v>
                </c:pt>
                <c:pt idx="877">
                  <c:v>5.0184375347738203E-2</c:v>
                </c:pt>
                <c:pt idx="878">
                  <c:v>5.0434354928429397E-2</c:v>
                </c:pt>
                <c:pt idx="879">
                  <c:v>0</c:v>
                </c:pt>
                <c:pt idx="880">
                  <c:v>0</c:v>
                </c:pt>
                <c:pt idx="881">
                  <c:v>5.17187833911672E-2</c:v>
                </c:pt>
                <c:pt idx="882">
                  <c:v>5.80299335271834E-2</c:v>
                </c:pt>
                <c:pt idx="883">
                  <c:v>5.3566456231229603E-2</c:v>
                </c:pt>
                <c:pt idx="884">
                  <c:v>5.0240058791799901E-2</c:v>
                </c:pt>
                <c:pt idx="885">
                  <c:v>0</c:v>
                </c:pt>
                <c:pt idx="886">
                  <c:v>5.1262751404681201E-2</c:v>
                </c:pt>
                <c:pt idx="887">
                  <c:v>5.24366738848034E-2</c:v>
                </c:pt>
                <c:pt idx="888">
                  <c:v>6.4155263662615702E-2</c:v>
                </c:pt>
                <c:pt idx="889">
                  <c:v>6.3756052131627106E-2</c:v>
                </c:pt>
                <c:pt idx="890">
                  <c:v>5.0847763859705797E-2</c:v>
                </c:pt>
                <c:pt idx="891">
                  <c:v>5.5251068564917197E-2</c:v>
                </c:pt>
                <c:pt idx="892">
                  <c:v>0</c:v>
                </c:pt>
                <c:pt idx="893">
                  <c:v>5.1465773833793103E-2</c:v>
                </c:pt>
                <c:pt idx="894">
                  <c:v>5.6779332686115402E-2</c:v>
                </c:pt>
                <c:pt idx="895">
                  <c:v>5.9018225800487802E-2</c:v>
                </c:pt>
                <c:pt idx="896">
                  <c:v>5.4359340475409398E-2</c:v>
                </c:pt>
                <c:pt idx="897">
                  <c:v>5.2645801946087499E-2</c:v>
                </c:pt>
                <c:pt idx="898">
                  <c:v>5.1005618144429797E-2</c:v>
                </c:pt>
                <c:pt idx="899">
                  <c:v>5.0736780268339297E-2</c:v>
                </c:pt>
                <c:pt idx="900">
                  <c:v>0</c:v>
                </c:pt>
                <c:pt idx="901">
                  <c:v>5.2996090217358502E-2</c:v>
                </c:pt>
                <c:pt idx="902">
                  <c:v>5.8586868280848102E-2</c:v>
                </c:pt>
                <c:pt idx="903">
                  <c:v>4.9899682114054197E-2</c:v>
                </c:pt>
                <c:pt idx="904">
                  <c:v>5.1596360816398901E-2</c:v>
                </c:pt>
                <c:pt idx="905">
                  <c:v>5.2622476561080697E-2</c:v>
                </c:pt>
                <c:pt idx="906">
                  <c:v>5.00952471536786E-2</c:v>
                </c:pt>
                <c:pt idx="907">
                  <c:v>5.11500582787471E-2</c:v>
                </c:pt>
                <c:pt idx="908">
                  <c:v>5.1341101211001598E-2</c:v>
                </c:pt>
                <c:pt idx="909">
                  <c:v>5.4497616538421598E-2</c:v>
                </c:pt>
                <c:pt idx="910">
                  <c:v>6.2069237929773501E-2</c:v>
                </c:pt>
                <c:pt idx="911">
                  <c:v>5.0337390154519199E-2</c:v>
                </c:pt>
                <c:pt idx="912">
                  <c:v>5.1126513417887098E-2</c:v>
                </c:pt>
                <c:pt idx="913">
                  <c:v>4.98986161272474E-2</c:v>
                </c:pt>
                <c:pt idx="914">
                  <c:v>5.1803092613445803E-2</c:v>
                </c:pt>
                <c:pt idx="915">
                  <c:v>5.1832317219344198E-2</c:v>
                </c:pt>
                <c:pt idx="916">
                  <c:v>5.5367944934087497E-2</c:v>
                </c:pt>
                <c:pt idx="917">
                  <c:v>5.0327952325100997E-2</c:v>
                </c:pt>
                <c:pt idx="918">
                  <c:v>0</c:v>
                </c:pt>
                <c:pt idx="919">
                  <c:v>5.0494501776406402E-2</c:v>
                </c:pt>
                <c:pt idx="920">
                  <c:v>5.1049342417571503E-2</c:v>
                </c:pt>
                <c:pt idx="921">
                  <c:v>5.8063022646147801E-2</c:v>
                </c:pt>
                <c:pt idx="922">
                  <c:v>5.1763862108794301E-2</c:v>
                </c:pt>
                <c:pt idx="923">
                  <c:v>5.2573169491574E-2</c:v>
                </c:pt>
                <c:pt idx="924">
                  <c:v>6.1676858117684301E-2</c:v>
                </c:pt>
                <c:pt idx="925">
                  <c:v>0</c:v>
                </c:pt>
                <c:pt idx="926">
                  <c:v>5.1943419537442102E-2</c:v>
                </c:pt>
                <c:pt idx="927">
                  <c:v>5.1990944241236903E-2</c:v>
                </c:pt>
                <c:pt idx="928">
                  <c:v>5.0395672270689501E-2</c:v>
                </c:pt>
                <c:pt idx="929">
                  <c:v>5.1480232795345401E-2</c:v>
                </c:pt>
                <c:pt idx="930">
                  <c:v>5.1325034904692701E-2</c:v>
                </c:pt>
                <c:pt idx="931">
                  <c:v>5.1670461635413098E-2</c:v>
                </c:pt>
                <c:pt idx="932">
                  <c:v>0</c:v>
                </c:pt>
                <c:pt idx="933">
                  <c:v>5.1136923709777397E-2</c:v>
                </c:pt>
                <c:pt idx="934">
                  <c:v>5.3893545238818202E-2</c:v>
                </c:pt>
                <c:pt idx="935">
                  <c:v>5.1137439566391399E-2</c:v>
                </c:pt>
                <c:pt idx="936">
                  <c:v>5.33850030094895E-2</c:v>
                </c:pt>
                <c:pt idx="937">
                  <c:v>5.4207422270483099E-2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5.3319273896563699E-2</c:v>
                </c:pt>
                <c:pt idx="942">
                  <c:v>5.47966124381127E-2</c:v>
                </c:pt>
                <c:pt idx="943">
                  <c:v>5.1196319539490602E-2</c:v>
                </c:pt>
                <c:pt idx="944">
                  <c:v>5.2582994918724799E-2</c:v>
                </c:pt>
                <c:pt idx="945">
                  <c:v>5.0717644778524001E-2</c:v>
                </c:pt>
                <c:pt idx="946">
                  <c:v>5.0366492279705299E-2</c:v>
                </c:pt>
                <c:pt idx="947">
                  <c:v>5.3571227997793701E-2</c:v>
                </c:pt>
                <c:pt idx="948">
                  <c:v>6.6173889168201105E-2</c:v>
                </c:pt>
                <c:pt idx="949">
                  <c:v>6.0185791834808697E-2</c:v>
                </c:pt>
                <c:pt idx="950">
                  <c:v>0</c:v>
                </c:pt>
                <c:pt idx="951">
                  <c:v>5.8290669260117202E-2</c:v>
                </c:pt>
                <c:pt idx="952">
                  <c:v>5.0373592508156297E-2</c:v>
                </c:pt>
                <c:pt idx="953">
                  <c:v>5.2260167148021598E-2</c:v>
                </c:pt>
                <c:pt idx="954">
                  <c:v>5.0498815958945197E-2</c:v>
                </c:pt>
                <c:pt idx="955">
                  <c:v>0</c:v>
                </c:pt>
                <c:pt idx="956">
                  <c:v>5.4483935253090303E-2</c:v>
                </c:pt>
                <c:pt idx="957">
                  <c:v>5.2393458994248299E-2</c:v>
                </c:pt>
                <c:pt idx="958">
                  <c:v>5.6125556967268501E-2</c:v>
                </c:pt>
                <c:pt idx="959">
                  <c:v>6.2364100414891301E-2</c:v>
                </c:pt>
                <c:pt idx="960">
                  <c:v>6.4165965956755E-2</c:v>
                </c:pt>
                <c:pt idx="961">
                  <c:v>5.6673417596302102E-2</c:v>
                </c:pt>
                <c:pt idx="962">
                  <c:v>5.2837719328452999E-2</c:v>
                </c:pt>
                <c:pt idx="963">
                  <c:v>5.01766094368159E-2</c:v>
                </c:pt>
                <c:pt idx="964">
                  <c:v>5.7038833143207901E-2</c:v>
                </c:pt>
                <c:pt idx="965">
                  <c:v>0</c:v>
                </c:pt>
                <c:pt idx="966">
                  <c:v>5.0601278048124802E-2</c:v>
                </c:pt>
                <c:pt idx="967">
                  <c:v>5.1939709188866902E-2</c:v>
                </c:pt>
                <c:pt idx="968">
                  <c:v>5.73957836547314E-2</c:v>
                </c:pt>
                <c:pt idx="969">
                  <c:v>5.7203221747707998E-2</c:v>
                </c:pt>
                <c:pt idx="970">
                  <c:v>6.6148268123741E-2</c:v>
                </c:pt>
                <c:pt idx="971">
                  <c:v>5.2349187730130503E-2</c:v>
                </c:pt>
                <c:pt idx="972">
                  <c:v>5.0476561795488303E-2</c:v>
                </c:pt>
                <c:pt idx="973">
                  <c:v>5.1114057252896701E-2</c:v>
                </c:pt>
                <c:pt idx="974">
                  <c:v>5.1171082244899802E-2</c:v>
                </c:pt>
                <c:pt idx="975">
                  <c:v>5.3506557707279301E-2</c:v>
                </c:pt>
                <c:pt idx="976">
                  <c:v>5.1671237463281498E-2</c:v>
                </c:pt>
                <c:pt idx="977">
                  <c:v>4.98789431743882E-2</c:v>
                </c:pt>
                <c:pt idx="978">
                  <c:v>5.2471857723986597E-2</c:v>
                </c:pt>
                <c:pt idx="979">
                  <c:v>0</c:v>
                </c:pt>
                <c:pt idx="980">
                  <c:v>5.5399114135046203E-2</c:v>
                </c:pt>
                <c:pt idx="981">
                  <c:v>5.2468032546842E-2</c:v>
                </c:pt>
                <c:pt idx="982">
                  <c:v>5.0673281537199501E-2</c:v>
                </c:pt>
                <c:pt idx="983">
                  <c:v>5.44374119820119E-2</c:v>
                </c:pt>
                <c:pt idx="984">
                  <c:v>5.1357501047438699E-2</c:v>
                </c:pt>
                <c:pt idx="985">
                  <c:v>5.7534438865592202E-2</c:v>
                </c:pt>
                <c:pt idx="986">
                  <c:v>5.3524381511002202E-2</c:v>
                </c:pt>
                <c:pt idx="987">
                  <c:v>5.3425125155022797E-2</c:v>
                </c:pt>
                <c:pt idx="988">
                  <c:v>5.16693853568235E-2</c:v>
                </c:pt>
                <c:pt idx="989">
                  <c:v>5.2843359176894998E-2</c:v>
                </c:pt>
                <c:pt idx="990">
                  <c:v>5.4511498305006303E-2</c:v>
                </c:pt>
                <c:pt idx="991">
                  <c:v>5.0776232273101699E-2</c:v>
                </c:pt>
                <c:pt idx="992">
                  <c:v>5.14456197319592E-2</c:v>
                </c:pt>
                <c:pt idx="993">
                  <c:v>5.1923826688835897E-2</c:v>
                </c:pt>
                <c:pt idx="994">
                  <c:v>5.1430299305736199E-2</c:v>
                </c:pt>
                <c:pt idx="995">
                  <c:v>0</c:v>
                </c:pt>
                <c:pt idx="996">
                  <c:v>5.39867257792747E-2</c:v>
                </c:pt>
                <c:pt idx="997">
                  <c:v>5.5838756303301103E-2</c:v>
                </c:pt>
                <c:pt idx="998">
                  <c:v>5.7213541214152702E-2</c:v>
                </c:pt>
                <c:pt idx="999">
                  <c:v>5.9579348540906997E-2</c:v>
                </c:pt>
                <c:pt idx="1000">
                  <c:v>0</c:v>
                </c:pt>
                <c:pt idx="1001">
                  <c:v>5.25873086519879E-2</c:v>
                </c:pt>
                <c:pt idx="1002">
                  <c:v>5.57162595152818E-2</c:v>
                </c:pt>
                <c:pt idx="1003">
                  <c:v>5.4218677238656802E-2</c:v>
                </c:pt>
                <c:pt idx="1004">
                  <c:v>5.6156391311735297E-2</c:v>
                </c:pt>
                <c:pt idx="1005">
                  <c:v>5.2182101988357397E-2</c:v>
                </c:pt>
                <c:pt idx="1006">
                  <c:v>6.0744207200087601E-2</c:v>
                </c:pt>
                <c:pt idx="1007">
                  <c:v>5.0696600237023701E-2</c:v>
                </c:pt>
                <c:pt idx="1008">
                  <c:v>5.2074200230811399E-2</c:v>
                </c:pt>
                <c:pt idx="1009">
                  <c:v>5.21301245732557E-2</c:v>
                </c:pt>
                <c:pt idx="1010">
                  <c:v>5.3759797354068599E-2</c:v>
                </c:pt>
                <c:pt idx="1011">
                  <c:v>5.5609131208319298E-2</c:v>
                </c:pt>
                <c:pt idx="1012">
                  <c:v>5.50718778497458E-2</c:v>
                </c:pt>
                <c:pt idx="1013">
                  <c:v>5.2907988209629699E-2</c:v>
                </c:pt>
                <c:pt idx="1014">
                  <c:v>5.7241896647359701E-2</c:v>
                </c:pt>
                <c:pt idx="1015">
                  <c:v>5.1519597625877503E-2</c:v>
                </c:pt>
                <c:pt idx="1016">
                  <c:v>5.4490133084840103E-2</c:v>
                </c:pt>
                <c:pt idx="1017">
                  <c:v>5.5942344829785502E-2</c:v>
                </c:pt>
                <c:pt idx="1018">
                  <c:v>5.5509530045431799E-2</c:v>
                </c:pt>
                <c:pt idx="1019">
                  <c:v>5.0964610410363098E-2</c:v>
                </c:pt>
                <c:pt idx="1020">
                  <c:v>5.0354173535817497E-2</c:v>
                </c:pt>
                <c:pt idx="1021">
                  <c:v>5.3314239652096397E-2</c:v>
                </c:pt>
                <c:pt idx="1022">
                  <c:v>5.02441467449872E-2</c:v>
                </c:pt>
                <c:pt idx="1023">
                  <c:v>0</c:v>
                </c:pt>
                <c:pt idx="1024">
                  <c:v>6.4950589925578395E-2</c:v>
                </c:pt>
                <c:pt idx="1025">
                  <c:v>6.1996368760835301E-2</c:v>
                </c:pt>
                <c:pt idx="1026">
                  <c:v>6.3016383038868098E-2</c:v>
                </c:pt>
                <c:pt idx="1027">
                  <c:v>5.5141234468290001E-2</c:v>
                </c:pt>
                <c:pt idx="1028">
                  <c:v>0</c:v>
                </c:pt>
                <c:pt idx="1029">
                  <c:v>5.22903131137928E-2</c:v>
                </c:pt>
                <c:pt idx="1030">
                  <c:v>5.10974455578279E-2</c:v>
                </c:pt>
                <c:pt idx="1031">
                  <c:v>5.1706905389699402E-2</c:v>
                </c:pt>
                <c:pt idx="1032">
                  <c:v>5.1467065659434701E-2</c:v>
                </c:pt>
                <c:pt idx="1033">
                  <c:v>6.3728671228438602E-2</c:v>
                </c:pt>
                <c:pt idx="1034">
                  <c:v>5.5163645681079301E-2</c:v>
                </c:pt>
                <c:pt idx="1035">
                  <c:v>0</c:v>
                </c:pt>
                <c:pt idx="1036">
                  <c:v>5.15033914840166E-2</c:v>
                </c:pt>
                <c:pt idx="1037">
                  <c:v>5.0898683008040402E-2</c:v>
                </c:pt>
                <c:pt idx="1038">
                  <c:v>6.0751542784104898E-2</c:v>
                </c:pt>
                <c:pt idx="1039">
                  <c:v>5.3877629352839101E-2</c:v>
                </c:pt>
                <c:pt idx="1040">
                  <c:v>5.1439955045903402E-2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5.4592327067325599E-2</c:v>
                </c:pt>
                <c:pt idx="1045">
                  <c:v>5.8971869229458497E-2</c:v>
                </c:pt>
                <c:pt idx="1046">
                  <c:v>5.23457710895356E-2</c:v>
                </c:pt>
                <c:pt idx="1047">
                  <c:v>5.6478504086921497E-2</c:v>
                </c:pt>
                <c:pt idx="1048">
                  <c:v>5.1554480540766598E-2</c:v>
                </c:pt>
                <c:pt idx="1049">
                  <c:v>0</c:v>
                </c:pt>
                <c:pt idx="1050">
                  <c:v>5.1222833896591401E-2</c:v>
                </c:pt>
                <c:pt idx="1051">
                  <c:v>5.1973229691014401E-2</c:v>
                </c:pt>
                <c:pt idx="1052">
                  <c:v>5.26438595401688E-2</c:v>
                </c:pt>
                <c:pt idx="1053">
                  <c:v>5.0552746231212697E-2</c:v>
                </c:pt>
                <c:pt idx="1054">
                  <c:v>5.2259201578841202E-2</c:v>
                </c:pt>
                <c:pt idx="1055">
                  <c:v>5.15738710454638E-2</c:v>
                </c:pt>
                <c:pt idx="1056">
                  <c:v>5.0174926847425798E-2</c:v>
                </c:pt>
                <c:pt idx="1057">
                  <c:v>5.0154407833612899E-2</c:v>
                </c:pt>
                <c:pt idx="1058">
                  <c:v>5.2129818040121498E-2</c:v>
                </c:pt>
                <c:pt idx="1059">
                  <c:v>5.1997279197968801E-2</c:v>
                </c:pt>
                <c:pt idx="1060">
                  <c:v>5.3709225178375702E-2</c:v>
                </c:pt>
                <c:pt idx="1061">
                  <c:v>0</c:v>
                </c:pt>
                <c:pt idx="1062">
                  <c:v>5.3336751266475302E-2</c:v>
                </c:pt>
                <c:pt idx="1063">
                  <c:v>5.21805363509735E-2</c:v>
                </c:pt>
                <c:pt idx="1064">
                  <c:v>5.1717275835443798E-2</c:v>
                </c:pt>
                <c:pt idx="1065">
                  <c:v>5.1821713963088302E-2</c:v>
                </c:pt>
                <c:pt idx="1066">
                  <c:v>5.12665245267305E-2</c:v>
                </c:pt>
                <c:pt idx="1067">
                  <c:v>5.0962848314434199E-2</c:v>
                </c:pt>
                <c:pt idx="1068">
                  <c:v>5.15471680909158E-2</c:v>
                </c:pt>
                <c:pt idx="1069">
                  <c:v>5.1528000826015899E-2</c:v>
                </c:pt>
                <c:pt idx="1070">
                  <c:v>0</c:v>
                </c:pt>
                <c:pt idx="1071">
                  <c:v>5.0956033163661103E-2</c:v>
                </c:pt>
                <c:pt idx="1072">
                  <c:v>0</c:v>
                </c:pt>
                <c:pt idx="1073">
                  <c:v>5.14152069157294E-2</c:v>
                </c:pt>
                <c:pt idx="1074">
                  <c:v>5.24739128481852E-2</c:v>
                </c:pt>
                <c:pt idx="1075">
                  <c:v>5.0307162460595301E-2</c:v>
                </c:pt>
                <c:pt idx="1076">
                  <c:v>5.3483378755454697E-2</c:v>
                </c:pt>
                <c:pt idx="1077">
                  <c:v>5.0633071919910101E-2</c:v>
                </c:pt>
                <c:pt idx="1078">
                  <c:v>5.5021508008864697E-2</c:v>
                </c:pt>
                <c:pt idx="1079">
                  <c:v>5.6211693880519199E-2</c:v>
                </c:pt>
                <c:pt idx="1080">
                  <c:v>5.8428356202031503E-2</c:v>
                </c:pt>
                <c:pt idx="1081">
                  <c:v>5.5644376021696203E-2</c:v>
                </c:pt>
                <c:pt idx="1082">
                  <c:v>6.4567819102724994E-2</c:v>
                </c:pt>
                <c:pt idx="1083">
                  <c:v>6.2270101763151502E-2</c:v>
                </c:pt>
                <c:pt idx="1084">
                  <c:v>4.99971794671814E-2</c:v>
                </c:pt>
                <c:pt idx="1085">
                  <c:v>5.4586442773108201E-2</c:v>
                </c:pt>
                <c:pt idx="1086">
                  <c:v>5.5363495914918501E-2</c:v>
                </c:pt>
                <c:pt idx="1087">
                  <c:v>5.6527632033084897E-2</c:v>
                </c:pt>
                <c:pt idx="1088">
                  <c:v>5.5880320346404402E-2</c:v>
                </c:pt>
                <c:pt idx="1089">
                  <c:v>5.4283603227917698E-2</c:v>
                </c:pt>
                <c:pt idx="1090">
                  <c:v>5.0968940441159703E-2</c:v>
                </c:pt>
                <c:pt idx="1091">
                  <c:v>0</c:v>
                </c:pt>
                <c:pt idx="1092">
                  <c:v>5.25131268265688E-2</c:v>
                </c:pt>
                <c:pt idx="1093">
                  <c:v>5.1074208064861397E-2</c:v>
                </c:pt>
                <c:pt idx="1094">
                  <c:v>5.0326894917183299E-2</c:v>
                </c:pt>
                <c:pt idx="1095">
                  <c:v>5.1426418033940102E-2</c:v>
                </c:pt>
                <c:pt idx="1096">
                  <c:v>5.5528266290952803E-2</c:v>
                </c:pt>
                <c:pt idx="1097">
                  <c:v>5.3368290676214E-2</c:v>
                </c:pt>
                <c:pt idx="1098">
                  <c:v>5.3995212950272098E-2</c:v>
                </c:pt>
                <c:pt idx="1099">
                  <c:v>5.1799493833792398E-2</c:v>
                </c:pt>
                <c:pt idx="1100">
                  <c:v>0</c:v>
                </c:pt>
                <c:pt idx="1101">
                  <c:v>5.0876263843981397E-2</c:v>
                </c:pt>
                <c:pt idx="1102">
                  <c:v>5.1189209747089397E-2</c:v>
                </c:pt>
                <c:pt idx="1103">
                  <c:v>5.1875085067370597E-2</c:v>
                </c:pt>
                <c:pt idx="1104">
                  <c:v>6.7184987604455598E-2</c:v>
                </c:pt>
                <c:pt idx="1105">
                  <c:v>5.5622289029482998E-2</c:v>
                </c:pt>
                <c:pt idx="1106">
                  <c:v>0</c:v>
                </c:pt>
                <c:pt idx="1107">
                  <c:v>5.8260342977469202E-2</c:v>
                </c:pt>
                <c:pt idx="1108">
                  <c:v>0</c:v>
                </c:pt>
                <c:pt idx="1109">
                  <c:v>5.7481081505135798E-2</c:v>
                </c:pt>
                <c:pt idx="1110">
                  <c:v>5.1436877681128902E-2</c:v>
                </c:pt>
                <c:pt idx="1111">
                  <c:v>5.2115866131852803E-2</c:v>
                </c:pt>
                <c:pt idx="1112">
                  <c:v>5.6247592020485897E-2</c:v>
                </c:pt>
                <c:pt idx="1113">
                  <c:v>5.4823634983480897E-2</c:v>
                </c:pt>
                <c:pt idx="1114">
                  <c:v>5.0636110011569001E-2</c:v>
                </c:pt>
                <c:pt idx="1115">
                  <c:v>5.0862051164023203E-2</c:v>
                </c:pt>
                <c:pt idx="1116">
                  <c:v>5.0293527896746598E-2</c:v>
                </c:pt>
                <c:pt idx="1117">
                  <c:v>5.95057941703898E-2</c:v>
                </c:pt>
                <c:pt idx="1118">
                  <c:v>5.7989511106584901E-2</c:v>
                </c:pt>
                <c:pt idx="1119">
                  <c:v>5.0404559542239699E-2</c:v>
                </c:pt>
                <c:pt idx="1120">
                  <c:v>5.0869812402219702E-2</c:v>
                </c:pt>
                <c:pt idx="1121">
                  <c:v>5.1165010222831799E-2</c:v>
                </c:pt>
                <c:pt idx="1122">
                  <c:v>5.2315733380724698E-2</c:v>
                </c:pt>
                <c:pt idx="1123">
                  <c:v>5.26860045523007E-2</c:v>
                </c:pt>
                <c:pt idx="1124">
                  <c:v>5.0156930518953702E-2</c:v>
                </c:pt>
                <c:pt idx="1125">
                  <c:v>5.35361453597911E-2</c:v>
                </c:pt>
                <c:pt idx="1126">
                  <c:v>5.0596836632530597E-2</c:v>
                </c:pt>
                <c:pt idx="1127">
                  <c:v>5.4606041262293702E-2</c:v>
                </c:pt>
                <c:pt idx="1128">
                  <c:v>5.3841454857697903E-2</c:v>
                </c:pt>
                <c:pt idx="1129">
                  <c:v>5.19907441252596E-2</c:v>
                </c:pt>
                <c:pt idx="1130">
                  <c:v>0</c:v>
                </c:pt>
                <c:pt idx="1131">
                  <c:v>5.2162525816893603E-2</c:v>
                </c:pt>
                <c:pt idx="1132">
                  <c:v>5.32461219602995E-2</c:v>
                </c:pt>
                <c:pt idx="1133">
                  <c:v>5.5431935452241898E-2</c:v>
                </c:pt>
                <c:pt idx="1134">
                  <c:v>5.0901219385260398E-2</c:v>
                </c:pt>
                <c:pt idx="1135">
                  <c:v>5.3367247366729403E-2</c:v>
                </c:pt>
                <c:pt idx="1136">
                  <c:v>5.4782053739207602E-2</c:v>
                </c:pt>
                <c:pt idx="1137">
                  <c:v>5.55019182871501E-2</c:v>
                </c:pt>
                <c:pt idx="1138">
                  <c:v>5.8236104503296103E-2</c:v>
                </c:pt>
                <c:pt idx="1139">
                  <c:v>0</c:v>
                </c:pt>
                <c:pt idx="1140">
                  <c:v>5.7097911916438503E-2</c:v>
                </c:pt>
                <c:pt idx="1141">
                  <c:v>6.3241027208287698E-2</c:v>
                </c:pt>
                <c:pt idx="1142">
                  <c:v>5.4615377729216999E-2</c:v>
                </c:pt>
                <c:pt idx="1143">
                  <c:v>5.0459068839584703E-2</c:v>
                </c:pt>
                <c:pt idx="1144">
                  <c:v>5.2722577920037303E-2</c:v>
                </c:pt>
                <c:pt idx="1145">
                  <c:v>5.1740383226467498E-2</c:v>
                </c:pt>
                <c:pt idx="1146">
                  <c:v>5.0717008454970403E-2</c:v>
                </c:pt>
                <c:pt idx="1147">
                  <c:v>0</c:v>
                </c:pt>
                <c:pt idx="1148">
                  <c:v>0</c:v>
                </c:pt>
                <c:pt idx="1149">
                  <c:v>5.1170885089359699E-2</c:v>
                </c:pt>
                <c:pt idx="1150">
                  <c:v>5.1148138084701401E-2</c:v>
                </c:pt>
                <c:pt idx="1151">
                  <c:v>5.5441871716600297E-2</c:v>
                </c:pt>
                <c:pt idx="1152">
                  <c:v>4.9906731162187003E-2</c:v>
                </c:pt>
                <c:pt idx="1153">
                  <c:v>5.2938823525109799E-2</c:v>
                </c:pt>
                <c:pt idx="1154">
                  <c:v>5.4598432601550201E-2</c:v>
                </c:pt>
                <c:pt idx="1155">
                  <c:v>5.1582638292270097E-2</c:v>
                </c:pt>
                <c:pt idx="1156">
                  <c:v>5.1141028094907802E-2</c:v>
                </c:pt>
                <c:pt idx="1157">
                  <c:v>6.0271888165022297E-2</c:v>
                </c:pt>
                <c:pt idx="1158">
                  <c:v>5.1835918952075601E-2</c:v>
                </c:pt>
                <c:pt idx="1159">
                  <c:v>4.9974282912965899E-2</c:v>
                </c:pt>
                <c:pt idx="1160">
                  <c:v>5.64368665580679E-2</c:v>
                </c:pt>
                <c:pt idx="1161">
                  <c:v>5.8901627217441799E-2</c:v>
                </c:pt>
                <c:pt idx="1162">
                  <c:v>5.040999647352E-2</c:v>
                </c:pt>
                <c:pt idx="1163">
                  <c:v>4.9952137806397998E-2</c:v>
                </c:pt>
                <c:pt idx="1164">
                  <c:v>5.1185535084959398E-2</c:v>
                </c:pt>
                <c:pt idx="1165">
                  <c:v>5.19351076927776E-2</c:v>
                </c:pt>
                <c:pt idx="1166">
                  <c:v>5.1279460940560399E-2</c:v>
                </c:pt>
                <c:pt idx="1167">
                  <c:v>0</c:v>
                </c:pt>
                <c:pt idx="1168">
                  <c:v>5.1020115892199597E-2</c:v>
                </c:pt>
                <c:pt idx="1169">
                  <c:v>5.78809192595795E-2</c:v>
                </c:pt>
                <c:pt idx="1170">
                  <c:v>5.3642449313945503E-2</c:v>
                </c:pt>
                <c:pt idx="1171">
                  <c:v>5.0201622965076999E-2</c:v>
                </c:pt>
                <c:pt idx="1172">
                  <c:v>5.0636652409381901E-2</c:v>
                </c:pt>
                <c:pt idx="1173">
                  <c:v>5.3575040098262999E-2</c:v>
                </c:pt>
                <c:pt idx="1174">
                  <c:v>5.0231218405375699E-2</c:v>
                </c:pt>
                <c:pt idx="1175">
                  <c:v>5.1630011729414997E-2</c:v>
                </c:pt>
                <c:pt idx="1176">
                  <c:v>5.2905091804814799E-2</c:v>
                </c:pt>
                <c:pt idx="1177">
                  <c:v>5.55566953448434E-2</c:v>
                </c:pt>
                <c:pt idx="1178">
                  <c:v>0</c:v>
                </c:pt>
                <c:pt idx="1179">
                  <c:v>4.9937028441553601E-2</c:v>
                </c:pt>
                <c:pt idx="1180">
                  <c:v>0</c:v>
                </c:pt>
                <c:pt idx="1181">
                  <c:v>5.3424777376769497E-2</c:v>
                </c:pt>
                <c:pt idx="1182">
                  <c:v>5.1742114990673597E-2</c:v>
                </c:pt>
                <c:pt idx="1183">
                  <c:v>5.0031956864829502E-2</c:v>
                </c:pt>
                <c:pt idx="1184">
                  <c:v>5.0706985215687998E-2</c:v>
                </c:pt>
                <c:pt idx="1185">
                  <c:v>4.9912564909478901E-2</c:v>
                </c:pt>
                <c:pt idx="1186">
                  <c:v>5.00013559234153E-2</c:v>
                </c:pt>
                <c:pt idx="1187">
                  <c:v>0</c:v>
                </c:pt>
                <c:pt idx="1188">
                  <c:v>5.8110328345410897E-2</c:v>
                </c:pt>
                <c:pt idx="1189">
                  <c:v>5.2125889499141403E-2</c:v>
                </c:pt>
                <c:pt idx="1190">
                  <c:v>5.1128913115587198E-2</c:v>
                </c:pt>
                <c:pt idx="1191">
                  <c:v>5.1695224629003597E-2</c:v>
                </c:pt>
                <c:pt idx="1192">
                  <c:v>5.5293005204628098E-2</c:v>
                </c:pt>
                <c:pt idx="1193">
                  <c:v>5.0472573271976601E-2</c:v>
                </c:pt>
                <c:pt idx="1194">
                  <c:v>5.3838412038567499E-2</c:v>
                </c:pt>
                <c:pt idx="1195">
                  <c:v>5.5736652903279602E-2</c:v>
                </c:pt>
                <c:pt idx="1196">
                  <c:v>0</c:v>
                </c:pt>
                <c:pt idx="1197">
                  <c:v>5.2165173360331399E-2</c:v>
                </c:pt>
                <c:pt idx="1198">
                  <c:v>5.73274794038953E-2</c:v>
                </c:pt>
                <c:pt idx="1199">
                  <c:v>5.0859900269405199E-2</c:v>
                </c:pt>
                <c:pt idx="1200">
                  <c:v>5.1648537320304798E-2</c:v>
                </c:pt>
                <c:pt idx="1201">
                  <c:v>5.1688641475557899E-2</c:v>
                </c:pt>
                <c:pt idx="1202">
                  <c:v>5.2701969151025499E-2</c:v>
                </c:pt>
                <c:pt idx="1203">
                  <c:v>0</c:v>
                </c:pt>
                <c:pt idx="1204">
                  <c:v>5.3049893988563301E-2</c:v>
                </c:pt>
                <c:pt idx="1205">
                  <c:v>5.2508902599044602E-2</c:v>
                </c:pt>
                <c:pt idx="1206">
                  <c:v>5.2045208123657698E-2</c:v>
                </c:pt>
                <c:pt idx="1207">
                  <c:v>0</c:v>
                </c:pt>
                <c:pt idx="1208">
                  <c:v>5.3157152325091099E-2</c:v>
                </c:pt>
                <c:pt idx="1209">
                  <c:v>5.03851732392228E-2</c:v>
                </c:pt>
                <c:pt idx="1210">
                  <c:v>5.08520492550514E-2</c:v>
                </c:pt>
                <c:pt idx="1211">
                  <c:v>5.3251907895652997E-2</c:v>
                </c:pt>
                <c:pt idx="1212">
                  <c:v>0</c:v>
                </c:pt>
                <c:pt idx="1213">
                  <c:v>5.14809130263005E-2</c:v>
                </c:pt>
                <c:pt idx="1214">
                  <c:v>5.0401800615340303E-2</c:v>
                </c:pt>
                <c:pt idx="1215">
                  <c:v>5.3263923089979098E-2</c:v>
                </c:pt>
                <c:pt idx="1216">
                  <c:v>5.4633993147349402E-2</c:v>
                </c:pt>
                <c:pt idx="1217">
                  <c:v>5.4887829118001198E-2</c:v>
                </c:pt>
                <c:pt idx="1218">
                  <c:v>5.63078560227483E-2</c:v>
                </c:pt>
                <c:pt idx="1219">
                  <c:v>5.0408619859456397E-2</c:v>
                </c:pt>
                <c:pt idx="1220">
                  <c:v>6.7834453802358294E-2</c:v>
                </c:pt>
                <c:pt idx="1221">
                  <c:v>5.2787591240591902E-2</c:v>
                </c:pt>
                <c:pt idx="1222">
                  <c:v>5.1462292884491001E-2</c:v>
                </c:pt>
                <c:pt idx="1223">
                  <c:v>5.0633193950928801E-2</c:v>
                </c:pt>
                <c:pt idx="1224">
                  <c:v>5.8608719292323398E-2</c:v>
                </c:pt>
                <c:pt idx="1225">
                  <c:v>5.3153821559710698E-2</c:v>
                </c:pt>
                <c:pt idx="1226">
                  <c:v>5.0694286922426703E-2</c:v>
                </c:pt>
                <c:pt idx="1227">
                  <c:v>5.1253578019430299E-2</c:v>
                </c:pt>
                <c:pt idx="1228">
                  <c:v>5.43805942988628E-2</c:v>
                </c:pt>
                <c:pt idx="1229">
                  <c:v>5.1714271087914099E-2</c:v>
                </c:pt>
                <c:pt idx="1230">
                  <c:v>5.7618094840475399E-2</c:v>
                </c:pt>
                <c:pt idx="1231">
                  <c:v>0</c:v>
                </c:pt>
                <c:pt idx="1232">
                  <c:v>0</c:v>
                </c:pt>
                <c:pt idx="1233">
                  <c:v>5.0681090243575401E-2</c:v>
                </c:pt>
                <c:pt idx="1234">
                  <c:v>5.2173015642567898E-2</c:v>
                </c:pt>
                <c:pt idx="1235">
                  <c:v>0</c:v>
                </c:pt>
                <c:pt idx="1236">
                  <c:v>5.0815821209845499E-2</c:v>
                </c:pt>
                <c:pt idx="1237">
                  <c:v>5.4813728743965999E-2</c:v>
                </c:pt>
                <c:pt idx="1238">
                  <c:v>5.8910862446842099E-2</c:v>
                </c:pt>
                <c:pt idx="1239">
                  <c:v>5.1612488178950498E-2</c:v>
                </c:pt>
                <c:pt idx="1240">
                  <c:v>5.9518775962224803E-2</c:v>
                </c:pt>
                <c:pt idx="1241">
                  <c:v>5.0816643977560298E-2</c:v>
                </c:pt>
                <c:pt idx="1242">
                  <c:v>5.1902175091240198E-2</c:v>
                </c:pt>
                <c:pt idx="1243">
                  <c:v>5.1134604472118303E-2</c:v>
                </c:pt>
                <c:pt idx="1244">
                  <c:v>5.0660766449785698E-2</c:v>
                </c:pt>
                <c:pt idx="1245">
                  <c:v>5.2466719155746799E-2</c:v>
                </c:pt>
                <c:pt idx="1246">
                  <c:v>5.2523640776589803E-2</c:v>
                </c:pt>
                <c:pt idx="1247">
                  <c:v>5.8875108129833098E-2</c:v>
                </c:pt>
                <c:pt idx="1248">
                  <c:v>5.09932874673861E-2</c:v>
                </c:pt>
                <c:pt idx="1249">
                  <c:v>5.4594981047325401E-2</c:v>
                </c:pt>
                <c:pt idx="1250">
                  <c:v>5.4110278460582903E-2</c:v>
                </c:pt>
                <c:pt idx="1251">
                  <c:v>5.0237248967670997E-2</c:v>
                </c:pt>
                <c:pt idx="1252">
                  <c:v>0</c:v>
                </c:pt>
                <c:pt idx="1253">
                  <c:v>5.1503923656882999E-2</c:v>
                </c:pt>
                <c:pt idx="1254">
                  <c:v>5.1317154779404198E-2</c:v>
                </c:pt>
                <c:pt idx="1255">
                  <c:v>5.4350909717427003E-2</c:v>
                </c:pt>
                <c:pt idx="1256">
                  <c:v>5.2085962342581102E-2</c:v>
                </c:pt>
                <c:pt idx="1257">
                  <c:v>0</c:v>
                </c:pt>
                <c:pt idx="1258">
                  <c:v>6.00034790111438E-2</c:v>
                </c:pt>
                <c:pt idx="1259">
                  <c:v>5.2489362395236903E-2</c:v>
                </c:pt>
                <c:pt idx="1260">
                  <c:v>5.0705613995081798E-2</c:v>
                </c:pt>
                <c:pt idx="1261">
                  <c:v>5.21244876310758E-2</c:v>
                </c:pt>
                <c:pt idx="1262">
                  <c:v>5.1018023268309898E-2</c:v>
                </c:pt>
                <c:pt idx="1263">
                  <c:v>5.2295245002970503E-2</c:v>
                </c:pt>
                <c:pt idx="1264">
                  <c:v>5.0878431578627002E-2</c:v>
                </c:pt>
                <c:pt idx="1265">
                  <c:v>5.0871751473781701E-2</c:v>
                </c:pt>
                <c:pt idx="1266">
                  <c:v>5.0454473094457601E-2</c:v>
                </c:pt>
                <c:pt idx="1267">
                  <c:v>5.1002456357954501E-2</c:v>
                </c:pt>
                <c:pt idx="1268">
                  <c:v>5.0498362523773599E-2</c:v>
                </c:pt>
                <c:pt idx="1269">
                  <c:v>6.4546811637924195E-2</c:v>
                </c:pt>
                <c:pt idx="1270">
                  <c:v>5.1184539127767603E-2</c:v>
                </c:pt>
                <c:pt idx="1271">
                  <c:v>5.0782764722553997E-2</c:v>
                </c:pt>
                <c:pt idx="1272">
                  <c:v>5.0819259752468801E-2</c:v>
                </c:pt>
                <c:pt idx="1273">
                  <c:v>5.0642907056978201E-2</c:v>
                </c:pt>
                <c:pt idx="1274">
                  <c:v>5.2321992624453799E-2</c:v>
                </c:pt>
                <c:pt idx="1275">
                  <c:v>0</c:v>
                </c:pt>
                <c:pt idx="1276">
                  <c:v>5.0241380456925902E-2</c:v>
                </c:pt>
                <c:pt idx="1277">
                  <c:v>0</c:v>
                </c:pt>
                <c:pt idx="1278">
                  <c:v>5.23299400108325E-2</c:v>
                </c:pt>
                <c:pt idx="1279">
                  <c:v>5.0748314401454601E-2</c:v>
                </c:pt>
                <c:pt idx="1280">
                  <c:v>6.15749018533569E-2</c:v>
                </c:pt>
                <c:pt idx="1281">
                  <c:v>5.2264447959697598E-2</c:v>
                </c:pt>
                <c:pt idx="1282">
                  <c:v>5.2410138167499003E-2</c:v>
                </c:pt>
                <c:pt idx="1283">
                  <c:v>4.9958266585492198E-2</c:v>
                </c:pt>
                <c:pt idx="1284">
                  <c:v>5.02850753918802E-2</c:v>
                </c:pt>
                <c:pt idx="1285">
                  <c:v>0</c:v>
                </c:pt>
                <c:pt idx="1286">
                  <c:v>5.0822278803767502E-2</c:v>
                </c:pt>
                <c:pt idx="1287">
                  <c:v>0</c:v>
                </c:pt>
                <c:pt idx="1288">
                  <c:v>5.0592488385596601E-2</c:v>
                </c:pt>
                <c:pt idx="1289">
                  <c:v>5.4596780668596703E-2</c:v>
                </c:pt>
                <c:pt idx="1290">
                  <c:v>5.0622336721213503E-2</c:v>
                </c:pt>
                <c:pt idx="1291">
                  <c:v>5.40288276867706E-2</c:v>
                </c:pt>
                <c:pt idx="1292">
                  <c:v>0</c:v>
                </c:pt>
                <c:pt idx="1293">
                  <c:v>0</c:v>
                </c:pt>
                <c:pt idx="1294">
                  <c:v>5.1523285420924402E-2</c:v>
                </c:pt>
                <c:pt idx="1295">
                  <c:v>5.8953395165790699E-2</c:v>
                </c:pt>
                <c:pt idx="1296">
                  <c:v>5.9838423915814197E-2</c:v>
                </c:pt>
                <c:pt idx="1297">
                  <c:v>5.3753226290313899E-2</c:v>
                </c:pt>
                <c:pt idx="1298">
                  <c:v>5.4612402811132998E-2</c:v>
                </c:pt>
                <c:pt idx="1299">
                  <c:v>0</c:v>
                </c:pt>
                <c:pt idx="1300">
                  <c:v>5.90592470992072E-2</c:v>
                </c:pt>
                <c:pt idx="1301">
                  <c:v>5.2185182242711702E-2</c:v>
                </c:pt>
                <c:pt idx="1302">
                  <c:v>5.2917052865927898E-2</c:v>
                </c:pt>
                <c:pt idx="1303">
                  <c:v>5.5753259768585202E-2</c:v>
                </c:pt>
                <c:pt idx="1304">
                  <c:v>5.1103526856591502E-2</c:v>
                </c:pt>
                <c:pt idx="1305">
                  <c:v>5.0626676092142497E-2</c:v>
                </c:pt>
                <c:pt idx="1306">
                  <c:v>5.2567667962511701E-2</c:v>
                </c:pt>
                <c:pt idx="1307">
                  <c:v>5.0212517816564599E-2</c:v>
                </c:pt>
                <c:pt idx="1308">
                  <c:v>5.0738655280206199E-2</c:v>
                </c:pt>
                <c:pt idx="1309">
                  <c:v>5.5208612560200002E-2</c:v>
                </c:pt>
                <c:pt idx="1310">
                  <c:v>5.18774635810468E-2</c:v>
                </c:pt>
                <c:pt idx="1311">
                  <c:v>0</c:v>
                </c:pt>
                <c:pt idx="1312">
                  <c:v>5.0368412328052101E-2</c:v>
                </c:pt>
                <c:pt idx="1313">
                  <c:v>5.5396137295473401E-2</c:v>
                </c:pt>
                <c:pt idx="1314">
                  <c:v>5.9926308130955702E-2</c:v>
                </c:pt>
                <c:pt idx="1315">
                  <c:v>5.47540519164662E-2</c:v>
                </c:pt>
                <c:pt idx="1316">
                  <c:v>4.9940985832873201E-2</c:v>
                </c:pt>
                <c:pt idx="1317">
                  <c:v>5.1655129362392298E-2</c:v>
                </c:pt>
                <c:pt idx="1318">
                  <c:v>5.0608982490771802E-2</c:v>
                </c:pt>
                <c:pt idx="1319">
                  <c:v>5.0678919585837402E-2</c:v>
                </c:pt>
                <c:pt idx="1320">
                  <c:v>5.2705253714529998E-2</c:v>
                </c:pt>
                <c:pt idx="1321">
                  <c:v>5.0436365996286502E-2</c:v>
                </c:pt>
                <c:pt idx="1322">
                  <c:v>5.0051192862952301E-2</c:v>
                </c:pt>
                <c:pt idx="1323">
                  <c:v>5.0567614930157198E-2</c:v>
                </c:pt>
                <c:pt idx="1324">
                  <c:v>5.8542899496714901E-2</c:v>
                </c:pt>
                <c:pt idx="1325">
                  <c:v>5.5482936272565203E-2</c:v>
                </c:pt>
                <c:pt idx="1326">
                  <c:v>5.1193335427810599E-2</c:v>
                </c:pt>
                <c:pt idx="1327">
                  <c:v>5.7909721091345498E-2</c:v>
                </c:pt>
                <c:pt idx="1328">
                  <c:v>5.0846892090736097E-2</c:v>
                </c:pt>
                <c:pt idx="1329">
                  <c:v>5.9382088266165901E-2</c:v>
                </c:pt>
                <c:pt idx="1330">
                  <c:v>5.0274769524557103E-2</c:v>
                </c:pt>
                <c:pt idx="1331">
                  <c:v>5.2128027675794199E-2</c:v>
                </c:pt>
                <c:pt idx="1332">
                  <c:v>0</c:v>
                </c:pt>
                <c:pt idx="1333">
                  <c:v>5.0644367915057602E-2</c:v>
                </c:pt>
                <c:pt idx="1334">
                  <c:v>5.18504804495716E-2</c:v>
                </c:pt>
                <c:pt idx="1335">
                  <c:v>5.9132840626603803E-2</c:v>
                </c:pt>
                <c:pt idx="1336">
                  <c:v>0</c:v>
                </c:pt>
                <c:pt idx="1337">
                  <c:v>5.4109820774033798E-2</c:v>
                </c:pt>
                <c:pt idx="1338">
                  <c:v>5.0350583869601201E-2</c:v>
                </c:pt>
                <c:pt idx="1339">
                  <c:v>5.2703290347367399E-2</c:v>
                </c:pt>
                <c:pt idx="1340">
                  <c:v>5.2253054783282397E-2</c:v>
                </c:pt>
                <c:pt idx="1341">
                  <c:v>5.2243100368756401E-2</c:v>
                </c:pt>
                <c:pt idx="1342">
                  <c:v>5.1679320187691703E-2</c:v>
                </c:pt>
                <c:pt idx="1343">
                  <c:v>6.4508746761637398E-2</c:v>
                </c:pt>
                <c:pt idx="1344">
                  <c:v>5.0589975766658302E-2</c:v>
                </c:pt>
                <c:pt idx="1345">
                  <c:v>5.0588048141396003E-2</c:v>
                </c:pt>
                <c:pt idx="1346">
                  <c:v>5.0172682732595397E-2</c:v>
                </c:pt>
                <c:pt idx="1347">
                  <c:v>5.10207711340031E-2</c:v>
                </c:pt>
                <c:pt idx="1348">
                  <c:v>5.1517969419675597E-2</c:v>
                </c:pt>
                <c:pt idx="1349">
                  <c:v>6.9823427358776294E-2</c:v>
                </c:pt>
                <c:pt idx="1350">
                  <c:v>0</c:v>
                </c:pt>
                <c:pt idx="1351">
                  <c:v>5.2156030607906502E-2</c:v>
                </c:pt>
                <c:pt idx="1352">
                  <c:v>5.0051906432607901E-2</c:v>
                </c:pt>
                <c:pt idx="1353">
                  <c:v>5.7424457541260097E-2</c:v>
                </c:pt>
                <c:pt idx="1354">
                  <c:v>5.2155283597794297E-2</c:v>
                </c:pt>
                <c:pt idx="1355">
                  <c:v>5.4623421308962597E-2</c:v>
                </c:pt>
                <c:pt idx="1356">
                  <c:v>5.1258300910239099E-2</c:v>
                </c:pt>
                <c:pt idx="1357">
                  <c:v>5.0236629263539001E-2</c:v>
                </c:pt>
                <c:pt idx="1358">
                  <c:v>5.3677694659341503E-2</c:v>
                </c:pt>
                <c:pt idx="1359">
                  <c:v>5.5126882497098698E-2</c:v>
                </c:pt>
                <c:pt idx="1360">
                  <c:v>5.0740139256285101E-2</c:v>
                </c:pt>
                <c:pt idx="1361">
                  <c:v>5.0028655362930302E-2</c:v>
                </c:pt>
                <c:pt idx="1362">
                  <c:v>5.0753360417026702E-2</c:v>
                </c:pt>
                <c:pt idx="1363">
                  <c:v>5.0805441186244998E-2</c:v>
                </c:pt>
                <c:pt idx="1364">
                  <c:v>5.2230289952334502E-2</c:v>
                </c:pt>
                <c:pt idx="1365">
                  <c:v>6.6075797256083202E-2</c:v>
                </c:pt>
                <c:pt idx="1366">
                  <c:v>5.9980920958712901E-2</c:v>
                </c:pt>
                <c:pt idx="1367">
                  <c:v>5.1049081499916001E-2</c:v>
                </c:pt>
                <c:pt idx="1368">
                  <c:v>4.9951851895658303E-2</c:v>
                </c:pt>
                <c:pt idx="1369">
                  <c:v>5.4429701530203697E-2</c:v>
                </c:pt>
                <c:pt idx="1370">
                  <c:v>5.4537367745319303E-2</c:v>
                </c:pt>
                <c:pt idx="1371">
                  <c:v>5.2604084520955198E-2</c:v>
                </c:pt>
                <c:pt idx="1372">
                  <c:v>5.2392283961450098E-2</c:v>
                </c:pt>
                <c:pt idx="1373">
                  <c:v>5.0096544369366801E-2</c:v>
                </c:pt>
                <c:pt idx="1374">
                  <c:v>5.1031857123615597E-2</c:v>
                </c:pt>
                <c:pt idx="1375">
                  <c:v>5.4511483569319001E-2</c:v>
                </c:pt>
                <c:pt idx="1376">
                  <c:v>5.4092655873858801E-2</c:v>
                </c:pt>
                <c:pt idx="1377">
                  <c:v>5.0155412407333302E-2</c:v>
                </c:pt>
                <c:pt idx="1378">
                  <c:v>5.3643341701561299E-2</c:v>
                </c:pt>
                <c:pt idx="1379">
                  <c:v>4.9927925637989999E-2</c:v>
                </c:pt>
                <c:pt idx="1380">
                  <c:v>5.17583296604835E-2</c:v>
                </c:pt>
                <c:pt idx="1381">
                  <c:v>5.1261964616236798E-2</c:v>
                </c:pt>
                <c:pt idx="1382">
                  <c:v>5.0482605857213397E-2</c:v>
                </c:pt>
                <c:pt idx="1383">
                  <c:v>5.2062402830321299E-2</c:v>
                </c:pt>
                <c:pt idx="1384">
                  <c:v>5.15112809650057E-2</c:v>
                </c:pt>
                <c:pt idx="1385">
                  <c:v>5.6039893067233601E-2</c:v>
                </c:pt>
                <c:pt idx="1386">
                  <c:v>5.0028589135528899E-2</c:v>
                </c:pt>
                <c:pt idx="1387">
                  <c:v>5.2260160691424501E-2</c:v>
                </c:pt>
                <c:pt idx="1388">
                  <c:v>6.0464616955622399E-2</c:v>
                </c:pt>
                <c:pt idx="1389">
                  <c:v>5.07581496960356E-2</c:v>
                </c:pt>
                <c:pt idx="1390">
                  <c:v>5.7558483577949203E-2</c:v>
                </c:pt>
                <c:pt idx="1391">
                  <c:v>5.3397125583418602E-2</c:v>
                </c:pt>
                <c:pt idx="1392">
                  <c:v>5.1914335033096601E-2</c:v>
                </c:pt>
                <c:pt idx="1393">
                  <c:v>5.14904262249649E-2</c:v>
                </c:pt>
                <c:pt idx="1394">
                  <c:v>5.66687534519398E-2</c:v>
                </c:pt>
                <c:pt idx="1395">
                  <c:v>5.0452976458847498E-2</c:v>
                </c:pt>
                <c:pt idx="1396">
                  <c:v>0</c:v>
                </c:pt>
                <c:pt idx="1397">
                  <c:v>0</c:v>
                </c:pt>
                <c:pt idx="1398">
                  <c:v>5.2048712785364798E-2</c:v>
                </c:pt>
                <c:pt idx="1399">
                  <c:v>5.0621377135141803E-2</c:v>
                </c:pt>
                <c:pt idx="1400">
                  <c:v>5.1627191149222498E-2</c:v>
                </c:pt>
                <c:pt idx="1401">
                  <c:v>5.0795037674129899E-2</c:v>
                </c:pt>
                <c:pt idx="1402">
                  <c:v>5.1569978107512703E-2</c:v>
                </c:pt>
                <c:pt idx="1403">
                  <c:v>5.0696805302632597E-2</c:v>
                </c:pt>
                <c:pt idx="1404">
                  <c:v>5.2277828558204099E-2</c:v>
                </c:pt>
                <c:pt idx="1405">
                  <c:v>6.1700188039321001E-2</c:v>
                </c:pt>
                <c:pt idx="1406">
                  <c:v>5.09059107918663E-2</c:v>
                </c:pt>
                <c:pt idx="1407">
                  <c:v>5.1569966250625397E-2</c:v>
                </c:pt>
                <c:pt idx="1408">
                  <c:v>5.90583674888365E-2</c:v>
                </c:pt>
                <c:pt idx="1409">
                  <c:v>5.2284736874584598E-2</c:v>
                </c:pt>
                <c:pt idx="1410">
                  <c:v>4.9985070575498003E-2</c:v>
                </c:pt>
                <c:pt idx="1411">
                  <c:v>5.8676330669039198E-2</c:v>
                </c:pt>
                <c:pt idx="1412">
                  <c:v>5.2921422427530701E-2</c:v>
                </c:pt>
                <c:pt idx="1413">
                  <c:v>0</c:v>
                </c:pt>
                <c:pt idx="1414">
                  <c:v>5.0763002323403097E-2</c:v>
                </c:pt>
                <c:pt idx="1415">
                  <c:v>0</c:v>
                </c:pt>
                <c:pt idx="1416">
                  <c:v>5.1797010367179999E-2</c:v>
                </c:pt>
                <c:pt idx="1417">
                  <c:v>5.4747902390839202E-2</c:v>
                </c:pt>
                <c:pt idx="1418">
                  <c:v>5.0536467753197402E-2</c:v>
                </c:pt>
                <c:pt idx="1419">
                  <c:v>5.0588682049888402E-2</c:v>
                </c:pt>
                <c:pt idx="1420">
                  <c:v>5.4866957667429397E-2</c:v>
                </c:pt>
                <c:pt idx="1421">
                  <c:v>5.4665680597281302E-2</c:v>
                </c:pt>
                <c:pt idx="1422">
                  <c:v>5.0281368119529699E-2</c:v>
                </c:pt>
                <c:pt idx="1423">
                  <c:v>5.2984271148504902E-2</c:v>
                </c:pt>
                <c:pt idx="1424">
                  <c:v>5.0015648990410798E-2</c:v>
                </c:pt>
                <c:pt idx="1425">
                  <c:v>5.9136153875787301E-2</c:v>
                </c:pt>
                <c:pt idx="1426">
                  <c:v>6.0170269320872098E-2</c:v>
                </c:pt>
                <c:pt idx="1427">
                  <c:v>6.2411115529750198E-2</c:v>
                </c:pt>
                <c:pt idx="1428">
                  <c:v>0</c:v>
                </c:pt>
                <c:pt idx="1429">
                  <c:v>5.3015077671838898E-2</c:v>
                </c:pt>
                <c:pt idx="1430">
                  <c:v>5.2139576624285797E-2</c:v>
                </c:pt>
                <c:pt idx="1431">
                  <c:v>5.3743705152114699E-2</c:v>
                </c:pt>
                <c:pt idx="1432">
                  <c:v>5.1168194128613502E-2</c:v>
                </c:pt>
                <c:pt idx="1433">
                  <c:v>5.0239763584877903E-2</c:v>
                </c:pt>
                <c:pt idx="1434">
                  <c:v>5.5604089020443802E-2</c:v>
                </c:pt>
                <c:pt idx="1435">
                  <c:v>5.01293361506156E-2</c:v>
                </c:pt>
                <c:pt idx="1436">
                  <c:v>5.3485755913398297E-2</c:v>
                </c:pt>
                <c:pt idx="1437">
                  <c:v>5.0286121347602401E-2</c:v>
                </c:pt>
                <c:pt idx="1438">
                  <c:v>5.0775845089500803E-2</c:v>
                </c:pt>
                <c:pt idx="1439">
                  <c:v>5.1818170533620901E-2</c:v>
                </c:pt>
                <c:pt idx="1440">
                  <c:v>5.5359538322105703E-2</c:v>
                </c:pt>
                <c:pt idx="1441">
                  <c:v>5.6505716076883102E-2</c:v>
                </c:pt>
                <c:pt idx="1442">
                  <c:v>5.4933644151075399E-2</c:v>
                </c:pt>
                <c:pt idx="1443">
                  <c:v>6.2312273039599901E-2</c:v>
                </c:pt>
                <c:pt idx="1444">
                  <c:v>4.9929227326240097E-2</c:v>
                </c:pt>
                <c:pt idx="1445">
                  <c:v>5.0767155264405298E-2</c:v>
                </c:pt>
                <c:pt idx="1446">
                  <c:v>6.1192506265860203E-2</c:v>
                </c:pt>
                <c:pt idx="1447">
                  <c:v>5.3328615102210299E-2</c:v>
                </c:pt>
                <c:pt idx="1448">
                  <c:v>6.5795969097659501E-2</c:v>
                </c:pt>
                <c:pt idx="1449">
                  <c:v>6.3271270892078402E-2</c:v>
                </c:pt>
                <c:pt idx="1450">
                  <c:v>5.1610102509725302E-2</c:v>
                </c:pt>
                <c:pt idx="1451">
                  <c:v>5.6575566228524499E-2</c:v>
                </c:pt>
                <c:pt idx="1452">
                  <c:v>5.1808016705503203E-2</c:v>
                </c:pt>
                <c:pt idx="1453">
                  <c:v>0</c:v>
                </c:pt>
                <c:pt idx="1454">
                  <c:v>5.0237902520655603E-2</c:v>
                </c:pt>
                <c:pt idx="1455">
                  <c:v>5.2358147039928499E-2</c:v>
                </c:pt>
                <c:pt idx="1456">
                  <c:v>5.01398053312005E-2</c:v>
                </c:pt>
                <c:pt idx="1457">
                  <c:v>5.45187959372277E-2</c:v>
                </c:pt>
                <c:pt idx="1458">
                  <c:v>5.1027005001409401E-2</c:v>
                </c:pt>
                <c:pt idx="1459">
                  <c:v>5.0814431973070999E-2</c:v>
                </c:pt>
                <c:pt idx="1460">
                  <c:v>5.1300013232559102E-2</c:v>
                </c:pt>
                <c:pt idx="1461">
                  <c:v>5.02294750958176E-2</c:v>
                </c:pt>
                <c:pt idx="1462">
                  <c:v>5.6846376521336901E-2</c:v>
                </c:pt>
                <c:pt idx="1463">
                  <c:v>5.0253857341415901E-2</c:v>
                </c:pt>
                <c:pt idx="1464">
                  <c:v>6.1178093286752701E-2</c:v>
                </c:pt>
                <c:pt idx="1465">
                  <c:v>5.4173664766429402E-2</c:v>
                </c:pt>
                <c:pt idx="1466">
                  <c:v>0</c:v>
                </c:pt>
                <c:pt idx="1467">
                  <c:v>4.9881985510782101E-2</c:v>
                </c:pt>
                <c:pt idx="1468">
                  <c:v>5.5385907757635897E-2</c:v>
                </c:pt>
                <c:pt idx="1469">
                  <c:v>6.1212388085932101E-2</c:v>
                </c:pt>
                <c:pt idx="1470">
                  <c:v>5.0386633235429003E-2</c:v>
                </c:pt>
                <c:pt idx="1471">
                  <c:v>5.0848941731051103E-2</c:v>
                </c:pt>
                <c:pt idx="1472">
                  <c:v>6.0570336627795603E-2</c:v>
                </c:pt>
                <c:pt idx="1473">
                  <c:v>5.3162603936707402E-2</c:v>
                </c:pt>
                <c:pt idx="1474">
                  <c:v>5.0708749108762698E-2</c:v>
                </c:pt>
                <c:pt idx="1475">
                  <c:v>5.2718727638324303E-2</c:v>
                </c:pt>
                <c:pt idx="1476">
                  <c:v>5.6938448751479603E-2</c:v>
                </c:pt>
                <c:pt idx="1477">
                  <c:v>5.0709257213261E-2</c:v>
                </c:pt>
                <c:pt idx="1478">
                  <c:v>5.0011783823457001E-2</c:v>
                </c:pt>
                <c:pt idx="1479">
                  <c:v>5.1160586221525597E-2</c:v>
                </c:pt>
                <c:pt idx="1480">
                  <c:v>5.19322039508072E-2</c:v>
                </c:pt>
                <c:pt idx="1481">
                  <c:v>5.1203345408287797E-2</c:v>
                </c:pt>
                <c:pt idx="1482">
                  <c:v>5.4262631807742302E-2</c:v>
                </c:pt>
                <c:pt idx="1483">
                  <c:v>5.2025713358461401E-2</c:v>
                </c:pt>
                <c:pt idx="1484">
                  <c:v>5.42304983854415E-2</c:v>
                </c:pt>
                <c:pt idx="1485">
                  <c:v>5.0391123582647503E-2</c:v>
                </c:pt>
                <c:pt idx="1486">
                  <c:v>5.1107652996151602E-2</c:v>
                </c:pt>
                <c:pt idx="1487">
                  <c:v>5.8234077243712802E-2</c:v>
                </c:pt>
                <c:pt idx="1488">
                  <c:v>5.8214869853181202E-2</c:v>
                </c:pt>
                <c:pt idx="1489">
                  <c:v>5.29986195141103E-2</c:v>
                </c:pt>
                <c:pt idx="1490">
                  <c:v>0</c:v>
                </c:pt>
                <c:pt idx="1491">
                  <c:v>5.1501597444738798E-2</c:v>
                </c:pt>
                <c:pt idx="1492">
                  <c:v>5.17867172740629E-2</c:v>
                </c:pt>
                <c:pt idx="1493">
                  <c:v>5.0341193666290501E-2</c:v>
                </c:pt>
                <c:pt idx="1494">
                  <c:v>5.9731378767849903E-2</c:v>
                </c:pt>
                <c:pt idx="1495">
                  <c:v>5.0548131095975397E-2</c:v>
                </c:pt>
                <c:pt idx="1496">
                  <c:v>6.0589164071153702E-2</c:v>
                </c:pt>
                <c:pt idx="1497">
                  <c:v>5.0101335377984599E-2</c:v>
                </c:pt>
                <c:pt idx="1498">
                  <c:v>5.3777313967995698E-2</c:v>
                </c:pt>
                <c:pt idx="1499">
                  <c:v>5.2969168318197597E-2</c:v>
                </c:pt>
                <c:pt idx="1500">
                  <c:v>5.2939993709523098E-2</c:v>
                </c:pt>
                <c:pt idx="1501">
                  <c:v>5.0034040495122001E-2</c:v>
                </c:pt>
                <c:pt idx="1502">
                  <c:v>5.1686628650080502E-2</c:v>
                </c:pt>
                <c:pt idx="1503">
                  <c:v>6.0388184627603501E-2</c:v>
                </c:pt>
                <c:pt idx="1504">
                  <c:v>0</c:v>
                </c:pt>
                <c:pt idx="1505">
                  <c:v>0</c:v>
                </c:pt>
                <c:pt idx="1506">
                  <c:v>5.1001345080805498E-2</c:v>
                </c:pt>
                <c:pt idx="1507">
                  <c:v>5.0728713875146797E-2</c:v>
                </c:pt>
                <c:pt idx="1508">
                  <c:v>5.70753794166751E-2</c:v>
                </c:pt>
                <c:pt idx="1509">
                  <c:v>5.0685708645719703E-2</c:v>
                </c:pt>
                <c:pt idx="1510">
                  <c:v>5.4095389977162497E-2</c:v>
                </c:pt>
                <c:pt idx="1511">
                  <c:v>5.4316811390320199E-2</c:v>
                </c:pt>
                <c:pt idx="1512">
                  <c:v>0</c:v>
                </c:pt>
                <c:pt idx="1513">
                  <c:v>5.3595650633116103E-2</c:v>
                </c:pt>
                <c:pt idx="1514">
                  <c:v>5.1816016097062802E-2</c:v>
                </c:pt>
                <c:pt idx="1515">
                  <c:v>5.2136304865398601E-2</c:v>
                </c:pt>
                <c:pt idx="1516">
                  <c:v>6.1486043873541299E-2</c:v>
                </c:pt>
                <c:pt idx="1517">
                  <c:v>5.3347213867061399E-2</c:v>
                </c:pt>
                <c:pt idx="1518">
                  <c:v>5.5448405806379698E-2</c:v>
                </c:pt>
                <c:pt idx="1519">
                  <c:v>5.0674643665337499E-2</c:v>
                </c:pt>
                <c:pt idx="1520">
                  <c:v>0</c:v>
                </c:pt>
                <c:pt idx="1521">
                  <c:v>5.10607243549814E-2</c:v>
                </c:pt>
                <c:pt idx="1522">
                  <c:v>5.1149783955452402E-2</c:v>
                </c:pt>
                <c:pt idx="1523">
                  <c:v>5.2505032720334202E-2</c:v>
                </c:pt>
                <c:pt idx="1524">
                  <c:v>5.1170250099796297E-2</c:v>
                </c:pt>
                <c:pt idx="1525">
                  <c:v>5.4283464916235799E-2</c:v>
                </c:pt>
                <c:pt idx="1526">
                  <c:v>5.0093429265082499E-2</c:v>
                </c:pt>
                <c:pt idx="1527">
                  <c:v>5.27841707395382E-2</c:v>
                </c:pt>
                <c:pt idx="1528">
                  <c:v>5.3343313558075603E-2</c:v>
                </c:pt>
                <c:pt idx="1529">
                  <c:v>5.2109251917714601E-2</c:v>
                </c:pt>
                <c:pt idx="1530">
                  <c:v>5.3369351885435602E-2</c:v>
                </c:pt>
                <c:pt idx="1531">
                  <c:v>5.1445911720359998E-2</c:v>
                </c:pt>
                <c:pt idx="1532">
                  <c:v>5.2156220212324897E-2</c:v>
                </c:pt>
                <c:pt idx="1533">
                  <c:v>5.6022218214554803E-2</c:v>
                </c:pt>
                <c:pt idx="1534">
                  <c:v>5.7936012419527803E-2</c:v>
                </c:pt>
                <c:pt idx="1535">
                  <c:v>5.91255688626404E-2</c:v>
                </c:pt>
                <c:pt idx="1536">
                  <c:v>5.5089815411278401E-2</c:v>
                </c:pt>
                <c:pt idx="1537">
                  <c:v>5.9503021016685802E-2</c:v>
                </c:pt>
                <c:pt idx="1538">
                  <c:v>0</c:v>
                </c:pt>
                <c:pt idx="1539">
                  <c:v>0</c:v>
                </c:pt>
                <c:pt idx="1540">
                  <c:v>5.3348970934952597E-2</c:v>
                </c:pt>
                <c:pt idx="1541">
                  <c:v>5.3098093862419697E-2</c:v>
                </c:pt>
                <c:pt idx="1542">
                  <c:v>5.0356110588510403E-2</c:v>
                </c:pt>
                <c:pt idx="1543">
                  <c:v>5.04442188195042E-2</c:v>
                </c:pt>
                <c:pt idx="1544">
                  <c:v>5.4235442071604197E-2</c:v>
                </c:pt>
                <c:pt idx="1545">
                  <c:v>5.2190241907818097E-2</c:v>
                </c:pt>
                <c:pt idx="1546">
                  <c:v>5.1129038027286397E-2</c:v>
                </c:pt>
                <c:pt idx="1547">
                  <c:v>5.3191734162804503E-2</c:v>
                </c:pt>
                <c:pt idx="1548">
                  <c:v>5.0220541260245603E-2</c:v>
                </c:pt>
                <c:pt idx="1549">
                  <c:v>5.1488314226568001E-2</c:v>
                </c:pt>
                <c:pt idx="1550">
                  <c:v>5.0374622268264301E-2</c:v>
                </c:pt>
                <c:pt idx="1551">
                  <c:v>5.4118251583278897E-2</c:v>
                </c:pt>
                <c:pt idx="1552">
                  <c:v>0</c:v>
                </c:pt>
                <c:pt idx="1553">
                  <c:v>0</c:v>
                </c:pt>
                <c:pt idx="1554">
                  <c:v>6.4860776491297803E-2</c:v>
                </c:pt>
                <c:pt idx="1555">
                  <c:v>5.8877626567682403E-2</c:v>
                </c:pt>
                <c:pt idx="1556">
                  <c:v>5.3167071869886E-2</c:v>
                </c:pt>
                <c:pt idx="1557">
                  <c:v>0</c:v>
                </c:pt>
                <c:pt idx="1558">
                  <c:v>5.0751820193636998E-2</c:v>
                </c:pt>
                <c:pt idx="1559">
                  <c:v>5.8792131811587302E-2</c:v>
                </c:pt>
                <c:pt idx="1560">
                  <c:v>6.0089400381300798E-2</c:v>
                </c:pt>
                <c:pt idx="1561">
                  <c:v>5.3421616355413898E-2</c:v>
                </c:pt>
                <c:pt idx="1562">
                  <c:v>5.29485830711613E-2</c:v>
                </c:pt>
                <c:pt idx="1563">
                  <c:v>5.1409823235238197E-2</c:v>
                </c:pt>
                <c:pt idx="1564">
                  <c:v>5.10365456801797E-2</c:v>
                </c:pt>
                <c:pt idx="1565">
                  <c:v>5.0613369855506601E-2</c:v>
                </c:pt>
                <c:pt idx="1566">
                  <c:v>5.6125345282206501E-2</c:v>
                </c:pt>
                <c:pt idx="1567">
                  <c:v>5.2488027100809201E-2</c:v>
                </c:pt>
                <c:pt idx="1568">
                  <c:v>5.6886278311971399E-2</c:v>
                </c:pt>
                <c:pt idx="1569">
                  <c:v>5.2844588669846301E-2</c:v>
                </c:pt>
                <c:pt idx="1570">
                  <c:v>5.3297603433811701E-2</c:v>
                </c:pt>
                <c:pt idx="1571">
                  <c:v>5.0256479965838402E-2</c:v>
                </c:pt>
                <c:pt idx="1572">
                  <c:v>4.9979686267399098E-2</c:v>
                </c:pt>
                <c:pt idx="1573">
                  <c:v>5.1278431284178902E-2</c:v>
                </c:pt>
                <c:pt idx="1574">
                  <c:v>5.0345898850330403E-2</c:v>
                </c:pt>
                <c:pt idx="1575">
                  <c:v>0</c:v>
                </c:pt>
                <c:pt idx="1576">
                  <c:v>5.0487915831745202E-2</c:v>
                </c:pt>
                <c:pt idx="1577">
                  <c:v>5.0125846579432899E-2</c:v>
                </c:pt>
                <c:pt idx="1578">
                  <c:v>5.1877881787971203E-2</c:v>
                </c:pt>
                <c:pt idx="1579">
                  <c:v>6.3856776570213797E-2</c:v>
                </c:pt>
                <c:pt idx="1580">
                  <c:v>5.2455452381251197E-2</c:v>
                </c:pt>
                <c:pt idx="1581">
                  <c:v>5.0892930075770303E-2</c:v>
                </c:pt>
                <c:pt idx="1582">
                  <c:v>0</c:v>
                </c:pt>
                <c:pt idx="1583">
                  <c:v>5.0704646680820697E-2</c:v>
                </c:pt>
                <c:pt idx="1584">
                  <c:v>5.0124128977584802E-2</c:v>
                </c:pt>
                <c:pt idx="1585">
                  <c:v>5.1437085873464197E-2</c:v>
                </c:pt>
                <c:pt idx="1586">
                  <c:v>7.2246239667574402E-2</c:v>
                </c:pt>
                <c:pt idx="1587">
                  <c:v>5.4357806311590803E-2</c:v>
                </c:pt>
                <c:pt idx="1588">
                  <c:v>5.0726681416243702E-2</c:v>
                </c:pt>
                <c:pt idx="1589">
                  <c:v>6.4538632840264398E-2</c:v>
                </c:pt>
                <c:pt idx="1590">
                  <c:v>5.2456852659683501E-2</c:v>
                </c:pt>
                <c:pt idx="1591">
                  <c:v>5.3767265097029997E-2</c:v>
                </c:pt>
                <c:pt idx="1592">
                  <c:v>5.3252296492373397E-2</c:v>
                </c:pt>
                <c:pt idx="1593">
                  <c:v>5.5643562062125597E-2</c:v>
                </c:pt>
                <c:pt idx="1594">
                  <c:v>5.4444025149808603E-2</c:v>
                </c:pt>
                <c:pt idx="1595">
                  <c:v>5.4434160658218302E-2</c:v>
                </c:pt>
                <c:pt idx="1596">
                  <c:v>5.1232494015682702E-2</c:v>
                </c:pt>
                <c:pt idx="1597">
                  <c:v>5.3888747173551098E-2</c:v>
                </c:pt>
                <c:pt idx="1598">
                  <c:v>6.1980079723673302E-2</c:v>
                </c:pt>
                <c:pt idx="1599">
                  <c:v>5.02500586024128E-2</c:v>
                </c:pt>
                <c:pt idx="1600">
                  <c:v>5.0342986691912499E-2</c:v>
                </c:pt>
                <c:pt idx="1601">
                  <c:v>5.0868115446595703E-2</c:v>
                </c:pt>
                <c:pt idx="1602">
                  <c:v>5.3065905422353003E-2</c:v>
                </c:pt>
                <c:pt idx="1603">
                  <c:v>5.2423823637701199E-2</c:v>
                </c:pt>
                <c:pt idx="1604">
                  <c:v>5.0202357258914698E-2</c:v>
                </c:pt>
                <c:pt idx="1605">
                  <c:v>5.02104966117769E-2</c:v>
                </c:pt>
                <c:pt idx="1606">
                  <c:v>5.1223149276314599E-2</c:v>
                </c:pt>
                <c:pt idx="1607">
                  <c:v>5.0327202200418197E-2</c:v>
                </c:pt>
                <c:pt idx="1608">
                  <c:v>5.1572130184716201E-2</c:v>
                </c:pt>
                <c:pt idx="1609">
                  <c:v>5.0980328950616501E-2</c:v>
                </c:pt>
                <c:pt idx="1610">
                  <c:v>5.0682220232824898E-2</c:v>
                </c:pt>
                <c:pt idx="1611">
                  <c:v>6.13313052247779E-2</c:v>
                </c:pt>
                <c:pt idx="1612">
                  <c:v>5.18654297882188E-2</c:v>
                </c:pt>
                <c:pt idx="1613">
                  <c:v>5.0454077878780902E-2</c:v>
                </c:pt>
                <c:pt idx="1614">
                  <c:v>5.2061882404126701E-2</c:v>
                </c:pt>
                <c:pt idx="1615">
                  <c:v>5.3904497543216801E-2</c:v>
                </c:pt>
                <c:pt idx="1616">
                  <c:v>5.3184305960271898E-2</c:v>
                </c:pt>
                <c:pt idx="1617">
                  <c:v>5.0539827734321197E-2</c:v>
                </c:pt>
                <c:pt idx="1618">
                  <c:v>5.0396735594547597E-2</c:v>
                </c:pt>
                <c:pt idx="1619">
                  <c:v>5.0583312711140999E-2</c:v>
                </c:pt>
                <c:pt idx="1620">
                  <c:v>5.6717393098165397E-2</c:v>
                </c:pt>
                <c:pt idx="1621">
                  <c:v>5.0142786765106001E-2</c:v>
                </c:pt>
                <c:pt idx="1622">
                  <c:v>5.0278349319941198E-2</c:v>
                </c:pt>
                <c:pt idx="1623">
                  <c:v>5.1912453432370498E-2</c:v>
                </c:pt>
                <c:pt idx="1624">
                  <c:v>6.7963386192733996E-2</c:v>
                </c:pt>
                <c:pt idx="1625">
                  <c:v>5.7113992799367699E-2</c:v>
                </c:pt>
                <c:pt idx="1626">
                  <c:v>5.84309624230114E-2</c:v>
                </c:pt>
                <c:pt idx="1627">
                  <c:v>5.5854781991604999E-2</c:v>
                </c:pt>
                <c:pt idx="1628">
                  <c:v>5.7873770060696099E-2</c:v>
                </c:pt>
                <c:pt idx="1629">
                  <c:v>5.1323922691111697E-2</c:v>
                </c:pt>
                <c:pt idx="1630">
                  <c:v>6.7270319016143804E-2</c:v>
                </c:pt>
                <c:pt idx="1631">
                  <c:v>5.0034464533622799E-2</c:v>
                </c:pt>
                <c:pt idx="1632">
                  <c:v>5.3261398174751298E-2</c:v>
                </c:pt>
                <c:pt idx="1633">
                  <c:v>5.4178716753416199E-2</c:v>
                </c:pt>
                <c:pt idx="1634">
                  <c:v>5.2144190257132898E-2</c:v>
                </c:pt>
                <c:pt idx="1635">
                  <c:v>0</c:v>
                </c:pt>
                <c:pt idx="1636">
                  <c:v>5.8796932665622297E-2</c:v>
                </c:pt>
                <c:pt idx="1637">
                  <c:v>5.0614950061942297E-2</c:v>
                </c:pt>
                <c:pt idx="1638">
                  <c:v>5.01607036921747E-2</c:v>
                </c:pt>
                <c:pt idx="1639">
                  <c:v>0</c:v>
                </c:pt>
                <c:pt idx="1640">
                  <c:v>0</c:v>
                </c:pt>
                <c:pt idx="1641">
                  <c:v>5.2126101460991503E-2</c:v>
                </c:pt>
                <c:pt idx="1642">
                  <c:v>5.3487542427269302E-2</c:v>
                </c:pt>
                <c:pt idx="1643">
                  <c:v>5.7043805491524102E-2</c:v>
                </c:pt>
                <c:pt idx="1644">
                  <c:v>0</c:v>
                </c:pt>
                <c:pt idx="1645">
                  <c:v>0</c:v>
                </c:pt>
                <c:pt idx="1646">
                  <c:v>5.0648113266707102E-2</c:v>
                </c:pt>
                <c:pt idx="1647">
                  <c:v>5.8368753372882901E-2</c:v>
                </c:pt>
                <c:pt idx="1648">
                  <c:v>0</c:v>
                </c:pt>
                <c:pt idx="1649">
                  <c:v>4.9941588049238997E-2</c:v>
                </c:pt>
                <c:pt idx="1650">
                  <c:v>5.9428629897333801E-2</c:v>
                </c:pt>
                <c:pt idx="1651">
                  <c:v>5.7857733965231903E-2</c:v>
                </c:pt>
                <c:pt idx="1652">
                  <c:v>6.2192407797355201E-2</c:v>
                </c:pt>
                <c:pt idx="1653">
                  <c:v>5.0555630198737697E-2</c:v>
                </c:pt>
                <c:pt idx="1654">
                  <c:v>5.0227003677583301E-2</c:v>
                </c:pt>
                <c:pt idx="1655">
                  <c:v>5.1410813716815801E-2</c:v>
                </c:pt>
                <c:pt idx="1656">
                  <c:v>5.13102445685584E-2</c:v>
                </c:pt>
                <c:pt idx="1657">
                  <c:v>5.0895562574413397E-2</c:v>
                </c:pt>
                <c:pt idx="1658">
                  <c:v>5.2259574468799898E-2</c:v>
                </c:pt>
                <c:pt idx="1659">
                  <c:v>5.0103004340501703E-2</c:v>
                </c:pt>
                <c:pt idx="1660">
                  <c:v>5.1771101553443E-2</c:v>
                </c:pt>
                <c:pt idx="1661">
                  <c:v>5.3133245429234803E-2</c:v>
                </c:pt>
                <c:pt idx="1662">
                  <c:v>5.0342281814658101E-2</c:v>
                </c:pt>
                <c:pt idx="1663">
                  <c:v>5.0334054523670103E-2</c:v>
                </c:pt>
                <c:pt idx="1664">
                  <c:v>5.2079449598091097E-2</c:v>
                </c:pt>
                <c:pt idx="1665">
                  <c:v>5.0796285140539001E-2</c:v>
                </c:pt>
                <c:pt idx="1666">
                  <c:v>5.0039608128073801E-2</c:v>
                </c:pt>
                <c:pt idx="1667">
                  <c:v>5.0173773530725198E-2</c:v>
                </c:pt>
                <c:pt idx="1668">
                  <c:v>5.0338445742585003E-2</c:v>
                </c:pt>
                <c:pt idx="1669">
                  <c:v>5.0356963198886398E-2</c:v>
                </c:pt>
                <c:pt idx="1670">
                  <c:v>5.0979601409282198E-2</c:v>
                </c:pt>
                <c:pt idx="1671">
                  <c:v>5.1142574366762797E-2</c:v>
                </c:pt>
                <c:pt idx="1672">
                  <c:v>5.0709120031945297E-2</c:v>
                </c:pt>
                <c:pt idx="1673">
                  <c:v>5.0481343586281799E-2</c:v>
                </c:pt>
                <c:pt idx="1674">
                  <c:v>5.4912095799497698E-2</c:v>
                </c:pt>
                <c:pt idx="1675">
                  <c:v>5.3523539221617303E-2</c:v>
                </c:pt>
                <c:pt idx="1676">
                  <c:v>5.1035209300543498E-2</c:v>
                </c:pt>
                <c:pt idx="1677">
                  <c:v>5.0082707167498901E-2</c:v>
                </c:pt>
                <c:pt idx="1678">
                  <c:v>5.0274332044895502E-2</c:v>
                </c:pt>
                <c:pt idx="1679">
                  <c:v>5.0104295120518297E-2</c:v>
                </c:pt>
                <c:pt idx="1680">
                  <c:v>5.2745435215350599E-2</c:v>
                </c:pt>
                <c:pt idx="1681">
                  <c:v>5.0214549466067702E-2</c:v>
                </c:pt>
                <c:pt idx="1682">
                  <c:v>5.0609238584736503E-2</c:v>
                </c:pt>
                <c:pt idx="1683">
                  <c:v>4.9925654529064001E-2</c:v>
                </c:pt>
                <c:pt idx="1684">
                  <c:v>5.3869554834162302E-2</c:v>
                </c:pt>
                <c:pt idx="1685">
                  <c:v>5.1025637213851498E-2</c:v>
                </c:pt>
                <c:pt idx="1686">
                  <c:v>4.9957622931522103E-2</c:v>
                </c:pt>
                <c:pt idx="1687">
                  <c:v>4.9935944334078101E-2</c:v>
                </c:pt>
                <c:pt idx="1688">
                  <c:v>5.0073106914506602E-2</c:v>
                </c:pt>
                <c:pt idx="1689">
                  <c:v>5.4372338767280697E-2</c:v>
                </c:pt>
                <c:pt idx="1690">
                  <c:v>5.0224464440439702E-2</c:v>
                </c:pt>
                <c:pt idx="1691">
                  <c:v>0</c:v>
                </c:pt>
                <c:pt idx="1692">
                  <c:v>5.7787694429704599E-2</c:v>
                </c:pt>
                <c:pt idx="1693">
                  <c:v>5.2941260241143998E-2</c:v>
                </c:pt>
                <c:pt idx="1694">
                  <c:v>5.09655431560498E-2</c:v>
                </c:pt>
                <c:pt idx="1695">
                  <c:v>6.19506182842832E-2</c:v>
                </c:pt>
                <c:pt idx="1696">
                  <c:v>6.12326573196511E-2</c:v>
                </c:pt>
                <c:pt idx="1697">
                  <c:v>5.0874578746214302E-2</c:v>
                </c:pt>
                <c:pt idx="1698">
                  <c:v>6.14383757344567E-2</c:v>
                </c:pt>
                <c:pt idx="1699">
                  <c:v>5.0132043474028602E-2</c:v>
                </c:pt>
                <c:pt idx="1700">
                  <c:v>0</c:v>
                </c:pt>
                <c:pt idx="1701">
                  <c:v>5.2856056415017998E-2</c:v>
                </c:pt>
                <c:pt idx="1702">
                  <c:v>5.2074897563704599E-2</c:v>
                </c:pt>
                <c:pt idx="1703">
                  <c:v>5.1155335032943602E-2</c:v>
                </c:pt>
                <c:pt idx="1704">
                  <c:v>5.1300256189063198E-2</c:v>
                </c:pt>
                <c:pt idx="1705">
                  <c:v>5.0043337606706401E-2</c:v>
                </c:pt>
                <c:pt idx="1706">
                  <c:v>5.5847201150328998E-2</c:v>
                </c:pt>
                <c:pt idx="1707">
                  <c:v>5.1686525281862697E-2</c:v>
                </c:pt>
                <c:pt idx="1708">
                  <c:v>0</c:v>
                </c:pt>
                <c:pt idx="1709">
                  <c:v>5.2024703986113897E-2</c:v>
                </c:pt>
                <c:pt idx="1710">
                  <c:v>5.13744385870624E-2</c:v>
                </c:pt>
                <c:pt idx="1711">
                  <c:v>5.0749437347199902E-2</c:v>
                </c:pt>
                <c:pt idx="1712">
                  <c:v>5.0515889441808702E-2</c:v>
                </c:pt>
                <c:pt idx="1713">
                  <c:v>5.1787563358736501E-2</c:v>
                </c:pt>
                <c:pt idx="1714">
                  <c:v>0</c:v>
                </c:pt>
                <c:pt idx="1715">
                  <c:v>5.2011073662139903E-2</c:v>
                </c:pt>
                <c:pt idx="1716">
                  <c:v>5.0107682752541197E-2</c:v>
                </c:pt>
                <c:pt idx="1717">
                  <c:v>5.8637632652256598E-2</c:v>
                </c:pt>
                <c:pt idx="1718">
                  <c:v>5.1016181087171798E-2</c:v>
                </c:pt>
                <c:pt idx="1719">
                  <c:v>5.0276883952486001E-2</c:v>
                </c:pt>
                <c:pt idx="1720">
                  <c:v>5.0246036753800398E-2</c:v>
                </c:pt>
                <c:pt idx="1721">
                  <c:v>5.2654670303505999E-2</c:v>
                </c:pt>
                <c:pt idx="1722">
                  <c:v>5.1286214111034602E-2</c:v>
                </c:pt>
                <c:pt idx="1723">
                  <c:v>5.2391136884004798E-2</c:v>
                </c:pt>
                <c:pt idx="1724">
                  <c:v>6.0050869347867103E-2</c:v>
                </c:pt>
                <c:pt idx="1725">
                  <c:v>5.6994095647485199E-2</c:v>
                </c:pt>
                <c:pt idx="1726">
                  <c:v>5.4040027701592198E-2</c:v>
                </c:pt>
                <c:pt idx="1727">
                  <c:v>5.3887412583821299E-2</c:v>
                </c:pt>
                <c:pt idx="1728">
                  <c:v>5.1463044722404899E-2</c:v>
                </c:pt>
                <c:pt idx="1729">
                  <c:v>5.0349665759641803E-2</c:v>
                </c:pt>
                <c:pt idx="1730">
                  <c:v>5.1224334976132498E-2</c:v>
                </c:pt>
                <c:pt idx="1731">
                  <c:v>5.3145109858025098E-2</c:v>
                </c:pt>
                <c:pt idx="1732">
                  <c:v>5.0655642326771597E-2</c:v>
                </c:pt>
                <c:pt idx="1733">
                  <c:v>6.1646873627583199E-2</c:v>
                </c:pt>
                <c:pt idx="1734">
                  <c:v>6.01386975423501E-2</c:v>
                </c:pt>
                <c:pt idx="1735">
                  <c:v>5.1391572753386197E-2</c:v>
                </c:pt>
                <c:pt idx="1736">
                  <c:v>5.0246886581784597E-2</c:v>
                </c:pt>
                <c:pt idx="1737">
                  <c:v>5.0257537660540703E-2</c:v>
                </c:pt>
                <c:pt idx="1738">
                  <c:v>5.5322598879622799E-2</c:v>
                </c:pt>
                <c:pt idx="1739">
                  <c:v>5.3315878600880197E-2</c:v>
                </c:pt>
                <c:pt idx="1740">
                  <c:v>6.4528108476379506E-2</c:v>
                </c:pt>
                <c:pt idx="1741">
                  <c:v>5.0204905234555001E-2</c:v>
                </c:pt>
                <c:pt idx="1742">
                  <c:v>5.0463283143978598E-2</c:v>
                </c:pt>
                <c:pt idx="1743">
                  <c:v>5.1437630392241397E-2</c:v>
                </c:pt>
                <c:pt idx="1744">
                  <c:v>5.0283307509834702E-2</c:v>
                </c:pt>
                <c:pt idx="1745">
                  <c:v>5.0515399981042798E-2</c:v>
                </c:pt>
                <c:pt idx="1746">
                  <c:v>5.3786237101946799E-2</c:v>
                </c:pt>
                <c:pt idx="1747">
                  <c:v>5.2206080547120899E-2</c:v>
                </c:pt>
                <c:pt idx="1748">
                  <c:v>5.0353055927124302E-2</c:v>
                </c:pt>
                <c:pt idx="1749">
                  <c:v>5.3801132704531997E-2</c:v>
                </c:pt>
                <c:pt idx="1750">
                  <c:v>6.4805791047614303E-2</c:v>
                </c:pt>
                <c:pt idx="1751">
                  <c:v>4.99855407743936E-2</c:v>
                </c:pt>
                <c:pt idx="1752">
                  <c:v>0</c:v>
                </c:pt>
                <c:pt idx="1753">
                  <c:v>4.9939944156882403E-2</c:v>
                </c:pt>
                <c:pt idx="1754">
                  <c:v>5.0063235727703499E-2</c:v>
                </c:pt>
                <c:pt idx="1755">
                  <c:v>5.0531476173399897E-2</c:v>
                </c:pt>
                <c:pt idx="1756">
                  <c:v>5.0541547319315802E-2</c:v>
                </c:pt>
                <c:pt idx="1757">
                  <c:v>5.0043102646108499E-2</c:v>
                </c:pt>
                <c:pt idx="1758">
                  <c:v>5.0295771485628402E-2</c:v>
                </c:pt>
                <c:pt idx="1759">
                  <c:v>5.0874727800185503E-2</c:v>
                </c:pt>
                <c:pt idx="1760">
                  <c:v>4.9925062377091399E-2</c:v>
                </c:pt>
                <c:pt idx="1761">
                  <c:v>5.3796913022128502E-2</c:v>
                </c:pt>
                <c:pt idx="1762">
                  <c:v>5.0398707883571703E-2</c:v>
                </c:pt>
                <c:pt idx="1763">
                  <c:v>5.1671229969662003E-2</c:v>
                </c:pt>
                <c:pt idx="1764">
                  <c:v>5.45522475286013E-2</c:v>
                </c:pt>
                <c:pt idx="1765">
                  <c:v>5.0879435869720602E-2</c:v>
                </c:pt>
                <c:pt idx="1766">
                  <c:v>0</c:v>
                </c:pt>
                <c:pt idx="1767">
                  <c:v>4.9905953531285997E-2</c:v>
                </c:pt>
                <c:pt idx="1768">
                  <c:v>0</c:v>
                </c:pt>
                <c:pt idx="1769">
                  <c:v>5.0043302227753501E-2</c:v>
                </c:pt>
                <c:pt idx="1770">
                  <c:v>5.4847467745845702E-2</c:v>
                </c:pt>
                <c:pt idx="1771">
                  <c:v>5.32376705730754E-2</c:v>
                </c:pt>
                <c:pt idx="1772">
                  <c:v>5.3918018576755801E-2</c:v>
                </c:pt>
                <c:pt idx="1773">
                  <c:v>5.1522501202247301E-2</c:v>
                </c:pt>
                <c:pt idx="1774">
                  <c:v>5.1314767810797898E-2</c:v>
                </c:pt>
                <c:pt idx="1775">
                  <c:v>5.3754935882196701E-2</c:v>
                </c:pt>
                <c:pt idx="1776">
                  <c:v>5.0512143896329097E-2</c:v>
                </c:pt>
                <c:pt idx="1777">
                  <c:v>5.0067082416001801E-2</c:v>
                </c:pt>
                <c:pt idx="1778">
                  <c:v>5.0020581621563497E-2</c:v>
                </c:pt>
                <c:pt idx="1779">
                  <c:v>5.0236506716334298E-2</c:v>
                </c:pt>
                <c:pt idx="1780">
                  <c:v>7.0673368664549693E-2</c:v>
                </c:pt>
                <c:pt idx="1781">
                  <c:v>7.0092702648896804E-2</c:v>
                </c:pt>
                <c:pt idx="1782">
                  <c:v>5.3344864586079899E-2</c:v>
                </c:pt>
                <c:pt idx="1783">
                  <c:v>5.41723480634679E-2</c:v>
                </c:pt>
                <c:pt idx="1784">
                  <c:v>5.4386523913164397E-2</c:v>
                </c:pt>
                <c:pt idx="1785">
                  <c:v>5.5459614606227302E-2</c:v>
                </c:pt>
                <c:pt idx="1786">
                  <c:v>5.0016765556498699E-2</c:v>
                </c:pt>
                <c:pt idx="1787">
                  <c:v>5.0539519258089E-2</c:v>
                </c:pt>
                <c:pt idx="1788">
                  <c:v>5.6010900917777801E-2</c:v>
                </c:pt>
                <c:pt idx="1789">
                  <c:v>6.0789039771087697E-2</c:v>
                </c:pt>
                <c:pt idx="1790">
                  <c:v>5.1343433197203303E-2</c:v>
                </c:pt>
                <c:pt idx="1791">
                  <c:v>5.01070858297352E-2</c:v>
                </c:pt>
                <c:pt idx="1792">
                  <c:v>5.0238664375934897E-2</c:v>
                </c:pt>
                <c:pt idx="1793">
                  <c:v>5.6354364281318903E-2</c:v>
                </c:pt>
                <c:pt idx="1794">
                  <c:v>0</c:v>
                </c:pt>
                <c:pt idx="1795">
                  <c:v>5.0609734866612799E-2</c:v>
                </c:pt>
                <c:pt idx="1796">
                  <c:v>0</c:v>
                </c:pt>
                <c:pt idx="1797">
                  <c:v>5.0039558291048197E-2</c:v>
                </c:pt>
                <c:pt idx="1798">
                  <c:v>5.0074698040830999E-2</c:v>
                </c:pt>
                <c:pt idx="1799">
                  <c:v>5.01991948000775E-2</c:v>
                </c:pt>
                <c:pt idx="1800">
                  <c:v>6.9561843256910005E-2</c:v>
                </c:pt>
                <c:pt idx="1801">
                  <c:v>5.1376239367497398E-2</c:v>
                </c:pt>
                <c:pt idx="1802">
                  <c:v>5.0646266748690799E-2</c:v>
                </c:pt>
                <c:pt idx="1803">
                  <c:v>5.4133735665605698E-2</c:v>
                </c:pt>
                <c:pt idx="1804">
                  <c:v>6.3519655375246398E-2</c:v>
                </c:pt>
                <c:pt idx="1805">
                  <c:v>5.42301203416004E-2</c:v>
                </c:pt>
                <c:pt idx="1806">
                  <c:v>5.0016701681030597E-2</c:v>
                </c:pt>
                <c:pt idx="1807">
                  <c:v>5.0060300528771598E-2</c:v>
                </c:pt>
                <c:pt idx="1808">
                  <c:v>5.0297121959866201E-2</c:v>
                </c:pt>
                <c:pt idx="1809">
                  <c:v>5.5047032136873203E-2</c:v>
                </c:pt>
                <c:pt idx="1810">
                  <c:v>5.4004850026043001E-2</c:v>
                </c:pt>
                <c:pt idx="1811">
                  <c:v>5.05864303227525E-2</c:v>
                </c:pt>
                <c:pt idx="1812">
                  <c:v>5.0965116360697602E-2</c:v>
                </c:pt>
                <c:pt idx="1813">
                  <c:v>5.4452329715285901E-2</c:v>
                </c:pt>
                <c:pt idx="1814">
                  <c:v>5.0383379734585398E-2</c:v>
                </c:pt>
                <c:pt idx="1815">
                  <c:v>5.5107907792040799E-2</c:v>
                </c:pt>
                <c:pt idx="1816">
                  <c:v>0</c:v>
                </c:pt>
                <c:pt idx="1817">
                  <c:v>5.07980941262271E-2</c:v>
                </c:pt>
                <c:pt idx="1818">
                  <c:v>5.77984346520721E-2</c:v>
                </c:pt>
                <c:pt idx="1819">
                  <c:v>5.3631799433385897E-2</c:v>
                </c:pt>
                <c:pt idx="1820">
                  <c:v>5.8012865661833897E-2</c:v>
                </c:pt>
                <c:pt idx="1821">
                  <c:v>0</c:v>
                </c:pt>
                <c:pt idx="1822">
                  <c:v>5.1884815642933901E-2</c:v>
                </c:pt>
                <c:pt idx="1823">
                  <c:v>0</c:v>
                </c:pt>
                <c:pt idx="1824">
                  <c:v>5.05754070734891E-2</c:v>
                </c:pt>
                <c:pt idx="1825">
                  <c:v>5.1231328706382501E-2</c:v>
                </c:pt>
                <c:pt idx="1826">
                  <c:v>0</c:v>
                </c:pt>
                <c:pt idx="1827">
                  <c:v>5.39348953061837E-2</c:v>
                </c:pt>
                <c:pt idx="1828">
                  <c:v>4.9983381091910799E-2</c:v>
                </c:pt>
                <c:pt idx="1829">
                  <c:v>5.2054627982969399E-2</c:v>
                </c:pt>
                <c:pt idx="1830">
                  <c:v>5.1722301735122399E-2</c:v>
                </c:pt>
                <c:pt idx="1831">
                  <c:v>6.2245665605287201E-2</c:v>
                </c:pt>
                <c:pt idx="1832">
                  <c:v>5.1112683220351202E-2</c:v>
                </c:pt>
                <c:pt idx="1833">
                  <c:v>5.0693347957185601E-2</c:v>
                </c:pt>
                <c:pt idx="1834">
                  <c:v>5.1049962651461701E-2</c:v>
                </c:pt>
                <c:pt idx="1835">
                  <c:v>4.9974629036272998E-2</c:v>
                </c:pt>
                <c:pt idx="1836">
                  <c:v>5.3383319315184398E-2</c:v>
                </c:pt>
                <c:pt idx="1837">
                  <c:v>5.2347052901517303E-2</c:v>
                </c:pt>
                <c:pt idx="1838">
                  <c:v>5.8883838114501097E-2</c:v>
                </c:pt>
                <c:pt idx="1839">
                  <c:v>6.0838982539322697E-2</c:v>
                </c:pt>
                <c:pt idx="1840">
                  <c:v>5.2571426648410302E-2</c:v>
                </c:pt>
                <c:pt idx="1841">
                  <c:v>5.4830827043710999E-2</c:v>
                </c:pt>
                <c:pt idx="1842">
                  <c:v>5.2229165192934503E-2</c:v>
                </c:pt>
                <c:pt idx="1843">
                  <c:v>5.35487924595172E-2</c:v>
                </c:pt>
                <c:pt idx="1844">
                  <c:v>5.0946650961847598E-2</c:v>
                </c:pt>
                <c:pt idx="1845">
                  <c:v>5.0740487954426802E-2</c:v>
                </c:pt>
                <c:pt idx="1846">
                  <c:v>5.7129113090622401E-2</c:v>
                </c:pt>
                <c:pt idx="1847">
                  <c:v>0</c:v>
                </c:pt>
                <c:pt idx="1848">
                  <c:v>5.3440831961810702E-2</c:v>
                </c:pt>
                <c:pt idx="1849">
                  <c:v>5.9592248627959803E-2</c:v>
                </c:pt>
                <c:pt idx="1850">
                  <c:v>5.0661988323868999E-2</c:v>
                </c:pt>
                <c:pt idx="1851">
                  <c:v>5.0871309279166999E-2</c:v>
                </c:pt>
                <c:pt idx="1852">
                  <c:v>5.0663128362909503E-2</c:v>
                </c:pt>
                <c:pt idx="1853">
                  <c:v>5.3657193458362701E-2</c:v>
                </c:pt>
                <c:pt idx="1854">
                  <c:v>5.8134744408849102E-2</c:v>
                </c:pt>
                <c:pt idx="1855">
                  <c:v>5.0197277569844698E-2</c:v>
                </c:pt>
                <c:pt idx="1856">
                  <c:v>5.0756033760894902E-2</c:v>
                </c:pt>
                <c:pt idx="1857">
                  <c:v>5.6025558957892803E-2</c:v>
                </c:pt>
                <c:pt idx="1858">
                  <c:v>5.10043242383693E-2</c:v>
                </c:pt>
                <c:pt idx="1859">
                  <c:v>5.03940062257257E-2</c:v>
                </c:pt>
                <c:pt idx="1860">
                  <c:v>5.0533010849168801E-2</c:v>
                </c:pt>
                <c:pt idx="1861">
                  <c:v>5.1498206284738203E-2</c:v>
                </c:pt>
                <c:pt idx="1862">
                  <c:v>5.97206857099239E-2</c:v>
                </c:pt>
                <c:pt idx="1863">
                  <c:v>5.1630383184839E-2</c:v>
                </c:pt>
                <c:pt idx="1864">
                  <c:v>5.1082854256102803E-2</c:v>
                </c:pt>
                <c:pt idx="1865">
                  <c:v>5.0573173843306798E-2</c:v>
                </c:pt>
                <c:pt idx="1866">
                  <c:v>5.27872592820295E-2</c:v>
                </c:pt>
                <c:pt idx="1867">
                  <c:v>5.0796303763935603E-2</c:v>
                </c:pt>
                <c:pt idx="1868">
                  <c:v>5.1833206333300602E-2</c:v>
                </c:pt>
                <c:pt idx="1869">
                  <c:v>5.1360467410775698E-2</c:v>
                </c:pt>
                <c:pt idx="1870">
                  <c:v>0</c:v>
                </c:pt>
                <c:pt idx="1871">
                  <c:v>5.04085357757433E-2</c:v>
                </c:pt>
                <c:pt idx="1872">
                  <c:v>5.48695088706561E-2</c:v>
                </c:pt>
                <c:pt idx="1873">
                  <c:v>0</c:v>
                </c:pt>
                <c:pt idx="1874">
                  <c:v>0</c:v>
                </c:pt>
                <c:pt idx="1875">
                  <c:v>0</c:v>
                </c:pt>
                <c:pt idx="1876">
                  <c:v>5.7251712071076398E-2</c:v>
                </c:pt>
                <c:pt idx="1877">
                  <c:v>5.1137358092219601E-2</c:v>
                </c:pt>
                <c:pt idx="1878">
                  <c:v>5.1825763117571498E-2</c:v>
                </c:pt>
                <c:pt idx="1879">
                  <c:v>5.1282306357591297E-2</c:v>
                </c:pt>
                <c:pt idx="1880">
                  <c:v>5.0258965195854197E-2</c:v>
                </c:pt>
                <c:pt idx="1881">
                  <c:v>5.0584832608295799E-2</c:v>
                </c:pt>
                <c:pt idx="1882">
                  <c:v>5.9391590120238397E-2</c:v>
                </c:pt>
                <c:pt idx="1883">
                  <c:v>6.1548761042114097E-2</c:v>
                </c:pt>
                <c:pt idx="1884">
                  <c:v>5.4528201720576597E-2</c:v>
                </c:pt>
                <c:pt idx="1885">
                  <c:v>4.99794584755466E-2</c:v>
                </c:pt>
                <c:pt idx="1886">
                  <c:v>5.1329975521022302E-2</c:v>
                </c:pt>
                <c:pt idx="1887">
                  <c:v>5.3741273372966497E-2</c:v>
                </c:pt>
                <c:pt idx="1888">
                  <c:v>5.0504009231587099E-2</c:v>
                </c:pt>
                <c:pt idx="1889">
                  <c:v>5.0808042627504602E-2</c:v>
                </c:pt>
                <c:pt idx="1890">
                  <c:v>5.2269870928106602E-2</c:v>
                </c:pt>
                <c:pt idx="1891">
                  <c:v>5.1933942216122402E-2</c:v>
                </c:pt>
                <c:pt idx="1892">
                  <c:v>5.1594070277742599E-2</c:v>
                </c:pt>
                <c:pt idx="1893">
                  <c:v>5.1644732988425701E-2</c:v>
                </c:pt>
                <c:pt idx="1894">
                  <c:v>5.5476103726681499E-2</c:v>
                </c:pt>
                <c:pt idx="1895">
                  <c:v>0</c:v>
                </c:pt>
                <c:pt idx="1896">
                  <c:v>0</c:v>
                </c:pt>
                <c:pt idx="1897">
                  <c:v>5.1034912079727698E-2</c:v>
                </c:pt>
                <c:pt idx="1898">
                  <c:v>5.0101901805535899E-2</c:v>
                </c:pt>
                <c:pt idx="1899">
                  <c:v>5.7093487724686899E-2</c:v>
                </c:pt>
                <c:pt idx="1900">
                  <c:v>5.7481405521175997E-2</c:v>
                </c:pt>
                <c:pt idx="1901">
                  <c:v>5.2597350617062E-2</c:v>
                </c:pt>
                <c:pt idx="1902">
                  <c:v>4.9909059147225897E-2</c:v>
                </c:pt>
                <c:pt idx="1903">
                  <c:v>4.9995159797443699E-2</c:v>
                </c:pt>
                <c:pt idx="1904">
                  <c:v>5.2310951934385098E-2</c:v>
                </c:pt>
                <c:pt idx="1905">
                  <c:v>5.0209519056688197E-2</c:v>
                </c:pt>
                <c:pt idx="1906">
                  <c:v>5.0357731515982801E-2</c:v>
                </c:pt>
                <c:pt idx="1907">
                  <c:v>5.0458577409355998E-2</c:v>
                </c:pt>
                <c:pt idx="1908">
                  <c:v>5.4647643445248001E-2</c:v>
                </c:pt>
                <c:pt idx="1909">
                  <c:v>5.0017171730201801E-2</c:v>
                </c:pt>
                <c:pt idx="1910">
                  <c:v>5.34488995243938E-2</c:v>
                </c:pt>
                <c:pt idx="1911">
                  <c:v>5.5771915804058103E-2</c:v>
                </c:pt>
                <c:pt idx="1912">
                  <c:v>5.2413547252978698E-2</c:v>
                </c:pt>
                <c:pt idx="1913">
                  <c:v>5.0716988227883703E-2</c:v>
                </c:pt>
                <c:pt idx="1914">
                  <c:v>5.20298459262198E-2</c:v>
                </c:pt>
                <c:pt idx="1915">
                  <c:v>5.7306062650770997E-2</c:v>
                </c:pt>
                <c:pt idx="1916">
                  <c:v>5.3499645691958898E-2</c:v>
                </c:pt>
                <c:pt idx="1917">
                  <c:v>5.0500917185576297E-2</c:v>
                </c:pt>
                <c:pt idx="1918">
                  <c:v>5.0768517013963697E-2</c:v>
                </c:pt>
                <c:pt idx="1919">
                  <c:v>5.2672678521880498E-2</c:v>
                </c:pt>
                <c:pt idx="1920">
                  <c:v>5.9801872159927799E-2</c:v>
                </c:pt>
                <c:pt idx="1921">
                  <c:v>5.2316490284266701E-2</c:v>
                </c:pt>
                <c:pt idx="1922">
                  <c:v>5.0012251545054898E-2</c:v>
                </c:pt>
                <c:pt idx="1923">
                  <c:v>4.9969300057911697E-2</c:v>
                </c:pt>
                <c:pt idx="1924">
                  <c:v>5.4893290710036499E-2</c:v>
                </c:pt>
                <c:pt idx="1925">
                  <c:v>5.0690144825276999E-2</c:v>
                </c:pt>
                <c:pt idx="1926">
                  <c:v>5.12183768418683E-2</c:v>
                </c:pt>
                <c:pt idx="1927">
                  <c:v>5.1002877446630603E-2</c:v>
                </c:pt>
                <c:pt idx="1928">
                  <c:v>5.0742656063412703E-2</c:v>
                </c:pt>
                <c:pt idx="1929">
                  <c:v>5.0562381293042198E-2</c:v>
                </c:pt>
                <c:pt idx="1930">
                  <c:v>5.4680017261437397E-2</c:v>
                </c:pt>
                <c:pt idx="1931">
                  <c:v>5.0955697925473699E-2</c:v>
                </c:pt>
                <c:pt idx="1932">
                  <c:v>5.0284506913376603E-2</c:v>
                </c:pt>
                <c:pt idx="1933">
                  <c:v>5.1450434358314999E-2</c:v>
                </c:pt>
                <c:pt idx="1934">
                  <c:v>5.7661184606664799E-2</c:v>
                </c:pt>
                <c:pt idx="1935">
                  <c:v>5.3403239023881797E-2</c:v>
                </c:pt>
                <c:pt idx="1936">
                  <c:v>5.0840632538165599E-2</c:v>
                </c:pt>
                <c:pt idx="1937">
                  <c:v>4.9991713806768902E-2</c:v>
                </c:pt>
                <c:pt idx="1938">
                  <c:v>5.1256865468492799E-2</c:v>
                </c:pt>
                <c:pt idx="1939">
                  <c:v>5.1600678544398898E-2</c:v>
                </c:pt>
                <c:pt idx="1940">
                  <c:v>6.08553260019042E-2</c:v>
                </c:pt>
                <c:pt idx="1941">
                  <c:v>5.4835727777336501E-2</c:v>
                </c:pt>
                <c:pt idx="1942">
                  <c:v>6.3388389482763305E-2</c:v>
                </c:pt>
                <c:pt idx="1943">
                  <c:v>5.2743951036485298E-2</c:v>
                </c:pt>
                <c:pt idx="1944">
                  <c:v>5.0232871893028497E-2</c:v>
                </c:pt>
                <c:pt idx="1945">
                  <c:v>5.0569469815967702E-2</c:v>
                </c:pt>
                <c:pt idx="1946">
                  <c:v>5.4209534230692497E-2</c:v>
                </c:pt>
                <c:pt idx="1947">
                  <c:v>5.1746219524927597E-2</c:v>
                </c:pt>
                <c:pt idx="1948">
                  <c:v>5.54346054916929E-2</c:v>
                </c:pt>
                <c:pt idx="1949">
                  <c:v>5.0836619312700303E-2</c:v>
                </c:pt>
                <c:pt idx="1950">
                  <c:v>5.0257385244924097E-2</c:v>
                </c:pt>
                <c:pt idx="1951">
                  <c:v>5.00690532242982E-2</c:v>
                </c:pt>
                <c:pt idx="1952">
                  <c:v>5.0320833062915599E-2</c:v>
                </c:pt>
                <c:pt idx="1953">
                  <c:v>0</c:v>
                </c:pt>
                <c:pt idx="1954">
                  <c:v>5.4611901547610697E-2</c:v>
                </c:pt>
                <c:pt idx="1955">
                  <c:v>0</c:v>
                </c:pt>
                <c:pt idx="1956">
                  <c:v>5.4379116942652801E-2</c:v>
                </c:pt>
                <c:pt idx="1957">
                  <c:v>0</c:v>
                </c:pt>
                <c:pt idx="1958">
                  <c:v>0</c:v>
                </c:pt>
                <c:pt idx="1959">
                  <c:v>5.3945919774956899E-2</c:v>
                </c:pt>
                <c:pt idx="1960">
                  <c:v>5.1006241913051899E-2</c:v>
                </c:pt>
                <c:pt idx="1961">
                  <c:v>5.1193829657149199E-2</c:v>
                </c:pt>
                <c:pt idx="1962">
                  <c:v>0</c:v>
                </c:pt>
                <c:pt idx="1963">
                  <c:v>0</c:v>
                </c:pt>
                <c:pt idx="1964">
                  <c:v>5.18640148319311E-2</c:v>
                </c:pt>
                <c:pt idx="1965">
                  <c:v>5.2477295633538999E-2</c:v>
                </c:pt>
                <c:pt idx="1966">
                  <c:v>5.7463305158059898E-2</c:v>
                </c:pt>
                <c:pt idx="1967">
                  <c:v>0</c:v>
                </c:pt>
                <c:pt idx="1968">
                  <c:v>5.0756449706809301E-2</c:v>
                </c:pt>
                <c:pt idx="1969">
                  <c:v>5.1908085207129397E-2</c:v>
                </c:pt>
                <c:pt idx="1970">
                  <c:v>5.6355384584537697E-2</c:v>
                </c:pt>
                <c:pt idx="1971">
                  <c:v>5.3965598729531897E-2</c:v>
                </c:pt>
                <c:pt idx="1972">
                  <c:v>5.2111607411277697E-2</c:v>
                </c:pt>
                <c:pt idx="1973">
                  <c:v>5.2872345599071599E-2</c:v>
                </c:pt>
                <c:pt idx="1974">
                  <c:v>5.4318843535221498E-2</c:v>
                </c:pt>
                <c:pt idx="1975">
                  <c:v>5.4806719869246998E-2</c:v>
                </c:pt>
                <c:pt idx="1976">
                  <c:v>5.2123604127139997E-2</c:v>
                </c:pt>
                <c:pt idx="1977">
                  <c:v>5.0368916110654999E-2</c:v>
                </c:pt>
                <c:pt idx="1978">
                  <c:v>4.9954815114106398E-2</c:v>
                </c:pt>
                <c:pt idx="1979">
                  <c:v>5.1826934045478799E-2</c:v>
                </c:pt>
                <c:pt idx="1980">
                  <c:v>0</c:v>
                </c:pt>
                <c:pt idx="1981">
                  <c:v>5.0098568347920397E-2</c:v>
                </c:pt>
                <c:pt idx="1982">
                  <c:v>5.0106910447891499E-2</c:v>
                </c:pt>
                <c:pt idx="1983">
                  <c:v>5.0291168264562099E-2</c:v>
                </c:pt>
                <c:pt idx="1984">
                  <c:v>5.0630231208343E-2</c:v>
                </c:pt>
                <c:pt idx="1985">
                  <c:v>5.0546294133724599E-2</c:v>
                </c:pt>
                <c:pt idx="1986">
                  <c:v>5.0276395770392002E-2</c:v>
                </c:pt>
                <c:pt idx="1987">
                  <c:v>5.7329081681009197E-2</c:v>
                </c:pt>
                <c:pt idx="1988">
                  <c:v>5.3616181322384097E-2</c:v>
                </c:pt>
                <c:pt idx="1989">
                  <c:v>5.2754257310426399E-2</c:v>
                </c:pt>
                <c:pt idx="1990">
                  <c:v>5.0067318042133997E-2</c:v>
                </c:pt>
                <c:pt idx="1991">
                  <c:v>5.28241806899429E-2</c:v>
                </c:pt>
                <c:pt idx="1992">
                  <c:v>5.0664415659004099E-2</c:v>
                </c:pt>
                <c:pt idx="1993">
                  <c:v>5.3137447708216698E-2</c:v>
                </c:pt>
                <c:pt idx="1994">
                  <c:v>4.9992578459481601E-2</c:v>
                </c:pt>
                <c:pt idx="1995">
                  <c:v>5.8744999171369099E-2</c:v>
                </c:pt>
                <c:pt idx="1996">
                  <c:v>5.0181954813917899E-2</c:v>
                </c:pt>
                <c:pt idx="1997">
                  <c:v>5.1409140168931299E-2</c:v>
                </c:pt>
                <c:pt idx="1998">
                  <c:v>5.1889826623368898E-2</c:v>
                </c:pt>
                <c:pt idx="1999">
                  <c:v>5.1802711280051997E-2</c:v>
                </c:pt>
                <c:pt idx="2000">
                  <c:v>5.2299689376186002E-2</c:v>
                </c:pt>
                <c:pt idx="2001">
                  <c:v>4.9990067801325401E-2</c:v>
                </c:pt>
                <c:pt idx="2002">
                  <c:v>5.0033996558430403E-2</c:v>
                </c:pt>
                <c:pt idx="2003">
                  <c:v>5.0390390002838403E-2</c:v>
                </c:pt>
                <c:pt idx="2004">
                  <c:v>5.0059145906908402E-2</c:v>
                </c:pt>
                <c:pt idx="2005">
                  <c:v>5.4951893704496102E-2</c:v>
                </c:pt>
                <c:pt idx="2006">
                  <c:v>5.3110473722373097E-2</c:v>
                </c:pt>
                <c:pt idx="2007">
                  <c:v>5.26310541132326E-2</c:v>
                </c:pt>
                <c:pt idx="2008">
                  <c:v>5.1333953894740297E-2</c:v>
                </c:pt>
                <c:pt idx="2009">
                  <c:v>5.5397573259910703E-2</c:v>
                </c:pt>
                <c:pt idx="2010">
                  <c:v>5.28789823044295E-2</c:v>
                </c:pt>
                <c:pt idx="2011">
                  <c:v>0</c:v>
                </c:pt>
                <c:pt idx="2012">
                  <c:v>5.1565009940456902E-2</c:v>
                </c:pt>
                <c:pt idx="2013">
                  <c:v>5.8181009781212899E-2</c:v>
                </c:pt>
                <c:pt idx="2014">
                  <c:v>5.1565518764789799E-2</c:v>
                </c:pt>
                <c:pt idx="2015">
                  <c:v>0</c:v>
                </c:pt>
                <c:pt idx="2016">
                  <c:v>5.0637101804191703E-2</c:v>
                </c:pt>
                <c:pt idx="2017">
                  <c:v>5.3562792480045397E-2</c:v>
                </c:pt>
                <c:pt idx="2018">
                  <c:v>0</c:v>
                </c:pt>
                <c:pt idx="2019">
                  <c:v>5.0690009429474797E-2</c:v>
                </c:pt>
                <c:pt idx="2020">
                  <c:v>5.1063166358518097E-2</c:v>
                </c:pt>
                <c:pt idx="2021">
                  <c:v>5.5817211122409102E-2</c:v>
                </c:pt>
                <c:pt idx="2022">
                  <c:v>5.63050574390207E-2</c:v>
                </c:pt>
                <c:pt idx="2023">
                  <c:v>5.1827369660193398E-2</c:v>
                </c:pt>
                <c:pt idx="2024">
                  <c:v>4.9913677319147497E-2</c:v>
                </c:pt>
                <c:pt idx="2025">
                  <c:v>5.3000195112205203E-2</c:v>
                </c:pt>
                <c:pt idx="2026">
                  <c:v>5.1298354311856302E-2</c:v>
                </c:pt>
                <c:pt idx="2027">
                  <c:v>5.1924157441560898E-2</c:v>
                </c:pt>
                <c:pt idx="2028">
                  <c:v>5.2186567868209098E-2</c:v>
                </c:pt>
                <c:pt idx="2029">
                  <c:v>5.0518318889245697E-2</c:v>
                </c:pt>
                <c:pt idx="2030">
                  <c:v>5.65449863993676E-2</c:v>
                </c:pt>
                <c:pt idx="2031">
                  <c:v>5.0668783719789799E-2</c:v>
                </c:pt>
                <c:pt idx="2032">
                  <c:v>5.3274464245552398E-2</c:v>
                </c:pt>
                <c:pt idx="2033">
                  <c:v>5.0544243516677599E-2</c:v>
                </c:pt>
                <c:pt idx="2034">
                  <c:v>5.6164247439961901E-2</c:v>
                </c:pt>
                <c:pt idx="2035">
                  <c:v>5.1743180148767103E-2</c:v>
                </c:pt>
                <c:pt idx="2036">
                  <c:v>5.9675166899382598E-2</c:v>
                </c:pt>
                <c:pt idx="2037">
                  <c:v>5.0300775720481097E-2</c:v>
                </c:pt>
                <c:pt idx="2038">
                  <c:v>5.2801322858014997E-2</c:v>
                </c:pt>
                <c:pt idx="2039">
                  <c:v>6.1539542405831801E-2</c:v>
                </c:pt>
                <c:pt idx="2040">
                  <c:v>5.3828645209815701E-2</c:v>
                </c:pt>
                <c:pt idx="2041">
                  <c:v>5.1600918187951698E-2</c:v>
                </c:pt>
                <c:pt idx="2042">
                  <c:v>6.0383971200320602E-2</c:v>
                </c:pt>
                <c:pt idx="2043">
                  <c:v>5.0809179884407599E-2</c:v>
                </c:pt>
                <c:pt idx="2044">
                  <c:v>5.4164569661386303E-2</c:v>
                </c:pt>
                <c:pt idx="2045">
                  <c:v>5.1228112418682401E-2</c:v>
                </c:pt>
                <c:pt idx="2046">
                  <c:v>5.6085806128097902E-2</c:v>
                </c:pt>
                <c:pt idx="2047">
                  <c:v>5.1514863449182401E-2</c:v>
                </c:pt>
                <c:pt idx="2048">
                  <c:v>5.6466076330391003E-2</c:v>
                </c:pt>
                <c:pt idx="2049">
                  <c:v>5.1819125129932697E-2</c:v>
                </c:pt>
                <c:pt idx="2050">
                  <c:v>5.0668404683060303E-2</c:v>
                </c:pt>
                <c:pt idx="2051">
                  <c:v>5.1053749601435598E-2</c:v>
                </c:pt>
                <c:pt idx="2052">
                  <c:v>5.1024088848666299E-2</c:v>
                </c:pt>
                <c:pt idx="2053">
                  <c:v>5.0459947804243697E-2</c:v>
                </c:pt>
                <c:pt idx="2054">
                  <c:v>5.0090569066779403E-2</c:v>
                </c:pt>
                <c:pt idx="2055">
                  <c:v>5.2697445725574603E-2</c:v>
                </c:pt>
                <c:pt idx="2056">
                  <c:v>0</c:v>
                </c:pt>
                <c:pt idx="2057">
                  <c:v>5.0306189995766998E-2</c:v>
                </c:pt>
                <c:pt idx="2058">
                  <c:v>5.2997706608518103E-2</c:v>
                </c:pt>
                <c:pt idx="2059">
                  <c:v>5.13286564656774E-2</c:v>
                </c:pt>
                <c:pt idx="2060">
                  <c:v>5.1501990793665797E-2</c:v>
                </c:pt>
                <c:pt idx="2061">
                  <c:v>5.52824011161741E-2</c:v>
                </c:pt>
                <c:pt idx="2062">
                  <c:v>5.1432507886936998E-2</c:v>
                </c:pt>
                <c:pt idx="2063">
                  <c:v>5.0955322772129497E-2</c:v>
                </c:pt>
                <c:pt idx="2064">
                  <c:v>5.11768752447192E-2</c:v>
                </c:pt>
                <c:pt idx="2065">
                  <c:v>4.9996266100794801E-2</c:v>
                </c:pt>
                <c:pt idx="2066">
                  <c:v>5.1625601880819799E-2</c:v>
                </c:pt>
                <c:pt idx="2067">
                  <c:v>5.1989306598460003E-2</c:v>
                </c:pt>
                <c:pt idx="2068">
                  <c:v>5.0652149340401499E-2</c:v>
                </c:pt>
                <c:pt idx="2069">
                  <c:v>5.5072695092307701E-2</c:v>
                </c:pt>
                <c:pt idx="2070">
                  <c:v>5.33493149053949E-2</c:v>
                </c:pt>
                <c:pt idx="2071">
                  <c:v>5.1332202213507802E-2</c:v>
                </c:pt>
                <c:pt idx="2072">
                  <c:v>5.2462277868067203E-2</c:v>
                </c:pt>
                <c:pt idx="2073">
                  <c:v>6.1772939221924297E-2</c:v>
                </c:pt>
                <c:pt idx="2074">
                  <c:v>5.0643941677281402E-2</c:v>
                </c:pt>
                <c:pt idx="2075">
                  <c:v>5.1318802811342698E-2</c:v>
                </c:pt>
                <c:pt idx="2076">
                  <c:v>6.0591986103309702E-2</c:v>
                </c:pt>
                <c:pt idx="2077">
                  <c:v>5.0125053894142603E-2</c:v>
                </c:pt>
                <c:pt idx="2078">
                  <c:v>5.22844266841671E-2</c:v>
                </c:pt>
                <c:pt idx="2079">
                  <c:v>5.4551672693237997E-2</c:v>
                </c:pt>
                <c:pt idx="2080">
                  <c:v>5.0241694267239199E-2</c:v>
                </c:pt>
                <c:pt idx="2081">
                  <c:v>5.0475140926214301E-2</c:v>
                </c:pt>
                <c:pt idx="2082">
                  <c:v>5.5547892610722203E-2</c:v>
                </c:pt>
                <c:pt idx="2083">
                  <c:v>5.0483333322810499E-2</c:v>
                </c:pt>
                <c:pt idx="2084">
                  <c:v>0</c:v>
                </c:pt>
                <c:pt idx="2085">
                  <c:v>5.7738136777350797E-2</c:v>
                </c:pt>
                <c:pt idx="2086">
                  <c:v>5.9442839964119497E-2</c:v>
                </c:pt>
                <c:pt idx="2087">
                  <c:v>5.0828497231642802E-2</c:v>
                </c:pt>
                <c:pt idx="2088">
                  <c:v>5.1294921487520601E-2</c:v>
                </c:pt>
                <c:pt idx="2089">
                  <c:v>5.2375164961859302E-2</c:v>
                </c:pt>
                <c:pt idx="2090">
                  <c:v>5.6466453359684803E-2</c:v>
                </c:pt>
                <c:pt idx="2091">
                  <c:v>5.5060092713192697E-2</c:v>
                </c:pt>
                <c:pt idx="2092">
                  <c:v>5.2594247576691601E-2</c:v>
                </c:pt>
                <c:pt idx="2093">
                  <c:v>5.1473507111258802E-2</c:v>
                </c:pt>
                <c:pt idx="2094">
                  <c:v>5.0118962752780202E-2</c:v>
                </c:pt>
                <c:pt idx="2095">
                  <c:v>5.0416897873105201E-2</c:v>
                </c:pt>
                <c:pt idx="2096">
                  <c:v>5.0793494923773601E-2</c:v>
                </c:pt>
                <c:pt idx="2097">
                  <c:v>5.2924384851378001E-2</c:v>
                </c:pt>
                <c:pt idx="2098">
                  <c:v>5.0221099197483403E-2</c:v>
                </c:pt>
                <c:pt idx="2099">
                  <c:v>5.0123740512708098E-2</c:v>
                </c:pt>
                <c:pt idx="2100">
                  <c:v>5.0317356750528598E-2</c:v>
                </c:pt>
                <c:pt idx="2101">
                  <c:v>0</c:v>
                </c:pt>
                <c:pt idx="2102">
                  <c:v>5.08304457055734E-2</c:v>
                </c:pt>
                <c:pt idx="2103">
                  <c:v>0</c:v>
                </c:pt>
                <c:pt idx="2104">
                  <c:v>5.2298930332573101E-2</c:v>
                </c:pt>
                <c:pt idx="2105">
                  <c:v>5.9364259747102598E-2</c:v>
                </c:pt>
                <c:pt idx="2106">
                  <c:v>5.6569155841818999E-2</c:v>
                </c:pt>
                <c:pt idx="2107">
                  <c:v>5.6751175404495501E-2</c:v>
                </c:pt>
                <c:pt idx="2108">
                  <c:v>5.3550326975558997E-2</c:v>
                </c:pt>
                <c:pt idx="2109">
                  <c:v>5.4029131499783299E-2</c:v>
                </c:pt>
                <c:pt idx="2110">
                  <c:v>5.0847745118458999E-2</c:v>
                </c:pt>
                <c:pt idx="2111">
                  <c:v>5.2843435870180103E-2</c:v>
                </c:pt>
                <c:pt idx="2112">
                  <c:v>5.8037335332467598E-2</c:v>
                </c:pt>
                <c:pt idx="2113">
                  <c:v>5.0494525336087101E-2</c:v>
                </c:pt>
                <c:pt idx="2114">
                  <c:v>6.14357189809955E-2</c:v>
                </c:pt>
                <c:pt idx="2115">
                  <c:v>5.80330833278122E-2</c:v>
                </c:pt>
                <c:pt idx="2116">
                  <c:v>5.0696187937304203E-2</c:v>
                </c:pt>
                <c:pt idx="2117">
                  <c:v>0</c:v>
                </c:pt>
                <c:pt idx="2118">
                  <c:v>5.0862376538630599E-2</c:v>
                </c:pt>
                <c:pt idx="2119">
                  <c:v>5.4237241714157398E-2</c:v>
                </c:pt>
                <c:pt idx="2120">
                  <c:v>5.0258150260007198E-2</c:v>
                </c:pt>
                <c:pt idx="2121">
                  <c:v>5.0305808394172299E-2</c:v>
                </c:pt>
                <c:pt idx="2122">
                  <c:v>5.0581526990127301E-2</c:v>
                </c:pt>
                <c:pt idx="2123">
                  <c:v>5.2015113930669203E-2</c:v>
                </c:pt>
                <c:pt idx="2124">
                  <c:v>5.0123879257824397E-2</c:v>
                </c:pt>
                <c:pt idx="2125">
                  <c:v>5.0242301712056299E-2</c:v>
                </c:pt>
                <c:pt idx="2126">
                  <c:v>5.71494930920994E-2</c:v>
                </c:pt>
                <c:pt idx="2127">
                  <c:v>5.0167749453559202E-2</c:v>
                </c:pt>
                <c:pt idx="2128">
                  <c:v>5.4872789368189498E-2</c:v>
                </c:pt>
                <c:pt idx="2129">
                  <c:v>5.0131935548398003E-2</c:v>
                </c:pt>
                <c:pt idx="2130">
                  <c:v>5.0193448244348897E-2</c:v>
                </c:pt>
                <c:pt idx="2131">
                  <c:v>5.0287845522102699E-2</c:v>
                </c:pt>
                <c:pt idx="2132">
                  <c:v>5.0188956699543E-2</c:v>
                </c:pt>
                <c:pt idx="2133">
                  <c:v>5.4636190248490202E-2</c:v>
                </c:pt>
                <c:pt idx="2134">
                  <c:v>5.4567381473900702E-2</c:v>
                </c:pt>
                <c:pt idx="2135">
                  <c:v>5.0635998170123202E-2</c:v>
                </c:pt>
                <c:pt idx="2136">
                  <c:v>5.1395534044848798E-2</c:v>
                </c:pt>
                <c:pt idx="2137">
                  <c:v>5.21567403286715E-2</c:v>
                </c:pt>
                <c:pt idx="2138">
                  <c:v>5.2104077374041297E-2</c:v>
                </c:pt>
                <c:pt idx="2139">
                  <c:v>5.1570160174258403E-2</c:v>
                </c:pt>
                <c:pt idx="2140">
                  <c:v>5.3063344496715001E-2</c:v>
                </c:pt>
                <c:pt idx="2141">
                  <c:v>5.10169064252807E-2</c:v>
                </c:pt>
                <c:pt idx="2142">
                  <c:v>5.0944555034314602E-2</c:v>
                </c:pt>
                <c:pt idx="2143">
                  <c:v>5.2622018199087899E-2</c:v>
                </c:pt>
                <c:pt idx="2144">
                  <c:v>5.0429490119803001E-2</c:v>
                </c:pt>
                <c:pt idx="2145">
                  <c:v>5.0464218743340297E-2</c:v>
                </c:pt>
                <c:pt idx="2146">
                  <c:v>5.3153001916661502E-2</c:v>
                </c:pt>
                <c:pt idx="2147">
                  <c:v>6.4169933784251398E-2</c:v>
                </c:pt>
                <c:pt idx="2148">
                  <c:v>0</c:v>
                </c:pt>
                <c:pt idx="2149">
                  <c:v>0</c:v>
                </c:pt>
                <c:pt idx="2150">
                  <c:v>5.0800654285197498E-2</c:v>
                </c:pt>
                <c:pt idx="2151">
                  <c:v>5.01675485294035E-2</c:v>
                </c:pt>
                <c:pt idx="2152">
                  <c:v>5.0392967987323102E-2</c:v>
                </c:pt>
                <c:pt idx="2153">
                  <c:v>4.9985351080017199E-2</c:v>
                </c:pt>
                <c:pt idx="2154">
                  <c:v>5.0036321660054499E-2</c:v>
                </c:pt>
                <c:pt idx="2155">
                  <c:v>5.11909145703641E-2</c:v>
                </c:pt>
                <c:pt idx="2156">
                  <c:v>6.9290196250982802E-2</c:v>
                </c:pt>
                <c:pt idx="2157">
                  <c:v>5.1227041415231302E-2</c:v>
                </c:pt>
                <c:pt idx="2158">
                  <c:v>5.8806795324724603E-2</c:v>
                </c:pt>
                <c:pt idx="2159">
                  <c:v>5.1795716472065899E-2</c:v>
                </c:pt>
                <c:pt idx="2160">
                  <c:v>4.9960669234518001E-2</c:v>
                </c:pt>
                <c:pt idx="2161">
                  <c:v>5.0331555440495702E-2</c:v>
                </c:pt>
                <c:pt idx="2162">
                  <c:v>4.9979429411748599E-2</c:v>
                </c:pt>
                <c:pt idx="2163">
                  <c:v>5.1625406154940802E-2</c:v>
                </c:pt>
                <c:pt idx="2164">
                  <c:v>5.23012493884829E-2</c:v>
                </c:pt>
                <c:pt idx="2165">
                  <c:v>5.9830565177978898E-2</c:v>
                </c:pt>
                <c:pt idx="2166">
                  <c:v>5.3841985558042899E-2</c:v>
                </c:pt>
                <c:pt idx="2167">
                  <c:v>5.0429338793888299E-2</c:v>
                </c:pt>
                <c:pt idx="2168">
                  <c:v>5.0971022590758197E-2</c:v>
                </c:pt>
                <c:pt idx="2169">
                  <c:v>5.0167830497209298E-2</c:v>
                </c:pt>
                <c:pt idx="2170">
                  <c:v>5.4743849978723599E-2</c:v>
                </c:pt>
                <c:pt idx="2171">
                  <c:v>5.0114614220350302E-2</c:v>
                </c:pt>
                <c:pt idx="2172">
                  <c:v>5.03539868061866E-2</c:v>
                </c:pt>
                <c:pt idx="2173">
                  <c:v>5.6629867241326702E-2</c:v>
                </c:pt>
                <c:pt idx="2174">
                  <c:v>5.0128785180039999E-2</c:v>
                </c:pt>
                <c:pt idx="2175">
                  <c:v>5.0481997987856797E-2</c:v>
                </c:pt>
                <c:pt idx="2176">
                  <c:v>5.08140792422207E-2</c:v>
                </c:pt>
                <c:pt idx="2177">
                  <c:v>5.6494299821542901E-2</c:v>
                </c:pt>
                <c:pt idx="2178">
                  <c:v>0</c:v>
                </c:pt>
                <c:pt idx="2179">
                  <c:v>4.9960157979121997E-2</c:v>
                </c:pt>
                <c:pt idx="2180">
                  <c:v>5.0105784836842901E-2</c:v>
                </c:pt>
                <c:pt idx="2181">
                  <c:v>0</c:v>
                </c:pt>
                <c:pt idx="2182">
                  <c:v>5.1491699930192598E-2</c:v>
                </c:pt>
                <c:pt idx="2183">
                  <c:v>5.3601380432973501E-2</c:v>
                </c:pt>
                <c:pt idx="2184">
                  <c:v>5.4446525888912398E-2</c:v>
                </c:pt>
                <c:pt idx="2185">
                  <c:v>5.0041772360021698E-2</c:v>
                </c:pt>
                <c:pt idx="2186">
                  <c:v>5.0058289905572297E-2</c:v>
                </c:pt>
                <c:pt idx="2187">
                  <c:v>5.0289168809990202E-2</c:v>
                </c:pt>
                <c:pt idx="2188">
                  <c:v>5.0333344637452697E-2</c:v>
                </c:pt>
                <c:pt idx="2189">
                  <c:v>5.0022668040977603E-2</c:v>
                </c:pt>
                <c:pt idx="2190">
                  <c:v>0</c:v>
                </c:pt>
                <c:pt idx="2191">
                  <c:v>5.3245854161978599E-2</c:v>
                </c:pt>
                <c:pt idx="2192">
                  <c:v>6.1677172041056202E-2</c:v>
                </c:pt>
                <c:pt idx="2193">
                  <c:v>5.87921849822221E-2</c:v>
                </c:pt>
                <c:pt idx="2194">
                  <c:v>5.06007277695317E-2</c:v>
                </c:pt>
                <c:pt idx="2195">
                  <c:v>5.0397754707532202E-2</c:v>
                </c:pt>
                <c:pt idx="2196">
                  <c:v>5.0226928911172503E-2</c:v>
                </c:pt>
                <c:pt idx="2197">
                  <c:v>5.06751824271836E-2</c:v>
                </c:pt>
                <c:pt idx="2198">
                  <c:v>5.0286653922292798E-2</c:v>
                </c:pt>
                <c:pt idx="2199">
                  <c:v>6.25031761501295E-2</c:v>
                </c:pt>
                <c:pt idx="2200">
                  <c:v>5.0556131787776903E-2</c:v>
                </c:pt>
                <c:pt idx="2201">
                  <c:v>5.1147371724940598E-2</c:v>
                </c:pt>
                <c:pt idx="2202">
                  <c:v>0</c:v>
                </c:pt>
                <c:pt idx="2203">
                  <c:v>5.0217026314889501E-2</c:v>
                </c:pt>
                <c:pt idx="2204">
                  <c:v>5.1236295997865597E-2</c:v>
                </c:pt>
                <c:pt idx="2205">
                  <c:v>5.2567876767849402E-2</c:v>
                </c:pt>
                <c:pt idx="2206">
                  <c:v>0</c:v>
                </c:pt>
                <c:pt idx="2207">
                  <c:v>5.1358455063345597E-2</c:v>
                </c:pt>
                <c:pt idx="2208">
                  <c:v>5.2870339651393997E-2</c:v>
                </c:pt>
                <c:pt idx="2209">
                  <c:v>5.0717488211320098E-2</c:v>
                </c:pt>
                <c:pt idx="2210">
                  <c:v>5.3693302083776602E-2</c:v>
                </c:pt>
                <c:pt idx="2211">
                  <c:v>0</c:v>
                </c:pt>
                <c:pt idx="2212">
                  <c:v>5.2215245867926301E-2</c:v>
                </c:pt>
                <c:pt idx="2213">
                  <c:v>5.1317723653723203E-2</c:v>
                </c:pt>
                <c:pt idx="2214">
                  <c:v>5.0168210549449997E-2</c:v>
                </c:pt>
                <c:pt idx="2215">
                  <c:v>5.0304672312782898E-2</c:v>
                </c:pt>
                <c:pt idx="2216">
                  <c:v>5.0151515237100798E-2</c:v>
                </c:pt>
                <c:pt idx="2217">
                  <c:v>5.7361073362094998E-2</c:v>
                </c:pt>
                <c:pt idx="2218">
                  <c:v>5.4495823315739898E-2</c:v>
                </c:pt>
                <c:pt idx="2219">
                  <c:v>5.0030519251919203E-2</c:v>
                </c:pt>
                <c:pt idx="2220">
                  <c:v>5.5362986943504298E-2</c:v>
                </c:pt>
                <c:pt idx="2221">
                  <c:v>5.5294595609685498E-2</c:v>
                </c:pt>
                <c:pt idx="2222">
                  <c:v>5.2603315259639197E-2</c:v>
                </c:pt>
                <c:pt idx="2223">
                  <c:v>5.1213080658155399E-2</c:v>
                </c:pt>
                <c:pt idx="2224">
                  <c:v>5.1995731092024398E-2</c:v>
                </c:pt>
                <c:pt idx="2225">
                  <c:v>5.0722092992525801E-2</c:v>
                </c:pt>
                <c:pt idx="2226">
                  <c:v>5.0193333358546401E-2</c:v>
                </c:pt>
                <c:pt idx="2227">
                  <c:v>5.4720599092212302E-2</c:v>
                </c:pt>
                <c:pt idx="2228">
                  <c:v>5.31372259361877E-2</c:v>
                </c:pt>
                <c:pt idx="2229">
                  <c:v>5.62580380095139E-2</c:v>
                </c:pt>
                <c:pt idx="2230">
                  <c:v>5.0781337454455601E-2</c:v>
                </c:pt>
                <c:pt idx="2231">
                  <c:v>5.41286125286057E-2</c:v>
                </c:pt>
                <c:pt idx="2232">
                  <c:v>5.4562301321384503E-2</c:v>
                </c:pt>
                <c:pt idx="2233">
                  <c:v>5.0422023000208302E-2</c:v>
                </c:pt>
                <c:pt idx="2234">
                  <c:v>5.5373537822158397E-2</c:v>
                </c:pt>
                <c:pt idx="2235">
                  <c:v>5.6390456086830597E-2</c:v>
                </c:pt>
                <c:pt idx="2236">
                  <c:v>5.0387642854670303E-2</c:v>
                </c:pt>
                <c:pt idx="2237">
                  <c:v>5.0415761268331999E-2</c:v>
                </c:pt>
                <c:pt idx="2238">
                  <c:v>5.2203690033774702E-2</c:v>
                </c:pt>
                <c:pt idx="2239">
                  <c:v>4.9865176376845101E-2</c:v>
                </c:pt>
                <c:pt idx="2240">
                  <c:v>5.1082659317834803E-2</c:v>
                </c:pt>
                <c:pt idx="2241">
                  <c:v>6.5242274749888807E-2</c:v>
                </c:pt>
                <c:pt idx="2242">
                  <c:v>5.0524699243950498E-2</c:v>
                </c:pt>
                <c:pt idx="2243">
                  <c:v>5.2279461947425603E-2</c:v>
                </c:pt>
                <c:pt idx="2244">
                  <c:v>5.0958060898469597E-2</c:v>
                </c:pt>
                <c:pt idx="2245">
                  <c:v>5.3212750064040602E-2</c:v>
                </c:pt>
                <c:pt idx="2246">
                  <c:v>5.0122055246772698E-2</c:v>
                </c:pt>
                <c:pt idx="2247">
                  <c:v>5.0699749540926903E-2</c:v>
                </c:pt>
                <c:pt idx="2248">
                  <c:v>5.3626784691265597E-2</c:v>
                </c:pt>
                <c:pt idx="2249">
                  <c:v>5.0337536167719597E-2</c:v>
                </c:pt>
                <c:pt idx="2250">
                  <c:v>5.22372304335363E-2</c:v>
                </c:pt>
                <c:pt idx="2251">
                  <c:v>5.4054763186601198E-2</c:v>
                </c:pt>
                <c:pt idx="2252">
                  <c:v>5.4248898009981499E-2</c:v>
                </c:pt>
                <c:pt idx="2253">
                  <c:v>5.2040983502634898E-2</c:v>
                </c:pt>
                <c:pt idx="2254">
                  <c:v>5.0183429902089502E-2</c:v>
                </c:pt>
                <c:pt idx="2255">
                  <c:v>5.0084959667542998E-2</c:v>
                </c:pt>
                <c:pt idx="2256">
                  <c:v>5.29011092572984E-2</c:v>
                </c:pt>
                <c:pt idx="2257">
                  <c:v>0</c:v>
                </c:pt>
                <c:pt idx="2258">
                  <c:v>5.050643199628E-2</c:v>
                </c:pt>
                <c:pt idx="2259">
                  <c:v>5.0742408713376499E-2</c:v>
                </c:pt>
                <c:pt idx="2260">
                  <c:v>5.25191815375134E-2</c:v>
                </c:pt>
                <c:pt idx="2261">
                  <c:v>5.08956996204077E-2</c:v>
                </c:pt>
                <c:pt idx="2262">
                  <c:v>6.1272667852781702E-2</c:v>
                </c:pt>
                <c:pt idx="2263">
                  <c:v>5.0025101031186001E-2</c:v>
                </c:pt>
                <c:pt idx="2264">
                  <c:v>5.0187012193599598E-2</c:v>
                </c:pt>
                <c:pt idx="2265">
                  <c:v>5.0393760157145799E-2</c:v>
                </c:pt>
                <c:pt idx="2266">
                  <c:v>5.3766773270486699E-2</c:v>
                </c:pt>
                <c:pt idx="2267">
                  <c:v>5.1171835255517398E-2</c:v>
                </c:pt>
                <c:pt idx="2268">
                  <c:v>0</c:v>
                </c:pt>
                <c:pt idx="2269">
                  <c:v>5.0095174021718501E-2</c:v>
                </c:pt>
                <c:pt idx="2270">
                  <c:v>5.1501442113550198E-2</c:v>
                </c:pt>
                <c:pt idx="2271">
                  <c:v>5.4621699657637801E-2</c:v>
                </c:pt>
                <c:pt idx="2272">
                  <c:v>5.4456512246773899E-2</c:v>
                </c:pt>
                <c:pt idx="2273">
                  <c:v>5.0771695238114499E-2</c:v>
                </c:pt>
                <c:pt idx="2274">
                  <c:v>5.2730627306050798E-2</c:v>
                </c:pt>
                <c:pt idx="2275">
                  <c:v>5.0179871093085797E-2</c:v>
                </c:pt>
                <c:pt idx="2276">
                  <c:v>5.39137160680365E-2</c:v>
                </c:pt>
                <c:pt idx="2277">
                  <c:v>4.9955554176884499E-2</c:v>
                </c:pt>
                <c:pt idx="2278">
                  <c:v>5.0428777343672598E-2</c:v>
                </c:pt>
                <c:pt idx="2279">
                  <c:v>5.1184656272993401E-2</c:v>
                </c:pt>
                <c:pt idx="2280">
                  <c:v>5.5220844306006399E-2</c:v>
                </c:pt>
                <c:pt idx="2281">
                  <c:v>5.7053672426553501E-2</c:v>
                </c:pt>
                <c:pt idx="2282">
                  <c:v>5.0397379703976002E-2</c:v>
                </c:pt>
                <c:pt idx="2283">
                  <c:v>5.1103695729048403E-2</c:v>
                </c:pt>
                <c:pt idx="2284">
                  <c:v>5.0943115176082597E-2</c:v>
                </c:pt>
                <c:pt idx="2285">
                  <c:v>5.0095965964455903E-2</c:v>
                </c:pt>
                <c:pt idx="2286">
                  <c:v>5.5051400011767199E-2</c:v>
                </c:pt>
                <c:pt idx="2287">
                  <c:v>5.2018477854427703E-2</c:v>
                </c:pt>
                <c:pt idx="2288">
                  <c:v>5.0214036380073601E-2</c:v>
                </c:pt>
                <c:pt idx="2289">
                  <c:v>5.7334189812111497E-2</c:v>
                </c:pt>
                <c:pt idx="2290">
                  <c:v>5.0354937927240898E-2</c:v>
                </c:pt>
                <c:pt idx="2291">
                  <c:v>4.9887101947708901E-2</c:v>
                </c:pt>
                <c:pt idx="2292">
                  <c:v>5.7248223587480898E-2</c:v>
                </c:pt>
                <c:pt idx="2293">
                  <c:v>5.4904343273903103E-2</c:v>
                </c:pt>
                <c:pt idx="2294">
                  <c:v>5.1352468610219797E-2</c:v>
                </c:pt>
                <c:pt idx="2295">
                  <c:v>5.0682188043866302E-2</c:v>
                </c:pt>
                <c:pt idx="2296">
                  <c:v>5.0719479503760198E-2</c:v>
                </c:pt>
                <c:pt idx="2297">
                  <c:v>5.6399848123174799E-2</c:v>
                </c:pt>
                <c:pt idx="2298">
                  <c:v>0</c:v>
                </c:pt>
                <c:pt idx="2299">
                  <c:v>5.0884163897118001E-2</c:v>
                </c:pt>
                <c:pt idx="2300">
                  <c:v>5.0871806665671003E-2</c:v>
                </c:pt>
                <c:pt idx="2301">
                  <c:v>5.1873131917079901E-2</c:v>
                </c:pt>
                <c:pt idx="2302">
                  <c:v>5.2016833887777503E-2</c:v>
                </c:pt>
                <c:pt idx="2303">
                  <c:v>5.3340401680665499E-2</c:v>
                </c:pt>
                <c:pt idx="2304">
                  <c:v>5.1062468814345501E-2</c:v>
                </c:pt>
                <c:pt idx="2305">
                  <c:v>5.1504110405421397E-2</c:v>
                </c:pt>
                <c:pt idx="2306">
                  <c:v>5.1560008144302602E-2</c:v>
                </c:pt>
                <c:pt idx="2307">
                  <c:v>5.1286093522705301E-2</c:v>
                </c:pt>
                <c:pt idx="2308">
                  <c:v>5.3739700419052197E-2</c:v>
                </c:pt>
                <c:pt idx="2309">
                  <c:v>5.3596202679160501E-2</c:v>
                </c:pt>
                <c:pt idx="2310">
                  <c:v>6.1618140527594102E-2</c:v>
                </c:pt>
                <c:pt idx="2311">
                  <c:v>6.15968959117279E-2</c:v>
                </c:pt>
                <c:pt idx="2312">
                  <c:v>6.2958835037740093E-2</c:v>
                </c:pt>
                <c:pt idx="2313">
                  <c:v>6.0288226946423898E-2</c:v>
                </c:pt>
                <c:pt idx="2314">
                  <c:v>5.14663463351046E-2</c:v>
                </c:pt>
                <c:pt idx="2315">
                  <c:v>5.0983852316474697E-2</c:v>
                </c:pt>
                <c:pt idx="2316">
                  <c:v>4.9984746535288199E-2</c:v>
                </c:pt>
                <c:pt idx="2317">
                  <c:v>4.99300350746434E-2</c:v>
                </c:pt>
                <c:pt idx="2318">
                  <c:v>5.0684164444655802E-2</c:v>
                </c:pt>
                <c:pt idx="2319">
                  <c:v>5.1530377367379601E-2</c:v>
                </c:pt>
                <c:pt idx="2320">
                  <c:v>6.4232445465665894E-2</c:v>
                </c:pt>
                <c:pt idx="2321">
                  <c:v>5.2004907878478501E-2</c:v>
                </c:pt>
                <c:pt idx="2322">
                  <c:v>5.0222506604075297E-2</c:v>
                </c:pt>
                <c:pt idx="2323">
                  <c:v>5.1540626085558601E-2</c:v>
                </c:pt>
                <c:pt idx="2324">
                  <c:v>5.0355608287963198E-2</c:v>
                </c:pt>
                <c:pt idx="2325">
                  <c:v>5.0419878519479301E-2</c:v>
                </c:pt>
                <c:pt idx="2326">
                  <c:v>0</c:v>
                </c:pt>
                <c:pt idx="2327">
                  <c:v>5.0991261738758897E-2</c:v>
                </c:pt>
                <c:pt idx="2328">
                  <c:v>5.7480830611731502E-2</c:v>
                </c:pt>
                <c:pt idx="2329">
                  <c:v>5.0118920300096202E-2</c:v>
                </c:pt>
                <c:pt idx="2330">
                  <c:v>5.3641055995258202E-2</c:v>
                </c:pt>
                <c:pt idx="2331">
                  <c:v>5.2599712530362101E-2</c:v>
                </c:pt>
                <c:pt idx="2332">
                  <c:v>5.17679048482622E-2</c:v>
                </c:pt>
                <c:pt idx="2333">
                  <c:v>5.0984005578543101E-2</c:v>
                </c:pt>
                <c:pt idx="2334">
                  <c:v>5.3728552763814497E-2</c:v>
                </c:pt>
                <c:pt idx="2335">
                  <c:v>5.0077278560543399E-2</c:v>
                </c:pt>
                <c:pt idx="2336">
                  <c:v>5.4522963675878999E-2</c:v>
                </c:pt>
                <c:pt idx="2337">
                  <c:v>5.19968965579427E-2</c:v>
                </c:pt>
                <c:pt idx="2338">
                  <c:v>0</c:v>
                </c:pt>
                <c:pt idx="2339">
                  <c:v>0</c:v>
                </c:pt>
                <c:pt idx="2340">
                  <c:v>0</c:v>
                </c:pt>
                <c:pt idx="2341">
                  <c:v>4.9987610909126803E-2</c:v>
                </c:pt>
                <c:pt idx="2342">
                  <c:v>5.0214319958214702E-2</c:v>
                </c:pt>
                <c:pt idx="2343">
                  <c:v>0</c:v>
                </c:pt>
                <c:pt idx="2344">
                  <c:v>5.57026043176349E-2</c:v>
                </c:pt>
                <c:pt idx="2345">
                  <c:v>0</c:v>
                </c:pt>
                <c:pt idx="2346">
                  <c:v>6.1804498504946098E-2</c:v>
                </c:pt>
                <c:pt idx="2347">
                  <c:v>5.1246794350918903E-2</c:v>
                </c:pt>
                <c:pt idx="2348">
                  <c:v>5.0746297571796703E-2</c:v>
                </c:pt>
                <c:pt idx="2349">
                  <c:v>5.1091864279382698E-2</c:v>
                </c:pt>
                <c:pt idx="2350">
                  <c:v>5.0116159492223901E-2</c:v>
                </c:pt>
                <c:pt idx="2351">
                  <c:v>5.2061557710316002E-2</c:v>
                </c:pt>
                <c:pt idx="2352">
                  <c:v>5.2075378679933698E-2</c:v>
                </c:pt>
                <c:pt idx="2353">
                  <c:v>0</c:v>
                </c:pt>
                <c:pt idx="2354">
                  <c:v>5.0796149614382703E-2</c:v>
                </c:pt>
                <c:pt idx="2355">
                  <c:v>5.27661470586471E-2</c:v>
                </c:pt>
                <c:pt idx="2356">
                  <c:v>0</c:v>
                </c:pt>
                <c:pt idx="2357">
                  <c:v>5.9193647656948498E-2</c:v>
                </c:pt>
                <c:pt idx="2358">
                  <c:v>5.2109113299970401E-2</c:v>
                </c:pt>
                <c:pt idx="2359">
                  <c:v>5.2752204233179598E-2</c:v>
                </c:pt>
                <c:pt idx="2360">
                  <c:v>5.4315968845850902E-2</c:v>
                </c:pt>
                <c:pt idx="2361">
                  <c:v>5.1181910979999301E-2</c:v>
                </c:pt>
                <c:pt idx="2362">
                  <c:v>5.1976528564877403E-2</c:v>
                </c:pt>
                <c:pt idx="2363">
                  <c:v>5.0355849899826798E-2</c:v>
                </c:pt>
                <c:pt idx="2364">
                  <c:v>5.3887276449556799E-2</c:v>
                </c:pt>
                <c:pt idx="2365">
                  <c:v>4.9980366728456099E-2</c:v>
                </c:pt>
                <c:pt idx="2366">
                  <c:v>5.0381837018005998E-2</c:v>
                </c:pt>
                <c:pt idx="2367">
                  <c:v>5.09891506640636E-2</c:v>
                </c:pt>
                <c:pt idx="2368">
                  <c:v>5.2414712626920497E-2</c:v>
                </c:pt>
                <c:pt idx="2369">
                  <c:v>5.0198190200277402E-2</c:v>
                </c:pt>
                <c:pt idx="2370">
                  <c:v>5.0980926640572299E-2</c:v>
                </c:pt>
                <c:pt idx="2371">
                  <c:v>5.4006833421346302E-2</c:v>
                </c:pt>
                <c:pt idx="2372">
                  <c:v>5.7235997127996298E-2</c:v>
                </c:pt>
                <c:pt idx="2373">
                  <c:v>0</c:v>
                </c:pt>
                <c:pt idx="2374">
                  <c:v>5.1655793687075797E-2</c:v>
                </c:pt>
                <c:pt idx="2375">
                  <c:v>5.1064420045644897E-2</c:v>
                </c:pt>
                <c:pt idx="2376">
                  <c:v>5.1398764801290499E-2</c:v>
                </c:pt>
                <c:pt idx="2377">
                  <c:v>6.3095031820679104E-2</c:v>
                </c:pt>
                <c:pt idx="2378">
                  <c:v>5.11835682860231E-2</c:v>
                </c:pt>
                <c:pt idx="2379">
                  <c:v>5.2456235696440798E-2</c:v>
                </c:pt>
                <c:pt idx="2380">
                  <c:v>5.0607143124234699E-2</c:v>
                </c:pt>
                <c:pt idx="2381">
                  <c:v>5.0292726112084601E-2</c:v>
                </c:pt>
                <c:pt idx="2382">
                  <c:v>5.05358491195095E-2</c:v>
                </c:pt>
                <c:pt idx="2383">
                  <c:v>5.19665429437072E-2</c:v>
                </c:pt>
                <c:pt idx="2384">
                  <c:v>5.0742597525457102E-2</c:v>
                </c:pt>
                <c:pt idx="2385">
                  <c:v>0</c:v>
                </c:pt>
                <c:pt idx="2386">
                  <c:v>0</c:v>
                </c:pt>
                <c:pt idx="2387">
                  <c:v>5.4166839802395297E-2</c:v>
                </c:pt>
                <c:pt idx="2388">
                  <c:v>5.00523473512757E-2</c:v>
                </c:pt>
                <c:pt idx="2389">
                  <c:v>0</c:v>
                </c:pt>
                <c:pt idx="2390">
                  <c:v>5.5848961143525097E-2</c:v>
                </c:pt>
                <c:pt idx="2391">
                  <c:v>4.9890022569534599E-2</c:v>
                </c:pt>
                <c:pt idx="2392">
                  <c:v>5.5564357948578898E-2</c:v>
                </c:pt>
                <c:pt idx="2393">
                  <c:v>5.2917760381134597E-2</c:v>
                </c:pt>
                <c:pt idx="2394">
                  <c:v>5.3129851127298101E-2</c:v>
                </c:pt>
                <c:pt idx="2395">
                  <c:v>5.1031085036088802E-2</c:v>
                </c:pt>
                <c:pt idx="2396">
                  <c:v>5.0487978795293598E-2</c:v>
                </c:pt>
                <c:pt idx="2397">
                  <c:v>0</c:v>
                </c:pt>
                <c:pt idx="2398">
                  <c:v>5.1871391534734801E-2</c:v>
                </c:pt>
                <c:pt idx="2399">
                  <c:v>5.5068422790476003E-2</c:v>
                </c:pt>
                <c:pt idx="2400">
                  <c:v>4.9999332690968901E-2</c:v>
                </c:pt>
                <c:pt idx="2401">
                  <c:v>5.0503890244218003E-2</c:v>
                </c:pt>
                <c:pt idx="2402">
                  <c:v>5.1444381569298203E-2</c:v>
                </c:pt>
                <c:pt idx="2403">
                  <c:v>5.4431698777922297E-2</c:v>
                </c:pt>
                <c:pt idx="2404">
                  <c:v>5.1600705159551903E-2</c:v>
                </c:pt>
                <c:pt idx="2405">
                  <c:v>5.00698077354386E-2</c:v>
                </c:pt>
                <c:pt idx="2406">
                  <c:v>0</c:v>
                </c:pt>
                <c:pt idx="2407">
                  <c:v>5.6342350277522199E-2</c:v>
                </c:pt>
                <c:pt idx="2408">
                  <c:v>5.6132541703928E-2</c:v>
                </c:pt>
                <c:pt idx="2409">
                  <c:v>5.3975395888963197E-2</c:v>
                </c:pt>
                <c:pt idx="2410">
                  <c:v>5.2379264477854202E-2</c:v>
                </c:pt>
                <c:pt idx="2411">
                  <c:v>5.1872407818060698E-2</c:v>
                </c:pt>
                <c:pt idx="2412">
                  <c:v>5.1016933070536098E-2</c:v>
                </c:pt>
                <c:pt idx="2413">
                  <c:v>5.3137566589700397E-2</c:v>
                </c:pt>
                <c:pt idx="2414">
                  <c:v>4.9988125062234899E-2</c:v>
                </c:pt>
                <c:pt idx="2415">
                  <c:v>5.1941114536837099E-2</c:v>
                </c:pt>
                <c:pt idx="2416">
                  <c:v>6.2179102652108999E-2</c:v>
                </c:pt>
                <c:pt idx="2417">
                  <c:v>5.5985179763171397E-2</c:v>
                </c:pt>
                <c:pt idx="2418">
                  <c:v>5.0900470542680702E-2</c:v>
                </c:pt>
                <c:pt idx="2419">
                  <c:v>5.0717471986963802E-2</c:v>
                </c:pt>
                <c:pt idx="2420">
                  <c:v>5.3531174690448699E-2</c:v>
                </c:pt>
                <c:pt idx="2421">
                  <c:v>6.16440718437445E-2</c:v>
                </c:pt>
                <c:pt idx="2422">
                  <c:v>5.8986007908553503E-2</c:v>
                </c:pt>
                <c:pt idx="2423">
                  <c:v>0</c:v>
                </c:pt>
                <c:pt idx="2424">
                  <c:v>5.23921720816471E-2</c:v>
                </c:pt>
                <c:pt idx="2425">
                  <c:v>5.03548632001291E-2</c:v>
                </c:pt>
                <c:pt idx="2426">
                  <c:v>5.17942801834059E-2</c:v>
                </c:pt>
                <c:pt idx="2427">
                  <c:v>5.1626136738336298E-2</c:v>
                </c:pt>
                <c:pt idx="2428">
                  <c:v>5.44458286600586E-2</c:v>
                </c:pt>
                <c:pt idx="2429">
                  <c:v>5.0589783322959297E-2</c:v>
                </c:pt>
                <c:pt idx="2430">
                  <c:v>5.0638998724829E-2</c:v>
                </c:pt>
                <c:pt idx="2431">
                  <c:v>5.08618697852165E-2</c:v>
                </c:pt>
                <c:pt idx="2432">
                  <c:v>5.1063293971816297E-2</c:v>
                </c:pt>
                <c:pt idx="2433">
                  <c:v>5.5038124390027698E-2</c:v>
                </c:pt>
                <c:pt idx="2434">
                  <c:v>5.19259131743805E-2</c:v>
                </c:pt>
                <c:pt idx="2435">
                  <c:v>0</c:v>
                </c:pt>
                <c:pt idx="2436">
                  <c:v>5.0732142771552302E-2</c:v>
                </c:pt>
                <c:pt idx="2437">
                  <c:v>0</c:v>
                </c:pt>
                <c:pt idx="2438">
                  <c:v>5.2437860647430903E-2</c:v>
                </c:pt>
                <c:pt idx="2439">
                  <c:v>5.00761599500563E-2</c:v>
                </c:pt>
                <c:pt idx="2440">
                  <c:v>5.69305175499146E-2</c:v>
                </c:pt>
                <c:pt idx="2441">
                  <c:v>5.1446828514630998E-2</c:v>
                </c:pt>
                <c:pt idx="2442">
                  <c:v>5.3060401509417598E-2</c:v>
                </c:pt>
                <c:pt idx="2443">
                  <c:v>5.0164490579401803E-2</c:v>
                </c:pt>
                <c:pt idx="2444">
                  <c:v>5.0075169807533002E-2</c:v>
                </c:pt>
                <c:pt idx="2445">
                  <c:v>0</c:v>
                </c:pt>
                <c:pt idx="2446">
                  <c:v>5.0775159521214898E-2</c:v>
                </c:pt>
                <c:pt idx="2447">
                  <c:v>5.07239108366297E-2</c:v>
                </c:pt>
                <c:pt idx="2448">
                  <c:v>5.0203706195210501E-2</c:v>
                </c:pt>
                <c:pt idx="2449">
                  <c:v>5.2703199759368102E-2</c:v>
                </c:pt>
                <c:pt idx="2450">
                  <c:v>5.0004853349039501E-2</c:v>
                </c:pt>
                <c:pt idx="2451">
                  <c:v>5.4134645741149998E-2</c:v>
                </c:pt>
                <c:pt idx="2452">
                  <c:v>5.0245719057332799E-2</c:v>
                </c:pt>
                <c:pt idx="2453">
                  <c:v>5.2864324495611702E-2</c:v>
                </c:pt>
                <c:pt idx="2454">
                  <c:v>5.1949677735064897E-2</c:v>
                </c:pt>
                <c:pt idx="2455">
                  <c:v>0</c:v>
                </c:pt>
                <c:pt idx="2456">
                  <c:v>0</c:v>
                </c:pt>
                <c:pt idx="2457">
                  <c:v>5.4651249945006003E-2</c:v>
                </c:pt>
                <c:pt idx="2458">
                  <c:v>5.0905295301322699E-2</c:v>
                </c:pt>
                <c:pt idx="2459">
                  <c:v>5.1036390147835398E-2</c:v>
                </c:pt>
                <c:pt idx="2460">
                  <c:v>5.3936604430399201E-2</c:v>
                </c:pt>
                <c:pt idx="2461">
                  <c:v>5.0700749769168003E-2</c:v>
                </c:pt>
                <c:pt idx="2462">
                  <c:v>5.1806619013405601E-2</c:v>
                </c:pt>
                <c:pt idx="2463">
                  <c:v>5.12794059133563E-2</c:v>
                </c:pt>
                <c:pt idx="2464">
                  <c:v>8.3736308894639594E-2</c:v>
                </c:pt>
                <c:pt idx="2465">
                  <c:v>5.0383960428552303E-2</c:v>
                </c:pt>
                <c:pt idx="2466">
                  <c:v>5.4049965500220197E-2</c:v>
                </c:pt>
                <c:pt idx="2467">
                  <c:v>5.15723694716669E-2</c:v>
                </c:pt>
                <c:pt idx="2468">
                  <c:v>5.8288323101406997E-2</c:v>
                </c:pt>
                <c:pt idx="2469">
                  <c:v>5.0813538035621303E-2</c:v>
                </c:pt>
                <c:pt idx="2470">
                  <c:v>5.01694040614344E-2</c:v>
                </c:pt>
                <c:pt idx="2471">
                  <c:v>0</c:v>
                </c:pt>
                <c:pt idx="2472">
                  <c:v>5.5627194191993003E-2</c:v>
                </c:pt>
                <c:pt idx="2473">
                  <c:v>5.2683163744317203E-2</c:v>
                </c:pt>
                <c:pt idx="2474">
                  <c:v>5.3563104571408601E-2</c:v>
                </c:pt>
                <c:pt idx="2475">
                  <c:v>6.0887034898620997E-2</c:v>
                </c:pt>
                <c:pt idx="2476">
                  <c:v>5.15102949558921E-2</c:v>
                </c:pt>
                <c:pt idx="2477">
                  <c:v>5.3071272211153403E-2</c:v>
                </c:pt>
                <c:pt idx="2478">
                  <c:v>5.0016700889104801E-2</c:v>
                </c:pt>
                <c:pt idx="2479">
                  <c:v>5.2356050232788602E-2</c:v>
                </c:pt>
                <c:pt idx="2480">
                  <c:v>5.6837048832703199E-2</c:v>
                </c:pt>
                <c:pt idx="2481">
                  <c:v>5.0291510444158999E-2</c:v>
                </c:pt>
                <c:pt idx="2482">
                  <c:v>5.1544847774908899E-2</c:v>
                </c:pt>
                <c:pt idx="2483">
                  <c:v>0</c:v>
                </c:pt>
                <c:pt idx="2484">
                  <c:v>0</c:v>
                </c:pt>
                <c:pt idx="2485">
                  <c:v>5.0048598227233801E-2</c:v>
                </c:pt>
                <c:pt idx="2486">
                  <c:v>5.18842559940349E-2</c:v>
                </c:pt>
                <c:pt idx="2487">
                  <c:v>5.7714267826342203E-2</c:v>
                </c:pt>
                <c:pt idx="2488">
                  <c:v>5.07958563622814E-2</c:v>
                </c:pt>
                <c:pt idx="2489">
                  <c:v>5.0176252672196199E-2</c:v>
                </c:pt>
                <c:pt idx="2490">
                  <c:v>5.2607939811144901E-2</c:v>
                </c:pt>
                <c:pt idx="2491">
                  <c:v>6.1457488714868003E-2</c:v>
                </c:pt>
                <c:pt idx="2492">
                  <c:v>5.14785467634448E-2</c:v>
                </c:pt>
                <c:pt idx="2493">
                  <c:v>5.1802130458275197E-2</c:v>
                </c:pt>
                <c:pt idx="2494">
                  <c:v>5.1599669913542298E-2</c:v>
                </c:pt>
                <c:pt idx="2495">
                  <c:v>0</c:v>
                </c:pt>
                <c:pt idx="2496">
                  <c:v>5.2470765534746902E-2</c:v>
                </c:pt>
                <c:pt idx="2497">
                  <c:v>5.4985495135340699E-2</c:v>
                </c:pt>
                <c:pt idx="2498">
                  <c:v>5.1321363766492399E-2</c:v>
                </c:pt>
                <c:pt idx="2499">
                  <c:v>5.4541610428899802E-2</c:v>
                </c:pt>
                <c:pt idx="2500">
                  <c:v>6.4802979796274099E-2</c:v>
                </c:pt>
                <c:pt idx="2501">
                  <c:v>5.3911007042616498E-2</c:v>
                </c:pt>
                <c:pt idx="2502">
                  <c:v>5.3987266673470397E-2</c:v>
                </c:pt>
                <c:pt idx="2503">
                  <c:v>5.0065764557820101E-2</c:v>
                </c:pt>
                <c:pt idx="2504">
                  <c:v>5.03570030310092E-2</c:v>
                </c:pt>
                <c:pt idx="2505">
                  <c:v>5.5885111253286497E-2</c:v>
                </c:pt>
                <c:pt idx="2506">
                  <c:v>5.7187682881272198E-2</c:v>
                </c:pt>
                <c:pt idx="2507">
                  <c:v>5.0636074251067399E-2</c:v>
                </c:pt>
                <c:pt idx="2508">
                  <c:v>5.4084982587795802E-2</c:v>
                </c:pt>
                <c:pt idx="2509">
                  <c:v>5.82644325328898E-2</c:v>
                </c:pt>
                <c:pt idx="2510">
                  <c:v>5.6754091341334897E-2</c:v>
                </c:pt>
                <c:pt idx="2511">
                  <c:v>5.0198288571497503E-2</c:v>
                </c:pt>
                <c:pt idx="2512">
                  <c:v>5.10172054674757E-2</c:v>
                </c:pt>
                <c:pt idx="2513">
                  <c:v>5.0597164423307403E-2</c:v>
                </c:pt>
                <c:pt idx="2514">
                  <c:v>5.0997271321288902E-2</c:v>
                </c:pt>
                <c:pt idx="2515">
                  <c:v>5.4047994377248901E-2</c:v>
                </c:pt>
                <c:pt idx="2516">
                  <c:v>5.5583680718591801E-2</c:v>
                </c:pt>
                <c:pt idx="2517">
                  <c:v>4.9944889909395898E-2</c:v>
                </c:pt>
                <c:pt idx="2518">
                  <c:v>0</c:v>
                </c:pt>
                <c:pt idx="2519">
                  <c:v>5.2550793291359997E-2</c:v>
                </c:pt>
                <c:pt idx="2520">
                  <c:v>5.7913976106548297E-2</c:v>
                </c:pt>
                <c:pt idx="2521">
                  <c:v>5.08330746313847E-2</c:v>
                </c:pt>
                <c:pt idx="2522">
                  <c:v>5.0133508801133403E-2</c:v>
                </c:pt>
                <c:pt idx="2523">
                  <c:v>5.22464618313307E-2</c:v>
                </c:pt>
                <c:pt idx="2524">
                  <c:v>0</c:v>
                </c:pt>
                <c:pt idx="2525">
                  <c:v>5.0797799505697599E-2</c:v>
                </c:pt>
                <c:pt idx="2526">
                  <c:v>6.6019512584898299E-2</c:v>
                </c:pt>
                <c:pt idx="2527">
                  <c:v>5.0027056170558401E-2</c:v>
                </c:pt>
                <c:pt idx="2528">
                  <c:v>5.3247422505469898E-2</c:v>
                </c:pt>
                <c:pt idx="2529">
                  <c:v>5.4370647915944703E-2</c:v>
                </c:pt>
                <c:pt idx="2530">
                  <c:v>0</c:v>
                </c:pt>
                <c:pt idx="2531">
                  <c:v>5.8175631667651301E-2</c:v>
                </c:pt>
                <c:pt idx="2532">
                  <c:v>5.84504266422727E-2</c:v>
                </c:pt>
                <c:pt idx="2533">
                  <c:v>5.81514558308968E-2</c:v>
                </c:pt>
                <c:pt idx="2534">
                  <c:v>5.2667115770185402E-2</c:v>
                </c:pt>
                <c:pt idx="2535">
                  <c:v>4.9948697405599797E-2</c:v>
                </c:pt>
                <c:pt idx="2536">
                  <c:v>5.03340844809292E-2</c:v>
                </c:pt>
                <c:pt idx="2537">
                  <c:v>5.1237663791002801E-2</c:v>
                </c:pt>
                <c:pt idx="2538">
                  <c:v>5.0888235555427999E-2</c:v>
                </c:pt>
                <c:pt idx="2539">
                  <c:v>5.27717205880089E-2</c:v>
                </c:pt>
                <c:pt idx="2540">
                  <c:v>5.7651849502966299E-2</c:v>
                </c:pt>
                <c:pt idx="2541">
                  <c:v>5.43371947553856E-2</c:v>
                </c:pt>
                <c:pt idx="2542">
                  <c:v>0</c:v>
                </c:pt>
                <c:pt idx="2543">
                  <c:v>5.3745873645715203E-2</c:v>
                </c:pt>
                <c:pt idx="2544">
                  <c:v>5.81392422020778E-2</c:v>
                </c:pt>
                <c:pt idx="2545">
                  <c:v>5.6121000882312901E-2</c:v>
                </c:pt>
                <c:pt idx="2546">
                  <c:v>5.1961393848344702E-2</c:v>
                </c:pt>
                <c:pt idx="2547">
                  <c:v>0</c:v>
                </c:pt>
                <c:pt idx="2548">
                  <c:v>5.07267911905082E-2</c:v>
                </c:pt>
                <c:pt idx="2549">
                  <c:v>5.6833866320916603E-2</c:v>
                </c:pt>
                <c:pt idx="2550">
                  <c:v>5.1072857254443799E-2</c:v>
                </c:pt>
                <c:pt idx="2551">
                  <c:v>5.1015469789684902E-2</c:v>
                </c:pt>
                <c:pt idx="2552">
                  <c:v>5.9033907250152402E-2</c:v>
                </c:pt>
                <c:pt idx="2553">
                  <c:v>4.9971362357553499E-2</c:v>
                </c:pt>
                <c:pt idx="2554">
                  <c:v>5.0123683484955599E-2</c:v>
                </c:pt>
                <c:pt idx="2555">
                  <c:v>5.0108001528034803E-2</c:v>
                </c:pt>
                <c:pt idx="2556">
                  <c:v>5.0420941459876398E-2</c:v>
                </c:pt>
                <c:pt idx="2557">
                  <c:v>5.1230529787807899E-2</c:v>
                </c:pt>
                <c:pt idx="2558">
                  <c:v>0</c:v>
                </c:pt>
                <c:pt idx="2559">
                  <c:v>5.6232918824135003E-2</c:v>
                </c:pt>
                <c:pt idx="2560">
                  <c:v>5.5925679830440098E-2</c:v>
                </c:pt>
                <c:pt idx="2561">
                  <c:v>5.2380001001033703E-2</c:v>
                </c:pt>
                <c:pt idx="2562">
                  <c:v>5.0580935745893701E-2</c:v>
                </c:pt>
                <c:pt idx="2563">
                  <c:v>5.1055429885386902E-2</c:v>
                </c:pt>
                <c:pt idx="2564">
                  <c:v>5.4904616883533798E-2</c:v>
                </c:pt>
                <c:pt idx="2565">
                  <c:v>5.0467362927449903E-2</c:v>
                </c:pt>
                <c:pt idx="2566">
                  <c:v>5.0002680437525003E-2</c:v>
                </c:pt>
                <c:pt idx="2567">
                  <c:v>5.3285272620281703E-2</c:v>
                </c:pt>
                <c:pt idx="2568">
                  <c:v>5.2928816214766299E-2</c:v>
                </c:pt>
                <c:pt idx="2569">
                  <c:v>6.3474254280058595E-2</c:v>
                </c:pt>
                <c:pt idx="2570">
                  <c:v>5.0781019795504902E-2</c:v>
                </c:pt>
                <c:pt idx="2571">
                  <c:v>5.1050765104852798E-2</c:v>
                </c:pt>
                <c:pt idx="2572">
                  <c:v>5.1003384518464499E-2</c:v>
                </c:pt>
                <c:pt idx="2573">
                  <c:v>5.5142803975633203E-2</c:v>
                </c:pt>
                <c:pt idx="2574">
                  <c:v>5.3027525631541499E-2</c:v>
                </c:pt>
                <c:pt idx="2575">
                  <c:v>5.0866105183551502E-2</c:v>
                </c:pt>
                <c:pt idx="2576">
                  <c:v>5.0283761821645602E-2</c:v>
                </c:pt>
                <c:pt idx="2577">
                  <c:v>5.2502034866346303E-2</c:v>
                </c:pt>
                <c:pt idx="2578">
                  <c:v>5.0131927124060997E-2</c:v>
                </c:pt>
                <c:pt idx="2579">
                  <c:v>5.2323837502514702E-2</c:v>
                </c:pt>
                <c:pt idx="2580">
                  <c:v>5.0757245324793303E-2</c:v>
                </c:pt>
                <c:pt idx="2581">
                  <c:v>5.70158477418716E-2</c:v>
                </c:pt>
                <c:pt idx="2582">
                  <c:v>5.6076200498849697E-2</c:v>
                </c:pt>
                <c:pt idx="2583">
                  <c:v>5.0575814325184203E-2</c:v>
                </c:pt>
                <c:pt idx="2584">
                  <c:v>5.2080922975627601E-2</c:v>
                </c:pt>
                <c:pt idx="2585">
                  <c:v>5.47346929223506E-2</c:v>
                </c:pt>
                <c:pt idx="2586">
                  <c:v>5.0742739063904099E-2</c:v>
                </c:pt>
                <c:pt idx="2587">
                  <c:v>5.3030560938864303E-2</c:v>
                </c:pt>
                <c:pt idx="2588">
                  <c:v>5.80759852299721E-2</c:v>
                </c:pt>
                <c:pt idx="2589">
                  <c:v>5.5719228310395497E-2</c:v>
                </c:pt>
                <c:pt idx="2590">
                  <c:v>5.5696126391502697E-2</c:v>
                </c:pt>
                <c:pt idx="2591">
                  <c:v>5.68962432221631E-2</c:v>
                </c:pt>
                <c:pt idx="2592">
                  <c:v>5.30072242877421E-2</c:v>
                </c:pt>
                <c:pt idx="2593">
                  <c:v>0</c:v>
                </c:pt>
                <c:pt idx="2594">
                  <c:v>5.1127692491872198E-2</c:v>
                </c:pt>
                <c:pt idx="2595">
                  <c:v>5.0143861062136502E-2</c:v>
                </c:pt>
                <c:pt idx="2596">
                  <c:v>5.43543496751768E-2</c:v>
                </c:pt>
                <c:pt idx="2597">
                  <c:v>5.4274523969183502E-2</c:v>
                </c:pt>
                <c:pt idx="2598">
                  <c:v>5.1419273305451901E-2</c:v>
                </c:pt>
                <c:pt idx="2599">
                  <c:v>5.05033538000478E-2</c:v>
                </c:pt>
                <c:pt idx="2600">
                  <c:v>5.1246523656281101E-2</c:v>
                </c:pt>
                <c:pt idx="2601">
                  <c:v>5.3214135561677499E-2</c:v>
                </c:pt>
                <c:pt idx="2602">
                  <c:v>5.7734965474293999E-2</c:v>
                </c:pt>
                <c:pt idx="2603">
                  <c:v>0</c:v>
                </c:pt>
                <c:pt idx="2604">
                  <c:v>5.1119812750684002E-2</c:v>
                </c:pt>
                <c:pt idx="2605">
                  <c:v>5.0864666927136197E-2</c:v>
                </c:pt>
                <c:pt idx="2606">
                  <c:v>5.2983188344710698E-2</c:v>
                </c:pt>
                <c:pt idx="2607">
                  <c:v>5.9207995111497401E-2</c:v>
                </c:pt>
                <c:pt idx="2608">
                  <c:v>5.7685027445120302E-2</c:v>
                </c:pt>
                <c:pt idx="2609">
                  <c:v>5.0587346317395497E-2</c:v>
                </c:pt>
                <c:pt idx="2610">
                  <c:v>5.0240834157751997E-2</c:v>
                </c:pt>
                <c:pt idx="2611">
                  <c:v>5.3428463352905603E-2</c:v>
                </c:pt>
                <c:pt idx="2612">
                  <c:v>5.0787067828168497E-2</c:v>
                </c:pt>
                <c:pt idx="2613">
                  <c:v>5.6565724782813499E-2</c:v>
                </c:pt>
                <c:pt idx="2614">
                  <c:v>5.1580789385828399E-2</c:v>
                </c:pt>
                <c:pt idx="2615">
                  <c:v>5.0077294194281897E-2</c:v>
                </c:pt>
                <c:pt idx="2616">
                  <c:v>6.3104701529215199E-2</c:v>
                </c:pt>
                <c:pt idx="2617">
                  <c:v>5.9718437654073302E-2</c:v>
                </c:pt>
                <c:pt idx="2618">
                  <c:v>5.57583101822769E-2</c:v>
                </c:pt>
                <c:pt idx="2619">
                  <c:v>5.6157701639383197E-2</c:v>
                </c:pt>
                <c:pt idx="2620">
                  <c:v>5.2526488775518999E-2</c:v>
                </c:pt>
                <c:pt idx="2621">
                  <c:v>5.2138923597182703E-2</c:v>
                </c:pt>
                <c:pt idx="2622">
                  <c:v>5.95073149677047E-2</c:v>
                </c:pt>
                <c:pt idx="2623">
                  <c:v>5.0296997721893603E-2</c:v>
                </c:pt>
                <c:pt idx="2624">
                  <c:v>5.26704134636597E-2</c:v>
                </c:pt>
                <c:pt idx="2625">
                  <c:v>0</c:v>
                </c:pt>
                <c:pt idx="2626">
                  <c:v>5.4947639706252202E-2</c:v>
                </c:pt>
                <c:pt idx="2627">
                  <c:v>5.0341486239788603E-2</c:v>
                </c:pt>
                <c:pt idx="2628">
                  <c:v>0</c:v>
                </c:pt>
                <c:pt idx="2629">
                  <c:v>5.0315356224339601E-2</c:v>
                </c:pt>
                <c:pt idx="2630">
                  <c:v>5.1401205972854802E-2</c:v>
                </c:pt>
                <c:pt idx="2631">
                  <c:v>5.55886975100508E-2</c:v>
                </c:pt>
                <c:pt idx="2632">
                  <c:v>5.5304779934355501E-2</c:v>
                </c:pt>
                <c:pt idx="2633">
                  <c:v>5.4889621597175003E-2</c:v>
                </c:pt>
                <c:pt idx="2634">
                  <c:v>5.0067949508119297E-2</c:v>
                </c:pt>
                <c:pt idx="2635">
                  <c:v>5.00766070433682E-2</c:v>
                </c:pt>
                <c:pt idx="2636">
                  <c:v>5.0285067319653501E-2</c:v>
                </c:pt>
                <c:pt idx="2637">
                  <c:v>5.6405533137732201E-2</c:v>
                </c:pt>
                <c:pt idx="2638">
                  <c:v>5.2498323077856797E-2</c:v>
                </c:pt>
                <c:pt idx="2639">
                  <c:v>5.3015772889692898E-2</c:v>
                </c:pt>
                <c:pt idx="2640">
                  <c:v>5.0228150543311E-2</c:v>
                </c:pt>
                <c:pt idx="2641">
                  <c:v>5.0013740021370399E-2</c:v>
                </c:pt>
                <c:pt idx="2642">
                  <c:v>0</c:v>
                </c:pt>
                <c:pt idx="2643">
                  <c:v>5.2147132800414601E-2</c:v>
                </c:pt>
                <c:pt idx="2644">
                  <c:v>5.0723845451142502E-2</c:v>
                </c:pt>
                <c:pt idx="2645">
                  <c:v>5.1424546356244299E-2</c:v>
                </c:pt>
                <c:pt idx="2646">
                  <c:v>5.0077379395161797E-2</c:v>
                </c:pt>
                <c:pt idx="2647">
                  <c:v>5.0545671926690697E-2</c:v>
                </c:pt>
                <c:pt idx="2648">
                  <c:v>5.0309800249097099E-2</c:v>
                </c:pt>
                <c:pt idx="2649">
                  <c:v>6.5265972982158901E-2</c:v>
                </c:pt>
                <c:pt idx="2650">
                  <c:v>4.99983065231146E-2</c:v>
                </c:pt>
                <c:pt idx="2651">
                  <c:v>5.5889376924274897E-2</c:v>
                </c:pt>
                <c:pt idx="2652">
                  <c:v>5.28809936549492E-2</c:v>
                </c:pt>
                <c:pt idx="2653">
                  <c:v>5.3039300360717398E-2</c:v>
                </c:pt>
                <c:pt idx="2654">
                  <c:v>5.5110402647836398E-2</c:v>
                </c:pt>
                <c:pt idx="2655">
                  <c:v>5.3351707332015899E-2</c:v>
                </c:pt>
                <c:pt idx="2656">
                  <c:v>5.4536086891122798E-2</c:v>
                </c:pt>
                <c:pt idx="2657">
                  <c:v>5.01111181753051E-2</c:v>
                </c:pt>
                <c:pt idx="2658">
                  <c:v>5.4626707718409703E-2</c:v>
                </c:pt>
                <c:pt idx="2659">
                  <c:v>5.2314906836125198E-2</c:v>
                </c:pt>
                <c:pt idx="2660">
                  <c:v>5.0661531953205302E-2</c:v>
                </c:pt>
                <c:pt idx="2661">
                  <c:v>5.03842332813575E-2</c:v>
                </c:pt>
                <c:pt idx="2662">
                  <c:v>0</c:v>
                </c:pt>
                <c:pt idx="2663">
                  <c:v>5.7435432540864799E-2</c:v>
                </c:pt>
                <c:pt idx="2664">
                  <c:v>5.4429585665037999E-2</c:v>
                </c:pt>
                <c:pt idx="2665">
                  <c:v>5.2384478886528599E-2</c:v>
                </c:pt>
                <c:pt idx="2666">
                  <c:v>5.1203546344831902E-2</c:v>
                </c:pt>
                <c:pt idx="2667">
                  <c:v>5.0629813233696197E-2</c:v>
                </c:pt>
                <c:pt idx="2668">
                  <c:v>5.0006502752089697E-2</c:v>
                </c:pt>
                <c:pt idx="2669">
                  <c:v>5.2189536192134497E-2</c:v>
                </c:pt>
                <c:pt idx="2670">
                  <c:v>6.0374691506495298E-2</c:v>
                </c:pt>
                <c:pt idx="2671">
                  <c:v>5.9118537801102697E-2</c:v>
                </c:pt>
                <c:pt idx="2672">
                  <c:v>5.58213144457924E-2</c:v>
                </c:pt>
                <c:pt idx="2673">
                  <c:v>5.0150892736829697E-2</c:v>
                </c:pt>
                <c:pt idx="2674">
                  <c:v>5.6697895831786499E-2</c:v>
                </c:pt>
                <c:pt idx="2675">
                  <c:v>5.6097105403196401E-2</c:v>
                </c:pt>
                <c:pt idx="2676">
                  <c:v>5.5261740195699099E-2</c:v>
                </c:pt>
                <c:pt idx="2677">
                  <c:v>5.5578781216931702E-2</c:v>
                </c:pt>
                <c:pt idx="2678">
                  <c:v>5.0739254924175102E-2</c:v>
                </c:pt>
                <c:pt idx="2679">
                  <c:v>5.0150891849061997E-2</c:v>
                </c:pt>
                <c:pt idx="2680">
                  <c:v>5.3252352525955303E-2</c:v>
                </c:pt>
                <c:pt idx="2681">
                  <c:v>5.0428308263768998E-2</c:v>
                </c:pt>
                <c:pt idx="2682">
                  <c:v>5.4120959650596399E-2</c:v>
                </c:pt>
                <c:pt idx="2683">
                  <c:v>5.55713817815017E-2</c:v>
                </c:pt>
                <c:pt idx="2684">
                  <c:v>5.0405391469056697E-2</c:v>
                </c:pt>
                <c:pt idx="2685">
                  <c:v>5.0279720667293297E-2</c:v>
                </c:pt>
                <c:pt idx="2686">
                  <c:v>5.1457253589002702E-2</c:v>
                </c:pt>
                <c:pt idx="2687">
                  <c:v>5.61157169022235E-2</c:v>
                </c:pt>
                <c:pt idx="2688">
                  <c:v>5.15209022335485E-2</c:v>
                </c:pt>
                <c:pt idx="2689">
                  <c:v>5.1285357383300499E-2</c:v>
                </c:pt>
                <c:pt idx="2690">
                  <c:v>5.0356121353646498E-2</c:v>
                </c:pt>
                <c:pt idx="2691">
                  <c:v>5.2012441546429103E-2</c:v>
                </c:pt>
                <c:pt idx="2692">
                  <c:v>5.2235243244350402E-2</c:v>
                </c:pt>
                <c:pt idx="2693">
                  <c:v>5.3008926221871103E-2</c:v>
                </c:pt>
                <c:pt idx="2694">
                  <c:v>5.1462242652787003E-2</c:v>
                </c:pt>
                <c:pt idx="2695">
                  <c:v>5.0581086241992798E-2</c:v>
                </c:pt>
                <c:pt idx="2696">
                  <c:v>5.03207825786227E-2</c:v>
                </c:pt>
                <c:pt idx="2697">
                  <c:v>5.0558321932412102E-2</c:v>
                </c:pt>
                <c:pt idx="2698">
                  <c:v>5.0743223446881203E-2</c:v>
                </c:pt>
                <c:pt idx="2699">
                  <c:v>5.2261571882097999E-2</c:v>
                </c:pt>
                <c:pt idx="2700">
                  <c:v>5.0630450816995402E-2</c:v>
                </c:pt>
                <c:pt idx="2701">
                  <c:v>5.04081436379515E-2</c:v>
                </c:pt>
                <c:pt idx="2702">
                  <c:v>5.2379984468139802E-2</c:v>
                </c:pt>
                <c:pt idx="2703">
                  <c:v>5.8631756317097203E-2</c:v>
                </c:pt>
                <c:pt idx="2704">
                  <c:v>5.0449556931934501E-2</c:v>
                </c:pt>
                <c:pt idx="2705">
                  <c:v>5.01836464264757E-2</c:v>
                </c:pt>
                <c:pt idx="2706">
                  <c:v>5.0395855482325599E-2</c:v>
                </c:pt>
                <c:pt idx="2707">
                  <c:v>5.3201128349835897E-2</c:v>
                </c:pt>
                <c:pt idx="2708">
                  <c:v>5.32684835648096E-2</c:v>
                </c:pt>
                <c:pt idx="2709">
                  <c:v>5.4118967869531298E-2</c:v>
                </c:pt>
                <c:pt idx="2710">
                  <c:v>5.5313036838994002E-2</c:v>
                </c:pt>
                <c:pt idx="2711">
                  <c:v>5.1925556426305697E-2</c:v>
                </c:pt>
                <c:pt idx="2712">
                  <c:v>5.0149882145379097E-2</c:v>
                </c:pt>
                <c:pt idx="2713">
                  <c:v>5.06408783754628E-2</c:v>
                </c:pt>
                <c:pt idx="2714">
                  <c:v>0</c:v>
                </c:pt>
                <c:pt idx="2715">
                  <c:v>0</c:v>
                </c:pt>
                <c:pt idx="2716">
                  <c:v>5.0090569978967499E-2</c:v>
                </c:pt>
                <c:pt idx="2717">
                  <c:v>5.42691439653619E-2</c:v>
                </c:pt>
                <c:pt idx="2718">
                  <c:v>5.2485972103618599E-2</c:v>
                </c:pt>
                <c:pt idx="2719">
                  <c:v>5.2962581775649303E-2</c:v>
                </c:pt>
                <c:pt idx="2720">
                  <c:v>5.2430984249955702E-2</c:v>
                </c:pt>
                <c:pt idx="2721">
                  <c:v>5.2555929818618403E-2</c:v>
                </c:pt>
                <c:pt idx="2722">
                  <c:v>5.8304050740796802E-2</c:v>
                </c:pt>
                <c:pt idx="2723">
                  <c:v>5.9231898059756101E-2</c:v>
                </c:pt>
                <c:pt idx="2724">
                  <c:v>5.5378942910019699E-2</c:v>
                </c:pt>
                <c:pt idx="2725">
                  <c:v>5.6475165316265098E-2</c:v>
                </c:pt>
                <c:pt idx="2726">
                  <c:v>5.1457875025116E-2</c:v>
                </c:pt>
                <c:pt idx="2727">
                  <c:v>5.0549513998853803E-2</c:v>
                </c:pt>
                <c:pt idx="2728">
                  <c:v>5.1722500059349703E-2</c:v>
                </c:pt>
                <c:pt idx="2729">
                  <c:v>5.0718355796861299E-2</c:v>
                </c:pt>
                <c:pt idx="2730">
                  <c:v>5.2902191001905803E-2</c:v>
                </c:pt>
                <c:pt idx="2731">
                  <c:v>5.8148363596659702E-2</c:v>
                </c:pt>
                <c:pt idx="2732">
                  <c:v>0</c:v>
                </c:pt>
                <c:pt idx="2733">
                  <c:v>5.7585054768877202E-2</c:v>
                </c:pt>
                <c:pt idx="2734">
                  <c:v>5.05359557273228E-2</c:v>
                </c:pt>
                <c:pt idx="2735">
                  <c:v>5.0859547304639798E-2</c:v>
                </c:pt>
                <c:pt idx="2736">
                  <c:v>5.03756925637781E-2</c:v>
                </c:pt>
                <c:pt idx="2737">
                  <c:v>5.3409020306761798E-2</c:v>
                </c:pt>
                <c:pt idx="2738">
                  <c:v>5.6283540261267799E-2</c:v>
                </c:pt>
                <c:pt idx="2739">
                  <c:v>5.6422055598186201E-2</c:v>
                </c:pt>
                <c:pt idx="2740">
                  <c:v>5.3356717630155398E-2</c:v>
                </c:pt>
                <c:pt idx="2741">
                  <c:v>5.1817279276292698E-2</c:v>
                </c:pt>
                <c:pt idx="2742">
                  <c:v>5.3357001783974803E-2</c:v>
                </c:pt>
                <c:pt idx="2743">
                  <c:v>6.2976884359099594E-2</c:v>
                </c:pt>
                <c:pt idx="2744">
                  <c:v>5.0446779595949502E-2</c:v>
                </c:pt>
                <c:pt idx="2745">
                  <c:v>5.3207963182649601E-2</c:v>
                </c:pt>
                <c:pt idx="2746">
                  <c:v>6.1401568011578901E-2</c:v>
                </c:pt>
                <c:pt idx="2747">
                  <c:v>5.0501539854020901E-2</c:v>
                </c:pt>
                <c:pt idx="2748">
                  <c:v>5.0760665281778201E-2</c:v>
                </c:pt>
                <c:pt idx="2749">
                  <c:v>5.15437572143497E-2</c:v>
                </c:pt>
                <c:pt idx="2750">
                  <c:v>5.0821612195277498E-2</c:v>
                </c:pt>
                <c:pt idx="2751">
                  <c:v>5.12563086232549E-2</c:v>
                </c:pt>
                <c:pt idx="2752">
                  <c:v>5.3714679629146098E-2</c:v>
                </c:pt>
                <c:pt idx="2753">
                  <c:v>5.0194816627694802E-2</c:v>
                </c:pt>
                <c:pt idx="2754">
                  <c:v>5.0385777243829998E-2</c:v>
                </c:pt>
                <c:pt idx="2755">
                  <c:v>5.0335067240160999E-2</c:v>
                </c:pt>
                <c:pt idx="2756">
                  <c:v>5.00826103411669E-2</c:v>
                </c:pt>
                <c:pt idx="2757">
                  <c:v>5.0800836601071903E-2</c:v>
                </c:pt>
                <c:pt idx="2758">
                  <c:v>5.0802075511391598E-2</c:v>
                </c:pt>
                <c:pt idx="2759">
                  <c:v>5.2560609297657997E-2</c:v>
                </c:pt>
                <c:pt idx="2760">
                  <c:v>5.1295003790227098E-2</c:v>
                </c:pt>
                <c:pt idx="2761">
                  <c:v>5.5551640235470899E-2</c:v>
                </c:pt>
                <c:pt idx="2762">
                  <c:v>5.5961686535554299E-2</c:v>
                </c:pt>
                <c:pt idx="2763">
                  <c:v>5.6335425639608402E-2</c:v>
                </c:pt>
                <c:pt idx="2764">
                  <c:v>5.1284861188980402E-2</c:v>
                </c:pt>
                <c:pt idx="2765">
                  <c:v>5.3022747308618799E-2</c:v>
                </c:pt>
                <c:pt idx="2766">
                  <c:v>5.0874781369106101E-2</c:v>
                </c:pt>
                <c:pt idx="2767">
                  <c:v>5.5390489518478199E-2</c:v>
                </c:pt>
                <c:pt idx="2768">
                  <c:v>5.0895471888150599E-2</c:v>
                </c:pt>
                <c:pt idx="2769">
                  <c:v>5.0951660032704002E-2</c:v>
                </c:pt>
                <c:pt idx="2770">
                  <c:v>5.3366689898792299E-2</c:v>
                </c:pt>
                <c:pt idx="2771">
                  <c:v>5.2250167851844297E-2</c:v>
                </c:pt>
                <c:pt idx="2772">
                  <c:v>5.7079593139838403E-2</c:v>
                </c:pt>
                <c:pt idx="2773">
                  <c:v>5.6685668659248498E-2</c:v>
                </c:pt>
                <c:pt idx="2774">
                  <c:v>5.3832460689045E-2</c:v>
                </c:pt>
                <c:pt idx="2775">
                  <c:v>0</c:v>
                </c:pt>
                <c:pt idx="2776">
                  <c:v>5.0296579524241602E-2</c:v>
                </c:pt>
                <c:pt idx="2777">
                  <c:v>5.1803944182027897E-2</c:v>
                </c:pt>
                <c:pt idx="2778">
                  <c:v>5.1157012223057297E-2</c:v>
                </c:pt>
                <c:pt idx="2779">
                  <c:v>5.7332225575971098E-2</c:v>
                </c:pt>
                <c:pt idx="2780">
                  <c:v>5.06283061363677E-2</c:v>
                </c:pt>
                <c:pt idx="2781">
                  <c:v>5.0776180859901397E-2</c:v>
                </c:pt>
                <c:pt idx="2782">
                  <c:v>0</c:v>
                </c:pt>
                <c:pt idx="2783">
                  <c:v>5.5514129400430802E-2</c:v>
                </c:pt>
                <c:pt idx="2784">
                  <c:v>5.3064398370773903E-2</c:v>
                </c:pt>
                <c:pt idx="2785">
                  <c:v>5.2424265757395602E-2</c:v>
                </c:pt>
                <c:pt idx="2786">
                  <c:v>5.0182997685032697E-2</c:v>
                </c:pt>
                <c:pt idx="2787">
                  <c:v>5.00558450007908E-2</c:v>
                </c:pt>
                <c:pt idx="2788">
                  <c:v>0</c:v>
                </c:pt>
                <c:pt idx="2789">
                  <c:v>5.0829050857301702E-2</c:v>
                </c:pt>
                <c:pt idx="2790">
                  <c:v>5.1289580830224703E-2</c:v>
                </c:pt>
                <c:pt idx="2791">
                  <c:v>5.0565463538946497E-2</c:v>
                </c:pt>
                <c:pt idx="2792">
                  <c:v>5.04475318423451E-2</c:v>
                </c:pt>
                <c:pt idx="2793">
                  <c:v>5.0526517872284897E-2</c:v>
                </c:pt>
                <c:pt idx="2794">
                  <c:v>5.1246078806651899E-2</c:v>
                </c:pt>
                <c:pt idx="2795">
                  <c:v>5.0214265529334001E-2</c:v>
                </c:pt>
                <c:pt idx="2796">
                  <c:v>5.1472124282532401E-2</c:v>
                </c:pt>
                <c:pt idx="2797">
                  <c:v>4.9986436798791799E-2</c:v>
                </c:pt>
                <c:pt idx="2798">
                  <c:v>0</c:v>
                </c:pt>
                <c:pt idx="2799">
                  <c:v>5.4650067792082702E-2</c:v>
                </c:pt>
                <c:pt idx="2800">
                  <c:v>5.3144643273931001E-2</c:v>
                </c:pt>
                <c:pt idx="2801">
                  <c:v>5.80125420213735E-2</c:v>
                </c:pt>
                <c:pt idx="2802">
                  <c:v>5.5954329377683402E-2</c:v>
                </c:pt>
                <c:pt idx="2803">
                  <c:v>0</c:v>
                </c:pt>
                <c:pt idx="2804">
                  <c:v>4.9986852490360799E-2</c:v>
                </c:pt>
                <c:pt idx="2805">
                  <c:v>5.5756449966656199E-2</c:v>
                </c:pt>
                <c:pt idx="2806">
                  <c:v>5.0009862379245901E-2</c:v>
                </c:pt>
                <c:pt idx="2807">
                  <c:v>0</c:v>
                </c:pt>
                <c:pt idx="2808">
                  <c:v>0</c:v>
                </c:pt>
                <c:pt idx="2809">
                  <c:v>5.0608549891299502E-2</c:v>
                </c:pt>
                <c:pt idx="2810">
                  <c:v>5.0202593836018203E-2</c:v>
                </c:pt>
                <c:pt idx="2811">
                  <c:v>4.9966842769291198E-2</c:v>
                </c:pt>
                <c:pt idx="2812">
                  <c:v>5.0055522649404799E-2</c:v>
                </c:pt>
                <c:pt idx="2813">
                  <c:v>5.0342451243935403E-2</c:v>
                </c:pt>
                <c:pt idx="2814">
                  <c:v>5.0329519820895501E-2</c:v>
                </c:pt>
                <c:pt idx="2815">
                  <c:v>5.0105831851019397E-2</c:v>
                </c:pt>
                <c:pt idx="2816">
                  <c:v>5.8220983167990202E-2</c:v>
                </c:pt>
                <c:pt idx="2817">
                  <c:v>5.3178225736897497E-2</c:v>
                </c:pt>
                <c:pt idx="2818">
                  <c:v>5.2126431186135802E-2</c:v>
                </c:pt>
                <c:pt idx="2819">
                  <c:v>5.1693209114708198E-2</c:v>
                </c:pt>
                <c:pt idx="2820">
                  <c:v>5.2290054217391801E-2</c:v>
                </c:pt>
                <c:pt idx="2821">
                  <c:v>5.1459514404232902E-2</c:v>
                </c:pt>
                <c:pt idx="2822">
                  <c:v>5.14557346362218E-2</c:v>
                </c:pt>
                <c:pt idx="2823">
                  <c:v>5.20233499473155E-2</c:v>
                </c:pt>
                <c:pt idx="2824">
                  <c:v>5.3194323876610598E-2</c:v>
                </c:pt>
                <c:pt idx="2825">
                  <c:v>6.1192687173705997E-2</c:v>
                </c:pt>
                <c:pt idx="2826">
                  <c:v>5.6990380236099501E-2</c:v>
                </c:pt>
                <c:pt idx="2827">
                  <c:v>5.9667724230582503E-2</c:v>
                </c:pt>
                <c:pt idx="2828">
                  <c:v>5.1133156763039297E-2</c:v>
                </c:pt>
                <c:pt idx="2829">
                  <c:v>5.0022541423450702E-2</c:v>
                </c:pt>
                <c:pt idx="2830">
                  <c:v>5.8935566832467798E-2</c:v>
                </c:pt>
                <c:pt idx="2831">
                  <c:v>5.0193751920474899E-2</c:v>
                </c:pt>
                <c:pt idx="2832">
                  <c:v>5.0330488927496003E-2</c:v>
                </c:pt>
                <c:pt idx="2833">
                  <c:v>5.04847838554454E-2</c:v>
                </c:pt>
                <c:pt idx="2834">
                  <c:v>5.12460708543645E-2</c:v>
                </c:pt>
                <c:pt idx="2835">
                  <c:v>4.9962731024054199E-2</c:v>
                </c:pt>
                <c:pt idx="2836">
                  <c:v>6.0394895535684098E-2</c:v>
                </c:pt>
                <c:pt idx="2837">
                  <c:v>5.1756824595568102E-2</c:v>
                </c:pt>
                <c:pt idx="2838">
                  <c:v>5.0641902249540099E-2</c:v>
                </c:pt>
                <c:pt idx="2839">
                  <c:v>4.9928745632822298E-2</c:v>
                </c:pt>
                <c:pt idx="2840">
                  <c:v>4.9898158961882703E-2</c:v>
                </c:pt>
                <c:pt idx="2841">
                  <c:v>0</c:v>
                </c:pt>
                <c:pt idx="2842">
                  <c:v>5.5390901692386502E-2</c:v>
                </c:pt>
                <c:pt idx="2843">
                  <c:v>5.5680252852276603E-2</c:v>
                </c:pt>
                <c:pt idx="2844">
                  <c:v>5.1911488550227397E-2</c:v>
                </c:pt>
                <c:pt idx="2845">
                  <c:v>5.5591779853406402E-2</c:v>
                </c:pt>
                <c:pt idx="2846">
                  <c:v>5.0677762832664203E-2</c:v>
                </c:pt>
                <c:pt idx="2847">
                  <c:v>5.0025374086911399E-2</c:v>
                </c:pt>
                <c:pt idx="2848">
                  <c:v>5.0793901951794798E-2</c:v>
                </c:pt>
                <c:pt idx="2849">
                  <c:v>5.3801220547455099E-2</c:v>
                </c:pt>
                <c:pt idx="2850">
                  <c:v>5.0712352317329103E-2</c:v>
                </c:pt>
                <c:pt idx="2851">
                  <c:v>5.1206659477790198E-2</c:v>
                </c:pt>
                <c:pt idx="2852">
                  <c:v>5.0643650911163803E-2</c:v>
                </c:pt>
                <c:pt idx="2853">
                  <c:v>5.1338455044832101E-2</c:v>
                </c:pt>
                <c:pt idx="2854">
                  <c:v>5.0396926620565698E-2</c:v>
                </c:pt>
                <c:pt idx="2855">
                  <c:v>5.0542627950064402E-2</c:v>
                </c:pt>
                <c:pt idx="2856">
                  <c:v>5.1385068640073098E-2</c:v>
                </c:pt>
                <c:pt idx="2857">
                  <c:v>4.9957610951882198E-2</c:v>
                </c:pt>
                <c:pt idx="2858">
                  <c:v>5.0828743401883002E-2</c:v>
                </c:pt>
                <c:pt idx="2859">
                  <c:v>5.2651352175276903E-2</c:v>
                </c:pt>
                <c:pt idx="2860">
                  <c:v>5.01915437944324E-2</c:v>
                </c:pt>
                <c:pt idx="2861">
                  <c:v>5.2790145930914099E-2</c:v>
                </c:pt>
                <c:pt idx="2862">
                  <c:v>5.2550039009024503E-2</c:v>
                </c:pt>
                <c:pt idx="2863">
                  <c:v>5.60694129806227E-2</c:v>
                </c:pt>
                <c:pt idx="2864">
                  <c:v>5.2195579432274299E-2</c:v>
                </c:pt>
                <c:pt idx="2865">
                  <c:v>5.2584971523375899E-2</c:v>
                </c:pt>
                <c:pt idx="2866">
                  <c:v>5.17920238588662E-2</c:v>
                </c:pt>
                <c:pt idx="2867">
                  <c:v>5.0734178591682999E-2</c:v>
                </c:pt>
                <c:pt idx="2868">
                  <c:v>6.7035701096034503E-2</c:v>
                </c:pt>
                <c:pt idx="2869">
                  <c:v>5.6711389055961098E-2</c:v>
                </c:pt>
                <c:pt idx="2870">
                  <c:v>5.4589254809721897E-2</c:v>
                </c:pt>
                <c:pt idx="2871">
                  <c:v>5.26178632310896E-2</c:v>
                </c:pt>
                <c:pt idx="2872">
                  <c:v>5.02437096632459E-2</c:v>
                </c:pt>
                <c:pt idx="2873">
                  <c:v>5.0750390302356903E-2</c:v>
                </c:pt>
                <c:pt idx="2874">
                  <c:v>5.0512825089592497E-2</c:v>
                </c:pt>
                <c:pt idx="2875">
                  <c:v>5.44387739637959E-2</c:v>
                </c:pt>
                <c:pt idx="2876">
                  <c:v>6.0097771593568397E-2</c:v>
                </c:pt>
                <c:pt idx="2877">
                  <c:v>5.9495751365997399E-2</c:v>
                </c:pt>
                <c:pt idx="2878">
                  <c:v>5.9946147743545897E-2</c:v>
                </c:pt>
                <c:pt idx="2879">
                  <c:v>5.67134669875555E-2</c:v>
                </c:pt>
                <c:pt idx="2880">
                  <c:v>5.2589607724339002E-2</c:v>
                </c:pt>
                <c:pt idx="2881">
                  <c:v>5.0280449748509398E-2</c:v>
                </c:pt>
                <c:pt idx="2882">
                  <c:v>5.7948711134951897E-2</c:v>
                </c:pt>
                <c:pt idx="2883">
                  <c:v>5.0885471837651602E-2</c:v>
                </c:pt>
                <c:pt idx="2884">
                  <c:v>5.0281456087383603E-2</c:v>
                </c:pt>
                <c:pt idx="2885">
                  <c:v>5.2586253352005598E-2</c:v>
                </c:pt>
                <c:pt idx="2886">
                  <c:v>0</c:v>
                </c:pt>
                <c:pt idx="2887">
                  <c:v>5.8747030760453803E-2</c:v>
                </c:pt>
                <c:pt idx="2888">
                  <c:v>0</c:v>
                </c:pt>
                <c:pt idx="2889">
                  <c:v>5.5206196318004101E-2</c:v>
                </c:pt>
                <c:pt idx="2890">
                  <c:v>5.1997849092712198E-2</c:v>
                </c:pt>
                <c:pt idx="2891">
                  <c:v>5.02330566998185E-2</c:v>
                </c:pt>
                <c:pt idx="2892">
                  <c:v>0</c:v>
                </c:pt>
                <c:pt idx="2893">
                  <c:v>5.2479501478896497E-2</c:v>
                </c:pt>
                <c:pt idx="2894">
                  <c:v>5.0355291721732698E-2</c:v>
                </c:pt>
                <c:pt idx="2895">
                  <c:v>5.0950740493559597E-2</c:v>
                </c:pt>
                <c:pt idx="2896">
                  <c:v>6.0177100148426303E-2</c:v>
                </c:pt>
                <c:pt idx="2897">
                  <c:v>5.9915296459972699E-2</c:v>
                </c:pt>
                <c:pt idx="2898">
                  <c:v>0</c:v>
                </c:pt>
                <c:pt idx="2899">
                  <c:v>5.0124352229647701E-2</c:v>
                </c:pt>
                <c:pt idx="2900">
                  <c:v>4.99610913249071E-2</c:v>
                </c:pt>
                <c:pt idx="2901">
                  <c:v>5.1149062346371503E-2</c:v>
                </c:pt>
                <c:pt idx="2902">
                  <c:v>5.1834219544816401E-2</c:v>
                </c:pt>
                <c:pt idx="2903">
                  <c:v>5.0767370549360001E-2</c:v>
                </c:pt>
                <c:pt idx="2904">
                  <c:v>0</c:v>
                </c:pt>
                <c:pt idx="2905">
                  <c:v>5.1157299923954597E-2</c:v>
                </c:pt>
                <c:pt idx="2906">
                  <c:v>4.99876414229556E-2</c:v>
                </c:pt>
                <c:pt idx="2907">
                  <c:v>5.0897998858591101E-2</c:v>
                </c:pt>
                <c:pt idx="2908">
                  <c:v>0</c:v>
                </c:pt>
                <c:pt idx="2909">
                  <c:v>0</c:v>
                </c:pt>
                <c:pt idx="2910">
                  <c:v>5.1226683506075003E-2</c:v>
                </c:pt>
                <c:pt idx="2911">
                  <c:v>5.6218776648621502E-2</c:v>
                </c:pt>
                <c:pt idx="2912">
                  <c:v>5.5864794784284903E-2</c:v>
                </c:pt>
                <c:pt idx="2913">
                  <c:v>0</c:v>
                </c:pt>
                <c:pt idx="2914">
                  <c:v>5.1833250292074598E-2</c:v>
                </c:pt>
                <c:pt idx="2915">
                  <c:v>5.0522017652172103E-2</c:v>
                </c:pt>
                <c:pt idx="2916">
                  <c:v>5.13529941583446E-2</c:v>
                </c:pt>
                <c:pt idx="2917">
                  <c:v>5.0371489298776502E-2</c:v>
                </c:pt>
                <c:pt idx="2918">
                  <c:v>5.04704618490621E-2</c:v>
                </c:pt>
                <c:pt idx="2919">
                  <c:v>5.1588533889149302E-2</c:v>
                </c:pt>
                <c:pt idx="2920">
                  <c:v>5.03437594218323E-2</c:v>
                </c:pt>
                <c:pt idx="2921">
                  <c:v>0</c:v>
                </c:pt>
                <c:pt idx="2922">
                  <c:v>5.1849970378348598E-2</c:v>
                </c:pt>
                <c:pt idx="2923">
                  <c:v>4.99850933194163E-2</c:v>
                </c:pt>
                <c:pt idx="2924">
                  <c:v>5.5568896627417E-2</c:v>
                </c:pt>
                <c:pt idx="2925">
                  <c:v>5.2761072381659301E-2</c:v>
                </c:pt>
                <c:pt idx="2926">
                  <c:v>4.9989481455744202E-2</c:v>
                </c:pt>
                <c:pt idx="2927">
                  <c:v>5.0995528520658598E-2</c:v>
                </c:pt>
                <c:pt idx="2928">
                  <c:v>5.06982225538452E-2</c:v>
                </c:pt>
                <c:pt idx="2929">
                  <c:v>5.4468813153350303E-2</c:v>
                </c:pt>
                <c:pt idx="2930">
                  <c:v>5.7670521180828799E-2</c:v>
                </c:pt>
                <c:pt idx="2931">
                  <c:v>5.42493075551242E-2</c:v>
                </c:pt>
                <c:pt idx="2932">
                  <c:v>0</c:v>
                </c:pt>
                <c:pt idx="2933">
                  <c:v>0</c:v>
                </c:pt>
                <c:pt idx="2934">
                  <c:v>0</c:v>
                </c:pt>
                <c:pt idx="2935">
                  <c:v>5.07170827141449E-2</c:v>
                </c:pt>
                <c:pt idx="2936">
                  <c:v>5.3026255447129897E-2</c:v>
                </c:pt>
                <c:pt idx="2937">
                  <c:v>5.17674141982227E-2</c:v>
                </c:pt>
                <c:pt idx="2938">
                  <c:v>0</c:v>
                </c:pt>
                <c:pt idx="2939">
                  <c:v>5.2832747931137201E-2</c:v>
                </c:pt>
                <c:pt idx="2940">
                  <c:v>0</c:v>
                </c:pt>
                <c:pt idx="2941">
                  <c:v>5.1101374216894202E-2</c:v>
                </c:pt>
                <c:pt idx="2942">
                  <c:v>5.0778017069056797E-2</c:v>
                </c:pt>
                <c:pt idx="2943">
                  <c:v>5.2638105117612501E-2</c:v>
                </c:pt>
                <c:pt idx="2944">
                  <c:v>5.2718328676029297E-2</c:v>
                </c:pt>
                <c:pt idx="2945">
                  <c:v>5.67815989271898E-2</c:v>
                </c:pt>
                <c:pt idx="2946">
                  <c:v>0</c:v>
                </c:pt>
                <c:pt idx="2947">
                  <c:v>5.0675893590981E-2</c:v>
                </c:pt>
                <c:pt idx="2948">
                  <c:v>5.0443042797216897E-2</c:v>
                </c:pt>
                <c:pt idx="2949">
                  <c:v>5.14827600080962E-2</c:v>
                </c:pt>
                <c:pt idx="2950">
                  <c:v>5.3574264704255102E-2</c:v>
                </c:pt>
                <c:pt idx="2951">
                  <c:v>5.0860369223183897E-2</c:v>
                </c:pt>
                <c:pt idx="2952">
                  <c:v>5.0807376685464797E-2</c:v>
                </c:pt>
                <c:pt idx="2953">
                  <c:v>5.7361218334281497E-2</c:v>
                </c:pt>
                <c:pt idx="2954">
                  <c:v>5.1294819521055399E-2</c:v>
                </c:pt>
                <c:pt idx="2955">
                  <c:v>5.00651365081397E-2</c:v>
                </c:pt>
                <c:pt idx="2956">
                  <c:v>0</c:v>
                </c:pt>
                <c:pt idx="2957">
                  <c:v>5.0878833082633898E-2</c:v>
                </c:pt>
                <c:pt idx="2958">
                  <c:v>5.35585066289581E-2</c:v>
                </c:pt>
                <c:pt idx="2959">
                  <c:v>5.2471808355623199E-2</c:v>
                </c:pt>
                <c:pt idx="2960">
                  <c:v>5.1808055647281699E-2</c:v>
                </c:pt>
                <c:pt idx="2961">
                  <c:v>5.0090546963812398E-2</c:v>
                </c:pt>
                <c:pt idx="2962">
                  <c:v>0</c:v>
                </c:pt>
                <c:pt idx="2963">
                  <c:v>5.0836681149504903E-2</c:v>
                </c:pt>
                <c:pt idx="2964">
                  <c:v>0</c:v>
                </c:pt>
                <c:pt idx="2965">
                  <c:v>5.5333983770804201E-2</c:v>
                </c:pt>
                <c:pt idx="2966">
                  <c:v>5.0297007669868499E-2</c:v>
                </c:pt>
                <c:pt idx="2967">
                  <c:v>5.0075913494274898E-2</c:v>
                </c:pt>
                <c:pt idx="2968">
                  <c:v>5.1808885912855797E-2</c:v>
                </c:pt>
                <c:pt idx="2969">
                  <c:v>5.0772219177250999E-2</c:v>
                </c:pt>
                <c:pt idx="2970">
                  <c:v>5.08411787565623E-2</c:v>
                </c:pt>
                <c:pt idx="2971">
                  <c:v>5.0717308626239098E-2</c:v>
                </c:pt>
                <c:pt idx="2972">
                  <c:v>5.0634577776059501E-2</c:v>
                </c:pt>
                <c:pt idx="2973">
                  <c:v>5.0556268971856298E-2</c:v>
                </c:pt>
                <c:pt idx="2974">
                  <c:v>5.1481365595013699E-2</c:v>
                </c:pt>
                <c:pt idx="2975">
                  <c:v>5.0253734574360102E-2</c:v>
                </c:pt>
                <c:pt idx="2976">
                  <c:v>5.1309844860236403E-2</c:v>
                </c:pt>
                <c:pt idx="2977">
                  <c:v>5.0534900562184397E-2</c:v>
                </c:pt>
                <c:pt idx="2978">
                  <c:v>5.1534637426086299E-2</c:v>
                </c:pt>
                <c:pt idx="2979">
                  <c:v>5.0580013639045497E-2</c:v>
                </c:pt>
                <c:pt idx="2980">
                  <c:v>5.0433836330965702E-2</c:v>
                </c:pt>
                <c:pt idx="2981">
                  <c:v>5.1951595363757402E-2</c:v>
                </c:pt>
                <c:pt idx="2982">
                  <c:v>5.4373352879454703E-2</c:v>
                </c:pt>
                <c:pt idx="2983">
                  <c:v>5.2756601408532999E-2</c:v>
                </c:pt>
                <c:pt idx="2984">
                  <c:v>5.1583436286680703E-2</c:v>
                </c:pt>
                <c:pt idx="2985">
                  <c:v>5.08192895314711E-2</c:v>
                </c:pt>
                <c:pt idx="2986">
                  <c:v>5.4656236167401201E-2</c:v>
                </c:pt>
                <c:pt idx="2987">
                  <c:v>5.3578953162849802E-2</c:v>
                </c:pt>
                <c:pt idx="2988">
                  <c:v>5.2393877085780499E-2</c:v>
                </c:pt>
                <c:pt idx="2989">
                  <c:v>5.2335319929585199E-2</c:v>
                </c:pt>
                <c:pt idx="2990">
                  <c:v>5.0183671864840497E-2</c:v>
                </c:pt>
                <c:pt idx="2991">
                  <c:v>5.4201154537313299E-2</c:v>
                </c:pt>
                <c:pt idx="2992">
                  <c:v>5.0921516098324002E-2</c:v>
                </c:pt>
                <c:pt idx="2993">
                  <c:v>5.62777021513374E-2</c:v>
                </c:pt>
                <c:pt idx="2994">
                  <c:v>5.0067602711144799E-2</c:v>
                </c:pt>
                <c:pt idx="2995">
                  <c:v>5.03084012666195E-2</c:v>
                </c:pt>
                <c:pt idx="2996">
                  <c:v>5.5112315034249598E-2</c:v>
                </c:pt>
                <c:pt idx="2997">
                  <c:v>5.0641407278526999E-2</c:v>
                </c:pt>
                <c:pt idx="2998">
                  <c:v>5.0021034936823701E-2</c:v>
                </c:pt>
                <c:pt idx="2999">
                  <c:v>5.0720535328411899E-2</c:v>
                </c:pt>
                <c:pt idx="3000">
                  <c:v>6.09694929508348E-2</c:v>
                </c:pt>
                <c:pt idx="3001">
                  <c:v>5.04290129641893E-2</c:v>
                </c:pt>
                <c:pt idx="3002">
                  <c:v>5.0040981727364799E-2</c:v>
                </c:pt>
                <c:pt idx="3003">
                  <c:v>0</c:v>
                </c:pt>
                <c:pt idx="3004">
                  <c:v>5.2367820322010802E-2</c:v>
                </c:pt>
                <c:pt idx="3005">
                  <c:v>5.1096307919899102E-2</c:v>
                </c:pt>
                <c:pt idx="3006">
                  <c:v>5.30879263799479E-2</c:v>
                </c:pt>
                <c:pt idx="3007">
                  <c:v>5.4304838591110897E-2</c:v>
                </c:pt>
                <c:pt idx="3008">
                  <c:v>4.9983333545275899E-2</c:v>
                </c:pt>
                <c:pt idx="3009">
                  <c:v>5.0321910964273998E-2</c:v>
                </c:pt>
                <c:pt idx="3010">
                  <c:v>5.9629082010069299E-2</c:v>
                </c:pt>
                <c:pt idx="3011">
                  <c:v>5.1027131134584E-2</c:v>
                </c:pt>
                <c:pt idx="3012">
                  <c:v>5.5863165223335599E-2</c:v>
                </c:pt>
                <c:pt idx="3013">
                  <c:v>5.19430236576559E-2</c:v>
                </c:pt>
                <c:pt idx="3014">
                  <c:v>5.20326222356619E-2</c:v>
                </c:pt>
                <c:pt idx="3015">
                  <c:v>5.2106636639166697E-2</c:v>
                </c:pt>
                <c:pt idx="3016">
                  <c:v>5.2189087528969398E-2</c:v>
                </c:pt>
                <c:pt idx="3017">
                  <c:v>6.4537089288908306E-2</c:v>
                </c:pt>
                <c:pt idx="3018">
                  <c:v>5.4360782708848802E-2</c:v>
                </c:pt>
                <c:pt idx="3019">
                  <c:v>5.4656135723255103E-2</c:v>
                </c:pt>
                <c:pt idx="3020">
                  <c:v>5.4551365090021099E-2</c:v>
                </c:pt>
                <c:pt idx="3021">
                  <c:v>5.1452624895372098E-2</c:v>
                </c:pt>
                <c:pt idx="3022">
                  <c:v>4.9964712094792502E-2</c:v>
                </c:pt>
                <c:pt idx="3023">
                  <c:v>5.1236854852319602E-2</c:v>
                </c:pt>
                <c:pt idx="3024">
                  <c:v>5.5377136711220999E-2</c:v>
                </c:pt>
                <c:pt idx="3025">
                  <c:v>5.0840148368400402E-2</c:v>
                </c:pt>
                <c:pt idx="3026">
                  <c:v>5.0152253080539097E-2</c:v>
                </c:pt>
                <c:pt idx="3027">
                  <c:v>5.0462023981104401E-2</c:v>
                </c:pt>
                <c:pt idx="3028">
                  <c:v>4.9934659316516999E-2</c:v>
                </c:pt>
                <c:pt idx="3029">
                  <c:v>5.05607727974004E-2</c:v>
                </c:pt>
                <c:pt idx="3030">
                  <c:v>5.7482314510952801E-2</c:v>
                </c:pt>
                <c:pt idx="3031">
                  <c:v>5.8724021771896701E-2</c:v>
                </c:pt>
                <c:pt idx="3032">
                  <c:v>5.0269072212541399E-2</c:v>
                </c:pt>
                <c:pt idx="3033">
                  <c:v>5.0916301429670199E-2</c:v>
                </c:pt>
                <c:pt idx="3034">
                  <c:v>5.0651314730058898E-2</c:v>
                </c:pt>
                <c:pt idx="3035">
                  <c:v>5.0353214175007599E-2</c:v>
                </c:pt>
                <c:pt idx="3036">
                  <c:v>5.0208266905739499E-2</c:v>
                </c:pt>
                <c:pt idx="3037">
                  <c:v>5.0591611770081299E-2</c:v>
                </c:pt>
                <c:pt idx="3038">
                  <c:v>5.0449361308208797E-2</c:v>
                </c:pt>
                <c:pt idx="3039">
                  <c:v>5.1534725466581201E-2</c:v>
                </c:pt>
                <c:pt idx="3040">
                  <c:v>5.0519112092472299E-2</c:v>
                </c:pt>
                <c:pt idx="3041">
                  <c:v>0</c:v>
                </c:pt>
                <c:pt idx="3042">
                  <c:v>4.9989131158095702E-2</c:v>
                </c:pt>
                <c:pt idx="3043">
                  <c:v>5.3547597664412798E-2</c:v>
                </c:pt>
                <c:pt idx="3044">
                  <c:v>5.1642543040666802E-2</c:v>
                </c:pt>
                <c:pt idx="3045">
                  <c:v>5.3513242497306601E-2</c:v>
                </c:pt>
                <c:pt idx="3046">
                  <c:v>5.1559969188220402E-2</c:v>
                </c:pt>
                <c:pt idx="3047">
                  <c:v>5.1972628799492299E-2</c:v>
                </c:pt>
                <c:pt idx="3048">
                  <c:v>5.1086456639766603E-2</c:v>
                </c:pt>
                <c:pt idx="3049">
                  <c:v>5.4221861643836501E-2</c:v>
                </c:pt>
                <c:pt idx="3050">
                  <c:v>6.0567571039933099E-2</c:v>
                </c:pt>
                <c:pt idx="3051">
                  <c:v>6.4542023366957996E-2</c:v>
                </c:pt>
                <c:pt idx="3052">
                  <c:v>5.7366033897147499E-2</c:v>
                </c:pt>
                <c:pt idx="3053">
                  <c:v>5.3618177066811303E-2</c:v>
                </c:pt>
                <c:pt idx="3054">
                  <c:v>5.0159938021447199E-2</c:v>
                </c:pt>
                <c:pt idx="3055">
                  <c:v>5.0199244450454601E-2</c:v>
                </c:pt>
                <c:pt idx="3056">
                  <c:v>6.0092829763398199E-2</c:v>
                </c:pt>
                <c:pt idx="3057">
                  <c:v>5.0825734291424202E-2</c:v>
                </c:pt>
                <c:pt idx="3058">
                  <c:v>5.8270739398734499E-2</c:v>
                </c:pt>
                <c:pt idx="3059">
                  <c:v>5.5732674904473901E-2</c:v>
                </c:pt>
                <c:pt idx="3060">
                  <c:v>5.1051563403049199E-2</c:v>
                </c:pt>
                <c:pt idx="3061">
                  <c:v>5.2242400727726603E-2</c:v>
                </c:pt>
                <c:pt idx="3062">
                  <c:v>5.2501056897880698E-2</c:v>
                </c:pt>
                <c:pt idx="3063">
                  <c:v>5.0044118312005503E-2</c:v>
                </c:pt>
                <c:pt idx="3064">
                  <c:v>5.0250581111955503E-2</c:v>
                </c:pt>
                <c:pt idx="3065">
                  <c:v>5.0295822361997797E-2</c:v>
                </c:pt>
                <c:pt idx="3066">
                  <c:v>5.0780494168106899E-2</c:v>
                </c:pt>
                <c:pt idx="3067">
                  <c:v>0</c:v>
                </c:pt>
                <c:pt idx="3068">
                  <c:v>5.2382179179665901E-2</c:v>
                </c:pt>
                <c:pt idx="3069">
                  <c:v>5.0804615789291602E-2</c:v>
                </c:pt>
                <c:pt idx="3070">
                  <c:v>4.9960425716779097E-2</c:v>
                </c:pt>
                <c:pt idx="3071">
                  <c:v>5.1963972687989197E-2</c:v>
                </c:pt>
                <c:pt idx="3072">
                  <c:v>5.61057513291678E-2</c:v>
                </c:pt>
                <c:pt idx="3073">
                  <c:v>5.1179843649256498E-2</c:v>
                </c:pt>
                <c:pt idx="3074">
                  <c:v>5.3676132401675E-2</c:v>
                </c:pt>
                <c:pt idx="3075">
                  <c:v>5.0118545638984303E-2</c:v>
                </c:pt>
                <c:pt idx="3076">
                  <c:v>4.9973596403685802E-2</c:v>
                </c:pt>
                <c:pt idx="3077">
                  <c:v>5.0942501467914098E-2</c:v>
                </c:pt>
                <c:pt idx="3078">
                  <c:v>5.1371868903303503E-2</c:v>
                </c:pt>
                <c:pt idx="3079">
                  <c:v>5.0403760583415697E-2</c:v>
                </c:pt>
                <c:pt idx="3080">
                  <c:v>5.0394173413706299E-2</c:v>
                </c:pt>
                <c:pt idx="3081">
                  <c:v>0</c:v>
                </c:pt>
                <c:pt idx="3082">
                  <c:v>5.0073207844934402E-2</c:v>
                </c:pt>
                <c:pt idx="3083">
                  <c:v>5.2034527729938898E-2</c:v>
                </c:pt>
                <c:pt idx="3084">
                  <c:v>5.0880161734615202E-2</c:v>
                </c:pt>
                <c:pt idx="3085">
                  <c:v>5.1552806171508002E-2</c:v>
                </c:pt>
                <c:pt idx="3086">
                  <c:v>5.2712564126060103E-2</c:v>
                </c:pt>
                <c:pt idx="3087">
                  <c:v>5.18949547212239E-2</c:v>
                </c:pt>
                <c:pt idx="3088">
                  <c:v>0</c:v>
                </c:pt>
                <c:pt idx="3089">
                  <c:v>5.3408344441036398E-2</c:v>
                </c:pt>
                <c:pt idx="3090">
                  <c:v>5.1961294739014799E-2</c:v>
                </c:pt>
                <c:pt idx="3091">
                  <c:v>5.4295036569955699E-2</c:v>
                </c:pt>
                <c:pt idx="3092">
                  <c:v>5.4883350488513297E-2</c:v>
                </c:pt>
                <c:pt idx="3093">
                  <c:v>5.0565045014042201E-2</c:v>
                </c:pt>
                <c:pt idx="3094">
                  <c:v>5.0914165958989101E-2</c:v>
                </c:pt>
                <c:pt idx="3095">
                  <c:v>5.0222324617163798E-2</c:v>
                </c:pt>
                <c:pt idx="3096">
                  <c:v>5.0130012759233199E-2</c:v>
                </c:pt>
                <c:pt idx="3097">
                  <c:v>5.0104894360649598E-2</c:v>
                </c:pt>
                <c:pt idx="3098">
                  <c:v>5.2928999469275401E-2</c:v>
                </c:pt>
                <c:pt idx="3099">
                  <c:v>5.64396950907812E-2</c:v>
                </c:pt>
                <c:pt idx="3100">
                  <c:v>5.1291701709270401E-2</c:v>
                </c:pt>
                <c:pt idx="3101">
                  <c:v>5.3591954725601097E-2</c:v>
                </c:pt>
                <c:pt idx="3102">
                  <c:v>5.3882325239457698E-2</c:v>
                </c:pt>
                <c:pt idx="3103">
                  <c:v>5.39952055956383E-2</c:v>
                </c:pt>
                <c:pt idx="3104">
                  <c:v>5.5369127998076501E-2</c:v>
                </c:pt>
                <c:pt idx="3105">
                  <c:v>5.0738283937472498E-2</c:v>
                </c:pt>
                <c:pt idx="3106">
                  <c:v>5.0242569104587097E-2</c:v>
                </c:pt>
                <c:pt idx="3107">
                  <c:v>6.4414290372221503E-2</c:v>
                </c:pt>
                <c:pt idx="3108">
                  <c:v>5.1295634632204802E-2</c:v>
                </c:pt>
                <c:pt idx="3109">
                  <c:v>4.9996402523250397E-2</c:v>
                </c:pt>
                <c:pt idx="3110">
                  <c:v>5.0305952893808299E-2</c:v>
                </c:pt>
                <c:pt idx="3111">
                  <c:v>0</c:v>
                </c:pt>
                <c:pt idx="3112">
                  <c:v>5.0678664073066301E-2</c:v>
                </c:pt>
                <c:pt idx="3113">
                  <c:v>0</c:v>
                </c:pt>
                <c:pt idx="3114">
                  <c:v>5.0169989770685902E-2</c:v>
                </c:pt>
                <c:pt idx="3115">
                  <c:v>5.9183792792852401E-2</c:v>
                </c:pt>
                <c:pt idx="3116">
                  <c:v>5.0455035263325197E-2</c:v>
                </c:pt>
                <c:pt idx="3117">
                  <c:v>0</c:v>
                </c:pt>
                <c:pt idx="3118">
                  <c:v>5.9796507246808697E-2</c:v>
                </c:pt>
                <c:pt idx="3119">
                  <c:v>5.1710107781137202E-2</c:v>
                </c:pt>
                <c:pt idx="3120">
                  <c:v>5.0604378963626302E-2</c:v>
                </c:pt>
                <c:pt idx="3121">
                  <c:v>5.4823701491157402E-2</c:v>
                </c:pt>
                <c:pt idx="3122">
                  <c:v>4.9990483815801401E-2</c:v>
                </c:pt>
                <c:pt idx="3123">
                  <c:v>5.3444844564705697E-2</c:v>
                </c:pt>
                <c:pt idx="3124">
                  <c:v>5.3168245236709002E-2</c:v>
                </c:pt>
                <c:pt idx="3125">
                  <c:v>0</c:v>
                </c:pt>
                <c:pt idx="3126">
                  <c:v>5.02076799526225E-2</c:v>
                </c:pt>
                <c:pt idx="3127">
                  <c:v>0</c:v>
                </c:pt>
                <c:pt idx="3128">
                  <c:v>5.0891949222871401E-2</c:v>
                </c:pt>
                <c:pt idx="3129">
                  <c:v>5.4310394297333899E-2</c:v>
                </c:pt>
                <c:pt idx="3130">
                  <c:v>5.0766522924442899E-2</c:v>
                </c:pt>
                <c:pt idx="3131">
                  <c:v>5.1768477635978298E-2</c:v>
                </c:pt>
                <c:pt idx="3132">
                  <c:v>5.0062680886577997E-2</c:v>
                </c:pt>
                <c:pt idx="3133">
                  <c:v>5.0527243364015498E-2</c:v>
                </c:pt>
                <c:pt idx="3134">
                  <c:v>5.9856694585011597E-2</c:v>
                </c:pt>
                <c:pt idx="3135">
                  <c:v>5.3548728716146902E-2</c:v>
                </c:pt>
                <c:pt idx="3136">
                  <c:v>5.0168505398383502E-2</c:v>
                </c:pt>
                <c:pt idx="3137">
                  <c:v>5.03550748738954E-2</c:v>
                </c:pt>
                <c:pt idx="3138">
                  <c:v>5.1306113070592199E-2</c:v>
                </c:pt>
                <c:pt idx="3139">
                  <c:v>4.99258959846689E-2</c:v>
                </c:pt>
                <c:pt idx="3140">
                  <c:v>5.0700528369647703E-2</c:v>
                </c:pt>
                <c:pt idx="3141">
                  <c:v>5.0770021807513298E-2</c:v>
                </c:pt>
                <c:pt idx="3142">
                  <c:v>5.6669006862463102E-2</c:v>
                </c:pt>
                <c:pt idx="3143">
                  <c:v>5.4688501595651702E-2</c:v>
                </c:pt>
                <c:pt idx="3144">
                  <c:v>5.2122309269654998E-2</c:v>
                </c:pt>
                <c:pt idx="3145">
                  <c:v>5.1616341085449498E-2</c:v>
                </c:pt>
                <c:pt idx="3146">
                  <c:v>5.2030243331383202E-2</c:v>
                </c:pt>
                <c:pt idx="3147">
                  <c:v>5.13916377229717E-2</c:v>
                </c:pt>
                <c:pt idx="3148">
                  <c:v>5.2655593103461303E-2</c:v>
                </c:pt>
                <c:pt idx="3149">
                  <c:v>5.9301551874954402E-2</c:v>
                </c:pt>
                <c:pt idx="3150">
                  <c:v>5.3626141100369999E-2</c:v>
                </c:pt>
                <c:pt idx="3151">
                  <c:v>5.6538768729924298E-2</c:v>
                </c:pt>
                <c:pt idx="3152">
                  <c:v>5.0208972345510999E-2</c:v>
                </c:pt>
                <c:pt idx="3153">
                  <c:v>6.1769570440613597E-2</c:v>
                </c:pt>
                <c:pt idx="3154">
                  <c:v>5.03667426324063E-2</c:v>
                </c:pt>
                <c:pt idx="3155">
                  <c:v>5.05880579671944E-2</c:v>
                </c:pt>
                <c:pt idx="3156">
                  <c:v>5.0103278985482898E-2</c:v>
                </c:pt>
                <c:pt idx="3157">
                  <c:v>5.0369665702501197E-2</c:v>
                </c:pt>
                <c:pt idx="3158">
                  <c:v>5.0118542858866799E-2</c:v>
                </c:pt>
                <c:pt idx="3159">
                  <c:v>5.0493984241531002E-2</c:v>
                </c:pt>
                <c:pt idx="3160">
                  <c:v>5.76952487916704E-2</c:v>
                </c:pt>
                <c:pt idx="3161">
                  <c:v>5.1230594313901E-2</c:v>
                </c:pt>
                <c:pt idx="3162">
                  <c:v>5.0311327723791599E-2</c:v>
                </c:pt>
                <c:pt idx="3163">
                  <c:v>6.4551235224935499E-2</c:v>
                </c:pt>
                <c:pt idx="3164">
                  <c:v>5.0983809392224098E-2</c:v>
                </c:pt>
                <c:pt idx="3165">
                  <c:v>5.3844439105553699E-2</c:v>
                </c:pt>
                <c:pt idx="3166">
                  <c:v>5.2811946505650402E-2</c:v>
                </c:pt>
                <c:pt idx="3167">
                  <c:v>5.1099160347171102E-2</c:v>
                </c:pt>
                <c:pt idx="3168">
                  <c:v>5.5865343912745398E-2</c:v>
                </c:pt>
                <c:pt idx="3169">
                  <c:v>6.0248226229050197E-2</c:v>
                </c:pt>
                <c:pt idx="3170">
                  <c:v>6.1150301620324497E-2</c:v>
                </c:pt>
                <c:pt idx="3171">
                  <c:v>0</c:v>
                </c:pt>
                <c:pt idx="3172">
                  <c:v>5.0808570871249098E-2</c:v>
                </c:pt>
                <c:pt idx="3173">
                  <c:v>5.10763999276862E-2</c:v>
                </c:pt>
                <c:pt idx="3174">
                  <c:v>6.1804702643614803E-2</c:v>
                </c:pt>
                <c:pt idx="3175">
                  <c:v>5.3509516809983899E-2</c:v>
                </c:pt>
                <c:pt idx="3176">
                  <c:v>5.0922697132913898E-2</c:v>
                </c:pt>
                <c:pt idx="3177">
                  <c:v>6.1530924286456498E-2</c:v>
                </c:pt>
                <c:pt idx="3178">
                  <c:v>5.0230878544498397E-2</c:v>
                </c:pt>
                <c:pt idx="3179">
                  <c:v>5.2062762425571098E-2</c:v>
                </c:pt>
                <c:pt idx="3180">
                  <c:v>6.8530612761772094E-2</c:v>
                </c:pt>
                <c:pt idx="3181">
                  <c:v>0</c:v>
                </c:pt>
                <c:pt idx="3182">
                  <c:v>5.0073407003068601E-2</c:v>
                </c:pt>
                <c:pt idx="3183">
                  <c:v>0</c:v>
                </c:pt>
                <c:pt idx="3184">
                  <c:v>6.0637383784570599E-2</c:v>
                </c:pt>
                <c:pt idx="3185">
                  <c:v>5.1949498706067299E-2</c:v>
                </c:pt>
                <c:pt idx="3186">
                  <c:v>5.0077687213169103E-2</c:v>
                </c:pt>
                <c:pt idx="3187">
                  <c:v>5.1013156850896399E-2</c:v>
                </c:pt>
                <c:pt idx="3188">
                  <c:v>5.0042035885438499E-2</c:v>
                </c:pt>
                <c:pt idx="3189">
                  <c:v>5.0773467705730699E-2</c:v>
                </c:pt>
                <c:pt idx="3190">
                  <c:v>5.2308086444039198E-2</c:v>
                </c:pt>
                <c:pt idx="3191">
                  <c:v>5.2778419426888899E-2</c:v>
                </c:pt>
                <c:pt idx="3192">
                  <c:v>5.1056434515193302E-2</c:v>
                </c:pt>
                <c:pt idx="3193">
                  <c:v>0</c:v>
                </c:pt>
                <c:pt idx="3194">
                  <c:v>5.4392713885632799E-2</c:v>
                </c:pt>
                <c:pt idx="3195">
                  <c:v>5.4584361568250098E-2</c:v>
                </c:pt>
                <c:pt idx="3196">
                  <c:v>5.3762968854308597E-2</c:v>
                </c:pt>
                <c:pt idx="3197">
                  <c:v>5.0516060221543903E-2</c:v>
                </c:pt>
                <c:pt idx="3198">
                  <c:v>5.1243618138243102E-2</c:v>
                </c:pt>
                <c:pt idx="3199">
                  <c:v>5.2163783721065497E-2</c:v>
                </c:pt>
                <c:pt idx="3200">
                  <c:v>6.0240606209765298E-2</c:v>
                </c:pt>
                <c:pt idx="3201">
                  <c:v>0</c:v>
                </c:pt>
                <c:pt idx="3202">
                  <c:v>5.0234301945500402E-2</c:v>
                </c:pt>
                <c:pt idx="3203">
                  <c:v>5.6299724161035403E-2</c:v>
                </c:pt>
                <c:pt idx="3204">
                  <c:v>5.2304935165089703E-2</c:v>
                </c:pt>
                <c:pt idx="3205">
                  <c:v>0</c:v>
                </c:pt>
                <c:pt idx="3206">
                  <c:v>5.3178154282639702E-2</c:v>
                </c:pt>
                <c:pt idx="3207">
                  <c:v>5.3288660200354103E-2</c:v>
                </c:pt>
                <c:pt idx="3208">
                  <c:v>5.5125345351291398E-2</c:v>
                </c:pt>
                <c:pt idx="3209">
                  <c:v>0</c:v>
                </c:pt>
                <c:pt idx="3210">
                  <c:v>5.18588129310091E-2</c:v>
                </c:pt>
                <c:pt idx="3211">
                  <c:v>0</c:v>
                </c:pt>
                <c:pt idx="3212">
                  <c:v>5.0977684365789401E-2</c:v>
                </c:pt>
                <c:pt idx="3213">
                  <c:v>0</c:v>
                </c:pt>
                <c:pt idx="3214">
                  <c:v>5.4529254172212799E-2</c:v>
                </c:pt>
                <c:pt idx="3215">
                  <c:v>5.0352963692194802E-2</c:v>
                </c:pt>
                <c:pt idx="3216">
                  <c:v>5.6294612474882599E-2</c:v>
                </c:pt>
                <c:pt idx="3217">
                  <c:v>5.41165414387101E-2</c:v>
                </c:pt>
                <c:pt idx="3218">
                  <c:v>5.0536053439636401E-2</c:v>
                </c:pt>
                <c:pt idx="3219">
                  <c:v>5.12781508339323E-2</c:v>
                </c:pt>
                <c:pt idx="3220">
                  <c:v>5.0023687763950303E-2</c:v>
                </c:pt>
                <c:pt idx="3221">
                  <c:v>5.0023620767640102E-2</c:v>
                </c:pt>
                <c:pt idx="3222">
                  <c:v>6.1204586719726298E-2</c:v>
                </c:pt>
                <c:pt idx="3223">
                  <c:v>6.08903532297611E-2</c:v>
                </c:pt>
                <c:pt idx="3224">
                  <c:v>0</c:v>
                </c:pt>
                <c:pt idx="3225">
                  <c:v>5.2746050735974701E-2</c:v>
                </c:pt>
                <c:pt idx="3226">
                  <c:v>0</c:v>
                </c:pt>
                <c:pt idx="3227">
                  <c:v>5.0807353504896902E-2</c:v>
                </c:pt>
                <c:pt idx="3228">
                  <c:v>5.0224865938634101E-2</c:v>
                </c:pt>
                <c:pt idx="3229">
                  <c:v>5.3115790403106898E-2</c:v>
                </c:pt>
                <c:pt idx="3230">
                  <c:v>5.6632895731503603E-2</c:v>
                </c:pt>
                <c:pt idx="3231">
                  <c:v>5.0468112801397902E-2</c:v>
                </c:pt>
                <c:pt idx="3232">
                  <c:v>5.21813515981168E-2</c:v>
                </c:pt>
                <c:pt idx="3233">
                  <c:v>5.08498342999643E-2</c:v>
                </c:pt>
                <c:pt idx="3234">
                  <c:v>5.6648069455673897E-2</c:v>
                </c:pt>
                <c:pt idx="3235">
                  <c:v>5.2087334192759897E-2</c:v>
                </c:pt>
                <c:pt idx="3236">
                  <c:v>5.1079251708292903E-2</c:v>
                </c:pt>
                <c:pt idx="3237">
                  <c:v>5.7658891795071998E-2</c:v>
                </c:pt>
                <c:pt idx="3238">
                  <c:v>5.4957524703737902E-2</c:v>
                </c:pt>
                <c:pt idx="3239">
                  <c:v>5.2453530623279399E-2</c:v>
                </c:pt>
                <c:pt idx="3240">
                  <c:v>5.4848368833817399E-2</c:v>
                </c:pt>
                <c:pt idx="3241">
                  <c:v>0</c:v>
                </c:pt>
                <c:pt idx="3242">
                  <c:v>6.5839619557028495E-2</c:v>
                </c:pt>
                <c:pt idx="3243">
                  <c:v>5.6909191517920898E-2</c:v>
                </c:pt>
                <c:pt idx="3244">
                  <c:v>6.1115003152648097E-2</c:v>
                </c:pt>
                <c:pt idx="3245">
                  <c:v>5.2047500616510603E-2</c:v>
                </c:pt>
                <c:pt idx="3246">
                  <c:v>5.4382980247011901E-2</c:v>
                </c:pt>
                <c:pt idx="3247">
                  <c:v>5.1380705630977602E-2</c:v>
                </c:pt>
                <c:pt idx="3248">
                  <c:v>5.2637369982391803E-2</c:v>
                </c:pt>
                <c:pt idx="3249">
                  <c:v>5.1777505055444699E-2</c:v>
                </c:pt>
                <c:pt idx="3250">
                  <c:v>5.1662668095895502E-2</c:v>
                </c:pt>
                <c:pt idx="3251">
                  <c:v>5.8081291110598697E-2</c:v>
                </c:pt>
                <c:pt idx="3252">
                  <c:v>5.7107019029016597E-2</c:v>
                </c:pt>
                <c:pt idx="3253">
                  <c:v>5.2202908316198303E-2</c:v>
                </c:pt>
                <c:pt idx="3254">
                  <c:v>4.9957133419155697E-2</c:v>
                </c:pt>
                <c:pt idx="3255">
                  <c:v>6.1263494707030297E-2</c:v>
                </c:pt>
                <c:pt idx="3256">
                  <c:v>5.0124481988974498E-2</c:v>
                </c:pt>
                <c:pt idx="3257">
                  <c:v>5.28733154742961E-2</c:v>
                </c:pt>
                <c:pt idx="3258">
                  <c:v>5.0001305580397101E-2</c:v>
                </c:pt>
                <c:pt idx="3259">
                  <c:v>5.29990063501131E-2</c:v>
                </c:pt>
                <c:pt idx="3260">
                  <c:v>5.2782901326072697E-2</c:v>
                </c:pt>
                <c:pt idx="3261">
                  <c:v>5.3864090421540597E-2</c:v>
                </c:pt>
                <c:pt idx="3262">
                  <c:v>5.0025778394058897E-2</c:v>
                </c:pt>
                <c:pt idx="3263">
                  <c:v>5.5646553247939101E-2</c:v>
                </c:pt>
                <c:pt idx="3264">
                  <c:v>0</c:v>
                </c:pt>
                <c:pt idx="3265">
                  <c:v>5.0363044715736598E-2</c:v>
                </c:pt>
                <c:pt idx="3266">
                  <c:v>5.2568252260181497E-2</c:v>
                </c:pt>
                <c:pt idx="3267">
                  <c:v>5.14370831303834E-2</c:v>
                </c:pt>
                <c:pt idx="3268">
                  <c:v>5.06722928863838E-2</c:v>
                </c:pt>
                <c:pt idx="3269">
                  <c:v>5.4517867568408103E-2</c:v>
                </c:pt>
                <c:pt idx="3270">
                  <c:v>5.1385460865799003E-2</c:v>
                </c:pt>
                <c:pt idx="3271">
                  <c:v>5.2074859722805997E-2</c:v>
                </c:pt>
                <c:pt idx="3272">
                  <c:v>5.2529504710585297E-2</c:v>
                </c:pt>
                <c:pt idx="3273">
                  <c:v>5.4036118786981703E-2</c:v>
                </c:pt>
                <c:pt idx="3274">
                  <c:v>0</c:v>
                </c:pt>
                <c:pt idx="3275">
                  <c:v>5.7551975671014999E-2</c:v>
                </c:pt>
                <c:pt idx="3276">
                  <c:v>5.0502006333000303E-2</c:v>
                </c:pt>
                <c:pt idx="3277">
                  <c:v>0</c:v>
                </c:pt>
                <c:pt idx="3278">
                  <c:v>5.0890442369905198E-2</c:v>
                </c:pt>
                <c:pt idx="3279">
                  <c:v>5.4338348242370202E-2</c:v>
                </c:pt>
                <c:pt idx="3280">
                  <c:v>0</c:v>
                </c:pt>
                <c:pt idx="3281">
                  <c:v>5.0829556939631503E-2</c:v>
                </c:pt>
                <c:pt idx="3282">
                  <c:v>5.7327791626431403E-2</c:v>
                </c:pt>
                <c:pt idx="3283">
                  <c:v>5.2807793535636999E-2</c:v>
                </c:pt>
                <c:pt idx="3284">
                  <c:v>5.0025032262215899E-2</c:v>
                </c:pt>
                <c:pt idx="3285">
                  <c:v>5.4076005991479097E-2</c:v>
                </c:pt>
                <c:pt idx="3286">
                  <c:v>5.0259389625533397E-2</c:v>
                </c:pt>
                <c:pt idx="3287">
                  <c:v>5.0007152282474099E-2</c:v>
                </c:pt>
                <c:pt idx="3288">
                  <c:v>0</c:v>
                </c:pt>
                <c:pt idx="3289">
                  <c:v>5.2414812080538699E-2</c:v>
                </c:pt>
                <c:pt idx="3290">
                  <c:v>6.1049520152798901E-2</c:v>
                </c:pt>
                <c:pt idx="3291">
                  <c:v>5.3681885553390402E-2</c:v>
                </c:pt>
                <c:pt idx="3292">
                  <c:v>5.30116260910551E-2</c:v>
                </c:pt>
                <c:pt idx="3293">
                  <c:v>5.0962893595645799E-2</c:v>
                </c:pt>
                <c:pt idx="3294">
                  <c:v>5.4473455136391402E-2</c:v>
                </c:pt>
                <c:pt idx="3295">
                  <c:v>5.0775524636267499E-2</c:v>
                </c:pt>
                <c:pt idx="3296">
                  <c:v>5.3536432116603597E-2</c:v>
                </c:pt>
                <c:pt idx="3297">
                  <c:v>5.13906615677657E-2</c:v>
                </c:pt>
                <c:pt idx="3298">
                  <c:v>5.0016385307500799E-2</c:v>
                </c:pt>
                <c:pt idx="3299">
                  <c:v>5.1663775175799301E-2</c:v>
                </c:pt>
                <c:pt idx="3300">
                  <c:v>5.1919465290033599E-2</c:v>
                </c:pt>
                <c:pt idx="3301">
                  <c:v>5.1632090820537199E-2</c:v>
                </c:pt>
                <c:pt idx="3302">
                  <c:v>5.0297783517496003E-2</c:v>
                </c:pt>
                <c:pt idx="3303">
                  <c:v>5.0866175503265297E-2</c:v>
                </c:pt>
                <c:pt idx="3304">
                  <c:v>5.0481568834365297E-2</c:v>
                </c:pt>
                <c:pt idx="3305">
                  <c:v>5.0031204058669898E-2</c:v>
                </c:pt>
                <c:pt idx="3306">
                  <c:v>5.2350735868961801E-2</c:v>
                </c:pt>
                <c:pt idx="3307">
                  <c:v>5.4280994503594401E-2</c:v>
                </c:pt>
                <c:pt idx="3308">
                  <c:v>5.0748561386203699E-2</c:v>
                </c:pt>
                <c:pt idx="3309">
                  <c:v>5.3936128572987102E-2</c:v>
                </c:pt>
                <c:pt idx="3310">
                  <c:v>5.3810323760769198E-2</c:v>
                </c:pt>
                <c:pt idx="3311">
                  <c:v>5.0313475798269502E-2</c:v>
                </c:pt>
                <c:pt idx="3312">
                  <c:v>5.2167198060371699E-2</c:v>
                </c:pt>
                <c:pt idx="3313">
                  <c:v>5.1373400603140502E-2</c:v>
                </c:pt>
                <c:pt idx="3314">
                  <c:v>5.0775434946627299E-2</c:v>
                </c:pt>
                <c:pt idx="3315">
                  <c:v>6.3708864109512403E-2</c:v>
                </c:pt>
                <c:pt idx="3316">
                  <c:v>5.0054870633708698E-2</c:v>
                </c:pt>
                <c:pt idx="3317">
                  <c:v>5.0273629617627998E-2</c:v>
                </c:pt>
                <c:pt idx="3318">
                  <c:v>5.0278524474138997E-2</c:v>
                </c:pt>
                <c:pt idx="3319">
                  <c:v>5.4165955166252999E-2</c:v>
                </c:pt>
                <c:pt idx="3320">
                  <c:v>5.3532722320573198E-2</c:v>
                </c:pt>
                <c:pt idx="3321">
                  <c:v>5.6275993024838801E-2</c:v>
                </c:pt>
                <c:pt idx="3322">
                  <c:v>5.6643915362615399E-2</c:v>
                </c:pt>
                <c:pt idx="3323">
                  <c:v>5.1852208586859502E-2</c:v>
                </c:pt>
                <c:pt idx="3324">
                  <c:v>0</c:v>
                </c:pt>
                <c:pt idx="3325">
                  <c:v>5.0090253498529601E-2</c:v>
                </c:pt>
                <c:pt idx="3326">
                  <c:v>5.0117425053392603E-2</c:v>
                </c:pt>
                <c:pt idx="3327">
                  <c:v>5.0286883906894599E-2</c:v>
                </c:pt>
                <c:pt idx="3328">
                  <c:v>5.2020899559606301E-2</c:v>
                </c:pt>
                <c:pt idx="3329">
                  <c:v>5.0943191968731698E-2</c:v>
                </c:pt>
                <c:pt idx="3330">
                  <c:v>5.3020927993317299E-2</c:v>
                </c:pt>
                <c:pt idx="3331">
                  <c:v>5.0081284827192499E-2</c:v>
                </c:pt>
                <c:pt idx="3332">
                  <c:v>5.0739949149487297E-2</c:v>
                </c:pt>
                <c:pt idx="3333">
                  <c:v>5.01121072797059E-2</c:v>
                </c:pt>
                <c:pt idx="3334">
                  <c:v>5.5247027659535097E-2</c:v>
                </c:pt>
                <c:pt idx="3335">
                  <c:v>5.3519241055107698E-2</c:v>
                </c:pt>
                <c:pt idx="3336">
                  <c:v>5.0512687314613502E-2</c:v>
                </c:pt>
                <c:pt idx="3337">
                  <c:v>5.0541152958336999E-2</c:v>
                </c:pt>
                <c:pt idx="3338">
                  <c:v>4.9952421615695602E-2</c:v>
                </c:pt>
                <c:pt idx="3339">
                  <c:v>6.14478307099433E-2</c:v>
                </c:pt>
                <c:pt idx="3340">
                  <c:v>6.3045285652631303E-2</c:v>
                </c:pt>
                <c:pt idx="3341">
                  <c:v>5.6220751739631099E-2</c:v>
                </c:pt>
                <c:pt idx="3342">
                  <c:v>5.3099046356618301E-2</c:v>
                </c:pt>
                <c:pt idx="3343">
                  <c:v>0</c:v>
                </c:pt>
                <c:pt idx="3344">
                  <c:v>5.2122967434119399E-2</c:v>
                </c:pt>
                <c:pt idx="3345">
                  <c:v>5.2148024025723903E-2</c:v>
                </c:pt>
                <c:pt idx="3346">
                  <c:v>5.4308773399680502E-2</c:v>
                </c:pt>
                <c:pt idx="3347">
                  <c:v>5.0477980258001903E-2</c:v>
                </c:pt>
                <c:pt idx="3348">
                  <c:v>5.4217139183449101E-2</c:v>
                </c:pt>
                <c:pt idx="3349">
                  <c:v>5.00148843140251E-2</c:v>
                </c:pt>
                <c:pt idx="3350">
                  <c:v>5.2522677180896198E-2</c:v>
                </c:pt>
                <c:pt idx="3351">
                  <c:v>5.1088117898926998E-2</c:v>
                </c:pt>
                <c:pt idx="3352">
                  <c:v>5.0175348674347198E-2</c:v>
                </c:pt>
                <c:pt idx="3353">
                  <c:v>4.9998168617147301E-2</c:v>
                </c:pt>
                <c:pt idx="3354">
                  <c:v>5.0195324629394897E-2</c:v>
                </c:pt>
                <c:pt idx="3355">
                  <c:v>5.0037803951026499E-2</c:v>
                </c:pt>
                <c:pt idx="3356">
                  <c:v>5.2022175112825503E-2</c:v>
                </c:pt>
                <c:pt idx="3357">
                  <c:v>6.2402021930095503E-2</c:v>
                </c:pt>
                <c:pt idx="3358">
                  <c:v>5.0362354663310002E-2</c:v>
                </c:pt>
                <c:pt idx="3359">
                  <c:v>6.8891648982246395E-2</c:v>
                </c:pt>
                <c:pt idx="3360">
                  <c:v>5.0728830700285499E-2</c:v>
                </c:pt>
                <c:pt idx="3361">
                  <c:v>5.0450421374492897E-2</c:v>
                </c:pt>
                <c:pt idx="3362">
                  <c:v>5.5379118143393302E-2</c:v>
                </c:pt>
                <c:pt idx="3363">
                  <c:v>5.0156776251129201E-2</c:v>
                </c:pt>
                <c:pt idx="3364">
                  <c:v>5.1021414467136303E-2</c:v>
                </c:pt>
                <c:pt idx="3365">
                  <c:v>5.4787571751337298E-2</c:v>
                </c:pt>
                <c:pt idx="3366">
                  <c:v>5.01094488475946E-2</c:v>
                </c:pt>
                <c:pt idx="3367">
                  <c:v>5.5720423076086302E-2</c:v>
                </c:pt>
                <c:pt idx="3368">
                  <c:v>5.1499296335771397E-2</c:v>
                </c:pt>
                <c:pt idx="3369">
                  <c:v>5.1824478078703301E-2</c:v>
                </c:pt>
                <c:pt idx="3370">
                  <c:v>5.0319638366511203E-2</c:v>
                </c:pt>
                <c:pt idx="3371">
                  <c:v>5.8007161126315501E-2</c:v>
                </c:pt>
                <c:pt idx="3372">
                  <c:v>0</c:v>
                </c:pt>
                <c:pt idx="3373">
                  <c:v>0</c:v>
                </c:pt>
                <c:pt idx="3374">
                  <c:v>0</c:v>
                </c:pt>
                <c:pt idx="3375">
                  <c:v>5.3691747955229199E-2</c:v>
                </c:pt>
                <c:pt idx="3376">
                  <c:v>5.2436288604549297E-2</c:v>
                </c:pt>
                <c:pt idx="3377">
                  <c:v>5.4673311959747499E-2</c:v>
                </c:pt>
                <c:pt idx="3378">
                  <c:v>5.2014239397329E-2</c:v>
                </c:pt>
                <c:pt idx="3379">
                  <c:v>5.3035956980802101E-2</c:v>
                </c:pt>
                <c:pt idx="3380">
                  <c:v>0</c:v>
                </c:pt>
                <c:pt idx="3381">
                  <c:v>5.0360556737432297E-2</c:v>
                </c:pt>
                <c:pt idx="3382">
                  <c:v>5.7291468942946601E-2</c:v>
                </c:pt>
                <c:pt idx="3383">
                  <c:v>5.09696342560075E-2</c:v>
                </c:pt>
                <c:pt idx="3384">
                  <c:v>5.0926675481120801E-2</c:v>
                </c:pt>
                <c:pt idx="3385">
                  <c:v>5.1152482629341599E-2</c:v>
                </c:pt>
                <c:pt idx="3386">
                  <c:v>5.0223789504979001E-2</c:v>
                </c:pt>
                <c:pt idx="3387">
                  <c:v>5.4301026323613402E-2</c:v>
                </c:pt>
                <c:pt idx="3388">
                  <c:v>5.1052566249358597E-2</c:v>
                </c:pt>
                <c:pt idx="3389">
                  <c:v>5.2039739915526302E-2</c:v>
                </c:pt>
                <c:pt idx="3390">
                  <c:v>5.9358007742885202E-2</c:v>
                </c:pt>
                <c:pt idx="3391">
                  <c:v>5.8884006880240501E-2</c:v>
                </c:pt>
                <c:pt idx="3392">
                  <c:v>5.0011749352340602E-2</c:v>
                </c:pt>
                <c:pt idx="3393">
                  <c:v>5.0302428521075103E-2</c:v>
                </c:pt>
                <c:pt idx="3394">
                  <c:v>5.0281299314139001E-2</c:v>
                </c:pt>
                <c:pt idx="3395">
                  <c:v>0</c:v>
                </c:pt>
                <c:pt idx="3396">
                  <c:v>5.1647484465728997E-2</c:v>
                </c:pt>
                <c:pt idx="3397">
                  <c:v>5.17115512746186E-2</c:v>
                </c:pt>
                <c:pt idx="3398">
                  <c:v>5.1192733189357298E-2</c:v>
                </c:pt>
                <c:pt idx="3399">
                  <c:v>5.1594967195594199E-2</c:v>
                </c:pt>
                <c:pt idx="3400">
                  <c:v>5.0260869194194299E-2</c:v>
                </c:pt>
                <c:pt idx="3401">
                  <c:v>5.0241789682356798E-2</c:v>
                </c:pt>
                <c:pt idx="3402">
                  <c:v>5.1153181735861003E-2</c:v>
                </c:pt>
                <c:pt idx="3403">
                  <c:v>5.03942469037943E-2</c:v>
                </c:pt>
                <c:pt idx="3404">
                  <c:v>5.4067607818447397E-2</c:v>
                </c:pt>
                <c:pt idx="3405">
                  <c:v>5.2888731877548299E-2</c:v>
                </c:pt>
                <c:pt idx="3406">
                  <c:v>0</c:v>
                </c:pt>
                <c:pt idx="3407">
                  <c:v>5.0883734215592301E-2</c:v>
                </c:pt>
                <c:pt idx="3408">
                  <c:v>5.1196374208267698E-2</c:v>
                </c:pt>
                <c:pt idx="3409">
                  <c:v>5.0942887621460597E-2</c:v>
                </c:pt>
                <c:pt idx="3410">
                  <c:v>5.10508521949719E-2</c:v>
                </c:pt>
                <c:pt idx="3411">
                  <c:v>0</c:v>
                </c:pt>
                <c:pt idx="3412">
                  <c:v>5.4097371084694798E-2</c:v>
                </c:pt>
                <c:pt idx="3413">
                  <c:v>0</c:v>
                </c:pt>
                <c:pt idx="3414">
                  <c:v>8.24827025374366E-2</c:v>
                </c:pt>
                <c:pt idx="3415">
                  <c:v>6.6282313989180094E-2</c:v>
                </c:pt>
                <c:pt idx="3416">
                  <c:v>5.0239237086901103E-2</c:v>
                </c:pt>
                <c:pt idx="3417">
                  <c:v>5.0082960449153197E-2</c:v>
                </c:pt>
                <c:pt idx="3418">
                  <c:v>5.0606894485128499E-2</c:v>
                </c:pt>
                <c:pt idx="3419">
                  <c:v>5.0723218033745097E-2</c:v>
                </c:pt>
                <c:pt idx="3420">
                  <c:v>5.72516888417091E-2</c:v>
                </c:pt>
                <c:pt idx="3421">
                  <c:v>0</c:v>
                </c:pt>
                <c:pt idx="3422">
                  <c:v>6.030148777338E-2</c:v>
                </c:pt>
                <c:pt idx="3423">
                  <c:v>6.5134172577816202E-2</c:v>
                </c:pt>
                <c:pt idx="3424">
                  <c:v>0</c:v>
                </c:pt>
                <c:pt idx="3425">
                  <c:v>5.2428610154122902E-2</c:v>
                </c:pt>
                <c:pt idx="3426">
                  <c:v>5.16737484056881E-2</c:v>
                </c:pt>
                <c:pt idx="3427">
                  <c:v>5.1321599866138899E-2</c:v>
                </c:pt>
                <c:pt idx="3428">
                  <c:v>5.1741446689652797E-2</c:v>
                </c:pt>
                <c:pt idx="3429">
                  <c:v>5.3060861912724099E-2</c:v>
                </c:pt>
                <c:pt idx="3430">
                  <c:v>5.2021543207608698E-2</c:v>
                </c:pt>
                <c:pt idx="3431">
                  <c:v>5.09152641882719E-2</c:v>
                </c:pt>
                <c:pt idx="3432">
                  <c:v>5.37465561067949E-2</c:v>
                </c:pt>
                <c:pt idx="3433">
                  <c:v>5.1575089787804597E-2</c:v>
                </c:pt>
                <c:pt idx="3434">
                  <c:v>4.99492522055828E-2</c:v>
                </c:pt>
                <c:pt idx="3435">
                  <c:v>5.0051096921113397E-2</c:v>
                </c:pt>
                <c:pt idx="3436">
                  <c:v>0</c:v>
                </c:pt>
                <c:pt idx="3437">
                  <c:v>5.0032718998310903E-2</c:v>
                </c:pt>
                <c:pt idx="3438">
                  <c:v>0</c:v>
                </c:pt>
                <c:pt idx="3439">
                  <c:v>6.6479528855541897E-2</c:v>
                </c:pt>
                <c:pt idx="3440">
                  <c:v>6.5379784747900904E-2</c:v>
                </c:pt>
                <c:pt idx="3441">
                  <c:v>0</c:v>
                </c:pt>
                <c:pt idx="3442">
                  <c:v>5.2066049385528897E-2</c:v>
                </c:pt>
                <c:pt idx="3443">
                  <c:v>5.0357801021252598E-2</c:v>
                </c:pt>
                <c:pt idx="3444">
                  <c:v>5.11476148099827E-2</c:v>
                </c:pt>
                <c:pt idx="3445">
                  <c:v>5.1150157053626098E-2</c:v>
                </c:pt>
                <c:pt idx="3446">
                  <c:v>5.1186004892851598E-2</c:v>
                </c:pt>
                <c:pt idx="3447">
                  <c:v>5.5153731617540697E-2</c:v>
                </c:pt>
                <c:pt idx="3448">
                  <c:v>0</c:v>
                </c:pt>
                <c:pt idx="3449">
                  <c:v>5.1633471544341801E-2</c:v>
                </c:pt>
                <c:pt idx="3450">
                  <c:v>5.0821025222940103E-2</c:v>
                </c:pt>
                <c:pt idx="3451">
                  <c:v>5.2121271439055698E-2</c:v>
                </c:pt>
                <c:pt idx="3452">
                  <c:v>5.0350988196540401E-2</c:v>
                </c:pt>
                <c:pt idx="3453">
                  <c:v>5.2375348310990701E-2</c:v>
                </c:pt>
                <c:pt idx="3454">
                  <c:v>5.0048817225082497E-2</c:v>
                </c:pt>
                <c:pt idx="3455">
                  <c:v>5.0335608404688599E-2</c:v>
                </c:pt>
                <c:pt idx="3456">
                  <c:v>5.8233610691698703E-2</c:v>
                </c:pt>
                <c:pt idx="3457">
                  <c:v>5.2633631971368E-2</c:v>
                </c:pt>
                <c:pt idx="3458">
                  <c:v>5.1541322497841102E-2</c:v>
                </c:pt>
                <c:pt idx="3459">
                  <c:v>5.3996126624513599E-2</c:v>
                </c:pt>
                <c:pt idx="3460">
                  <c:v>5.3147924345452201E-2</c:v>
                </c:pt>
                <c:pt idx="3461">
                  <c:v>5.0367559318767699E-2</c:v>
                </c:pt>
                <c:pt idx="3462">
                  <c:v>5.0155835869736001E-2</c:v>
                </c:pt>
                <c:pt idx="3463">
                  <c:v>0</c:v>
                </c:pt>
                <c:pt idx="3464">
                  <c:v>0</c:v>
                </c:pt>
                <c:pt idx="3465">
                  <c:v>5.13654709757249E-2</c:v>
                </c:pt>
                <c:pt idx="3466">
                  <c:v>5.0079484013409697E-2</c:v>
                </c:pt>
                <c:pt idx="3467">
                  <c:v>5.6008909895242903E-2</c:v>
                </c:pt>
                <c:pt idx="3468">
                  <c:v>5.74077353573283E-2</c:v>
                </c:pt>
                <c:pt idx="3469">
                  <c:v>5.0078842968621799E-2</c:v>
                </c:pt>
                <c:pt idx="3470">
                  <c:v>5.3321128139703002E-2</c:v>
                </c:pt>
                <c:pt idx="3471">
                  <c:v>5.32656578725565E-2</c:v>
                </c:pt>
                <c:pt idx="3472">
                  <c:v>5.0970845189002002E-2</c:v>
                </c:pt>
                <c:pt idx="3473">
                  <c:v>6.4572143256084805E-2</c:v>
                </c:pt>
                <c:pt idx="3474">
                  <c:v>5.0699376855448203E-2</c:v>
                </c:pt>
                <c:pt idx="3475">
                  <c:v>5.22844759660787E-2</c:v>
                </c:pt>
                <c:pt idx="3476">
                  <c:v>5.2519173983514598E-2</c:v>
                </c:pt>
                <c:pt idx="3477">
                  <c:v>5.53324720660082E-2</c:v>
                </c:pt>
                <c:pt idx="3478">
                  <c:v>5.1321427519795203E-2</c:v>
                </c:pt>
                <c:pt idx="3479">
                  <c:v>5.0989938603486197E-2</c:v>
                </c:pt>
                <c:pt idx="3480">
                  <c:v>5.1149108741233899E-2</c:v>
                </c:pt>
                <c:pt idx="3481">
                  <c:v>5.0873525450192601E-2</c:v>
                </c:pt>
                <c:pt idx="3482">
                  <c:v>5.0157308619474199E-2</c:v>
                </c:pt>
                <c:pt idx="3483">
                  <c:v>5.5706663631184899E-2</c:v>
                </c:pt>
                <c:pt idx="3484">
                  <c:v>5.2552483278739397E-2</c:v>
                </c:pt>
                <c:pt idx="3485">
                  <c:v>0</c:v>
                </c:pt>
                <c:pt idx="3486">
                  <c:v>5.1438301183227099E-2</c:v>
                </c:pt>
                <c:pt idx="3487">
                  <c:v>5.1269802635138299E-2</c:v>
                </c:pt>
                <c:pt idx="3488">
                  <c:v>5.3083257776477002E-2</c:v>
                </c:pt>
                <c:pt idx="3489">
                  <c:v>5.1073255353679001E-2</c:v>
                </c:pt>
                <c:pt idx="3490">
                  <c:v>5.31642625424451E-2</c:v>
                </c:pt>
                <c:pt idx="3491">
                  <c:v>6.12514860634885E-2</c:v>
                </c:pt>
                <c:pt idx="3492">
                  <c:v>0</c:v>
                </c:pt>
                <c:pt idx="3493">
                  <c:v>5.6806467221639699E-2</c:v>
                </c:pt>
                <c:pt idx="3494">
                  <c:v>5.0388248926626897E-2</c:v>
                </c:pt>
                <c:pt idx="3495">
                  <c:v>0</c:v>
                </c:pt>
                <c:pt idx="3496">
                  <c:v>6.3835751534093904E-2</c:v>
                </c:pt>
                <c:pt idx="3497">
                  <c:v>0</c:v>
                </c:pt>
                <c:pt idx="3498">
                  <c:v>5.2241398643865899E-2</c:v>
                </c:pt>
                <c:pt idx="3499">
                  <c:v>5.0542490056045601E-2</c:v>
                </c:pt>
                <c:pt idx="3500">
                  <c:v>5.1942980464102499E-2</c:v>
                </c:pt>
                <c:pt idx="3501">
                  <c:v>5.0241888133014799E-2</c:v>
                </c:pt>
                <c:pt idx="3502">
                  <c:v>5.22739979379922E-2</c:v>
                </c:pt>
                <c:pt idx="3503">
                  <c:v>5.3847912028622602E-2</c:v>
                </c:pt>
                <c:pt idx="3504">
                  <c:v>4.9954750547761301E-2</c:v>
                </c:pt>
                <c:pt idx="3505">
                  <c:v>0</c:v>
                </c:pt>
                <c:pt idx="3506">
                  <c:v>5.5605243810265402E-2</c:v>
                </c:pt>
                <c:pt idx="3507">
                  <c:v>5.1710343079374298E-2</c:v>
                </c:pt>
                <c:pt idx="3508">
                  <c:v>5.0284002652184003E-2</c:v>
                </c:pt>
                <c:pt idx="3509">
                  <c:v>0</c:v>
                </c:pt>
                <c:pt idx="3510">
                  <c:v>0</c:v>
                </c:pt>
                <c:pt idx="3511">
                  <c:v>5.0032079447797001E-2</c:v>
                </c:pt>
                <c:pt idx="3512">
                  <c:v>5.1409932826922598E-2</c:v>
                </c:pt>
                <c:pt idx="3513">
                  <c:v>5.06830708047252E-2</c:v>
                </c:pt>
                <c:pt idx="3514">
                  <c:v>5.0092758308102503E-2</c:v>
                </c:pt>
                <c:pt idx="3515">
                  <c:v>5.0680212267604802E-2</c:v>
                </c:pt>
                <c:pt idx="3516">
                  <c:v>5.08228605570877E-2</c:v>
                </c:pt>
                <c:pt idx="3517">
                  <c:v>6.0669859366006398E-2</c:v>
                </c:pt>
                <c:pt idx="3518">
                  <c:v>5.20548054986813E-2</c:v>
                </c:pt>
                <c:pt idx="3519">
                  <c:v>5.0866380470182902E-2</c:v>
                </c:pt>
                <c:pt idx="3520">
                  <c:v>5.1453918095787997E-2</c:v>
                </c:pt>
                <c:pt idx="3521">
                  <c:v>5.0152072999336897E-2</c:v>
                </c:pt>
                <c:pt idx="3522">
                  <c:v>5.5558306124030697E-2</c:v>
                </c:pt>
                <c:pt idx="3523">
                  <c:v>5.11612648890118E-2</c:v>
                </c:pt>
                <c:pt idx="3524">
                  <c:v>5.0946200082011103E-2</c:v>
                </c:pt>
                <c:pt idx="3525">
                  <c:v>0</c:v>
                </c:pt>
                <c:pt idx="3526">
                  <c:v>0</c:v>
                </c:pt>
                <c:pt idx="3527">
                  <c:v>5.0099190704783803E-2</c:v>
                </c:pt>
                <c:pt idx="3528">
                  <c:v>5.0160645324457603E-2</c:v>
                </c:pt>
                <c:pt idx="3529">
                  <c:v>5.4553554301920597E-2</c:v>
                </c:pt>
                <c:pt idx="3530">
                  <c:v>5.0924057128419499E-2</c:v>
                </c:pt>
                <c:pt idx="3531">
                  <c:v>5.19144969395006E-2</c:v>
                </c:pt>
                <c:pt idx="3532">
                  <c:v>5.7619423665254001E-2</c:v>
                </c:pt>
                <c:pt idx="3533">
                  <c:v>7.7714141101600007E-2</c:v>
                </c:pt>
                <c:pt idx="3534">
                  <c:v>5.3308772037179798E-2</c:v>
                </c:pt>
                <c:pt idx="3535">
                  <c:v>5.2638316615690899E-2</c:v>
                </c:pt>
                <c:pt idx="3536">
                  <c:v>5.4100675798119002E-2</c:v>
                </c:pt>
                <c:pt idx="3537">
                  <c:v>0</c:v>
                </c:pt>
                <c:pt idx="3538">
                  <c:v>5.7731034774546101E-2</c:v>
                </c:pt>
                <c:pt idx="3539">
                  <c:v>4.9959798038846398E-2</c:v>
                </c:pt>
                <c:pt idx="3540">
                  <c:v>6.1967266283220003E-2</c:v>
                </c:pt>
                <c:pt idx="3541">
                  <c:v>5.0162983356309303E-2</c:v>
                </c:pt>
                <c:pt idx="3542">
                  <c:v>5.14455034406162E-2</c:v>
                </c:pt>
                <c:pt idx="3543">
                  <c:v>5.0603022737024599E-2</c:v>
                </c:pt>
                <c:pt idx="3544">
                  <c:v>5.3838060261619497E-2</c:v>
                </c:pt>
                <c:pt idx="3545">
                  <c:v>5.0117526494542097E-2</c:v>
                </c:pt>
                <c:pt idx="3546">
                  <c:v>5.0217954544036603E-2</c:v>
                </c:pt>
                <c:pt idx="3547">
                  <c:v>0</c:v>
                </c:pt>
                <c:pt idx="3548">
                  <c:v>5.0461239093055402E-2</c:v>
                </c:pt>
                <c:pt idx="3549">
                  <c:v>5.0427410801912001E-2</c:v>
                </c:pt>
                <c:pt idx="3550">
                  <c:v>0</c:v>
                </c:pt>
                <c:pt idx="3551">
                  <c:v>0</c:v>
                </c:pt>
                <c:pt idx="3552">
                  <c:v>0</c:v>
                </c:pt>
                <c:pt idx="3553">
                  <c:v>5.0996805337506501E-2</c:v>
                </c:pt>
                <c:pt idx="3554">
                  <c:v>0</c:v>
                </c:pt>
                <c:pt idx="3555">
                  <c:v>0</c:v>
                </c:pt>
                <c:pt idx="3556">
                  <c:v>5.0053792646209898E-2</c:v>
                </c:pt>
                <c:pt idx="3557">
                  <c:v>5.8283411003310998E-2</c:v>
                </c:pt>
                <c:pt idx="3558">
                  <c:v>5.0530483711011397E-2</c:v>
                </c:pt>
                <c:pt idx="3559">
                  <c:v>5.16101913619317E-2</c:v>
                </c:pt>
                <c:pt idx="3560">
                  <c:v>6.5035449306464793E-2</c:v>
                </c:pt>
                <c:pt idx="3561">
                  <c:v>5.10029899901542E-2</c:v>
                </c:pt>
                <c:pt idx="3562">
                  <c:v>5.1072628773551398E-2</c:v>
                </c:pt>
                <c:pt idx="3563">
                  <c:v>5.0365520184746999E-2</c:v>
                </c:pt>
                <c:pt idx="3564">
                  <c:v>0</c:v>
                </c:pt>
                <c:pt idx="3565">
                  <c:v>5.3186798533249702E-2</c:v>
                </c:pt>
                <c:pt idx="3566">
                  <c:v>5.3180597648880799E-2</c:v>
                </c:pt>
                <c:pt idx="3567">
                  <c:v>5.1076325875771302E-2</c:v>
                </c:pt>
                <c:pt idx="3568">
                  <c:v>5.0096628328941399E-2</c:v>
                </c:pt>
                <c:pt idx="3569">
                  <c:v>0</c:v>
                </c:pt>
                <c:pt idx="3570">
                  <c:v>5.0078560955150099E-2</c:v>
                </c:pt>
                <c:pt idx="3571">
                  <c:v>5.0573257682479097E-2</c:v>
                </c:pt>
                <c:pt idx="3572">
                  <c:v>5.1296610411606297E-2</c:v>
                </c:pt>
                <c:pt idx="3573">
                  <c:v>5.6957325913269602E-2</c:v>
                </c:pt>
                <c:pt idx="3574">
                  <c:v>5.0973196430145397E-2</c:v>
                </c:pt>
                <c:pt idx="3575">
                  <c:v>5.17151116784553E-2</c:v>
                </c:pt>
                <c:pt idx="3576">
                  <c:v>5.6818018612134001E-2</c:v>
                </c:pt>
                <c:pt idx="3577">
                  <c:v>0</c:v>
                </c:pt>
                <c:pt idx="3578">
                  <c:v>5.2487073646649299E-2</c:v>
                </c:pt>
                <c:pt idx="3579">
                  <c:v>6.7139607105572902E-2</c:v>
                </c:pt>
                <c:pt idx="3580">
                  <c:v>5.5559059846094799E-2</c:v>
                </c:pt>
                <c:pt idx="3581">
                  <c:v>0</c:v>
                </c:pt>
                <c:pt idx="3582">
                  <c:v>5.3174921839935503E-2</c:v>
                </c:pt>
                <c:pt idx="3583">
                  <c:v>5.0104840547533197E-2</c:v>
                </c:pt>
                <c:pt idx="3584">
                  <c:v>5.2250821595767299E-2</c:v>
                </c:pt>
                <c:pt idx="3585">
                  <c:v>5.3846368473089198E-2</c:v>
                </c:pt>
                <c:pt idx="3586">
                  <c:v>5.0255892496946501E-2</c:v>
                </c:pt>
                <c:pt idx="3587">
                  <c:v>5.4373996361636E-2</c:v>
                </c:pt>
                <c:pt idx="3588">
                  <c:v>5.0127994741028199E-2</c:v>
                </c:pt>
                <c:pt idx="3589">
                  <c:v>5.0153287880631003E-2</c:v>
                </c:pt>
                <c:pt idx="3590">
                  <c:v>5.0937763383863202E-2</c:v>
                </c:pt>
                <c:pt idx="3591">
                  <c:v>6.07613683361607E-2</c:v>
                </c:pt>
                <c:pt idx="3592">
                  <c:v>5.0182339565123003E-2</c:v>
                </c:pt>
                <c:pt idx="3593">
                  <c:v>6.8832639452939201E-2</c:v>
                </c:pt>
                <c:pt idx="3594">
                  <c:v>6.91855445904727E-2</c:v>
                </c:pt>
                <c:pt idx="3595">
                  <c:v>5.0797780086210699E-2</c:v>
                </c:pt>
                <c:pt idx="3596">
                  <c:v>5.0660222310642898E-2</c:v>
                </c:pt>
                <c:pt idx="3597">
                  <c:v>5.0374262883189302E-2</c:v>
                </c:pt>
                <c:pt idx="3598">
                  <c:v>5.0829092217843097E-2</c:v>
                </c:pt>
                <c:pt idx="3599">
                  <c:v>5.0422193290101398E-2</c:v>
                </c:pt>
                <c:pt idx="3600">
                  <c:v>5.4889789041831803E-2</c:v>
                </c:pt>
                <c:pt idx="3601">
                  <c:v>5.0504897783127903E-2</c:v>
                </c:pt>
                <c:pt idx="3602">
                  <c:v>5.9396614714798401E-2</c:v>
                </c:pt>
                <c:pt idx="3603">
                  <c:v>4.9937595578498799E-2</c:v>
                </c:pt>
                <c:pt idx="3604">
                  <c:v>5.13434605138329E-2</c:v>
                </c:pt>
                <c:pt idx="3605">
                  <c:v>5.30522951131173E-2</c:v>
                </c:pt>
                <c:pt idx="3606">
                  <c:v>5.58295225685407E-2</c:v>
                </c:pt>
                <c:pt idx="3607">
                  <c:v>5.0069665176768002E-2</c:v>
                </c:pt>
                <c:pt idx="3608">
                  <c:v>5.4116513865392901E-2</c:v>
                </c:pt>
                <c:pt idx="3609">
                  <c:v>5.4284696556388103E-2</c:v>
                </c:pt>
                <c:pt idx="3610">
                  <c:v>5.2543172719868997E-2</c:v>
                </c:pt>
                <c:pt idx="3611">
                  <c:v>7.6650180377868499E-2</c:v>
                </c:pt>
                <c:pt idx="3612">
                  <c:v>5.1302666222069603E-2</c:v>
                </c:pt>
                <c:pt idx="3613">
                  <c:v>8.6242461795908998E-2</c:v>
                </c:pt>
                <c:pt idx="3614">
                  <c:v>5.0594171676580299E-2</c:v>
                </c:pt>
                <c:pt idx="3615">
                  <c:v>0</c:v>
                </c:pt>
                <c:pt idx="3616">
                  <c:v>0</c:v>
                </c:pt>
                <c:pt idx="3617">
                  <c:v>0</c:v>
                </c:pt>
                <c:pt idx="3618">
                  <c:v>6.1232049871123802E-2</c:v>
                </c:pt>
                <c:pt idx="3619">
                  <c:v>5.2249103761294401E-2</c:v>
                </c:pt>
                <c:pt idx="3620">
                  <c:v>5.1094685732283499E-2</c:v>
                </c:pt>
                <c:pt idx="3621">
                  <c:v>5.6025957961470099E-2</c:v>
                </c:pt>
                <c:pt idx="3622">
                  <c:v>6.5697632356574706E-2</c:v>
                </c:pt>
                <c:pt idx="3623">
                  <c:v>5.0881327780551301E-2</c:v>
                </c:pt>
                <c:pt idx="3624">
                  <c:v>0</c:v>
                </c:pt>
                <c:pt idx="3625">
                  <c:v>6.0071754028652599E-2</c:v>
                </c:pt>
                <c:pt idx="3626">
                  <c:v>5.51308377473873E-2</c:v>
                </c:pt>
                <c:pt idx="3627">
                  <c:v>5.2219269645744797E-2</c:v>
                </c:pt>
                <c:pt idx="3628">
                  <c:v>5.0726969207302401E-2</c:v>
                </c:pt>
                <c:pt idx="3629">
                  <c:v>5.3375887135608702E-2</c:v>
                </c:pt>
                <c:pt idx="3630">
                  <c:v>5.8362193274304301E-2</c:v>
                </c:pt>
                <c:pt idx="3631">
                  <c:v>5.5682042152843003E-2</c:v>
                </c:pt>
                <c:pt idx="3632">
                  <c:v>5.2056954027799703E-2</c:v>
                </c:pt>
                <c:pt idx="3633">
                  <c:v>0</c:v>
                </c:pt>
                <c:pt idx="3634">
                  <c:v>5.0490130152755303E-2</c:v>
                </c:pt>
                <c:pt idx="3635">
                  <c:v>4.9926210946387301E-2</c:v>
                </c:pt>
                <c:pt idx="3636">
                  <c:v>5.0847973705588398E-2</c:v>
                </c:pt>
                <c:pt idx="3637">
                  <c:v>5.0475177073975502E-2</c:v>
                </c:pt>
                <c:pt idx="3638">
                  <c:v>5.85013764350963E-2</c:v>
                </c:pt>
                <c:pt idx="3639">
                  <c:v>5.5048169291534499E-2</c:v>
                </c:pt>
                <c:pt idx="3640">
                  <c:v>5.5292231981110801E-2</c:v>
                </c:pt>
                <c:pt idx="3641">
                  <c:v>5.2094311487670603E-2</c:v>
                </c:pt>
                <c:pt idx="3642">
                  <c:v>5.04726176610861E-2</c:v>
                </c:pt>
                <c:pt idx="3643">
                  <c:v>5.6118559919907399E-2</c:v>
                </c:pt>
                <c:pt idx="3644">
                  <c:v>5.1540666391463701E-2</c:v>
                </c:pt>
                <c:pt idx="3645">
                  <c:v>5.2185358239247699E-2</c:v>
                </c:pt>
                <c:pt idx="3646">
                  <c:v>5.4860302402298201E-2</c:v>
                </c:pt>
                <c:pt idx="3647">
                  <c:v>5.0295620363394099E-2</c:v>
                </c:pt>
                <c:pt idx="3648">
                  <c:v>0</c:v>
                </c:pt>
                <c:pt idx="3649">
                  <c:v>5.0824792048241099E-2</c:v>
                </c:pt>
                <c:pt idx="3650">
                  <c:v>5.20318672676367E-2</c:v>
                </c:pt>
                <c:pt idx="3651">
                  <c:v>5.0212954955219699E-2</c:v>
                </c:pt>
                <c:pt idx="3652">
                  <c:v>0</c:v>
                </c:pt>
                <c:pt idx="3653">
                  <c:v>0</c:v>
                </c:pt>
                <c:pt idx="3654">
                  <c:v>5.2480540793626101E-2</c:v>
                </c:pt>
                <c:pt idx="3655">
                  <c:v>5.3601237518775102E-2</c:v>
                </c:pt>
                <c:pt idx="3656">
                  <c:v>5.21971515861556E-2</c:v>
                </c:pt>
                <c:pt idx="3657">
                  <c:v>5.3865037490572899E-2</c:v>
                </c:pt>
                <c:pt idx="3658">
                  <c:v>5.3409380943387701E-2</c:v>
                </c:pt>
                <c:pt idx="3659">
                  <c:v>5.04688860799846E-2</c:v>
                </c:pt>
                <c:pt idx="3660">
                  <c:v>5.0473909828920603E-2</c:v>
                </c:pt>
                <c:pt idx="3661">
                  <c:v>5.0161668196301697E-2</c:v>
                </c:pt>
                <c:pt idx="3662">
                  <c:v>5.2233609899462199E-2</c:v>
                </c:pt>
                <c:pt idx="3663">
                  <c:v>5.1052168836017202E-2</c:v>
                </c:pt>
                <c:pt idx="3664">
                  <c:v>0</c:v>
                </c:pt>
                <c:pt idx="3665">
                  <c:v>7.06224268499029E-2</c:v>
                </c:pt>
                <c:pt idx="3666">
                  <c:v>0</c:v>
                </c:pt>
                <c:pt idx="3667">
                  <c:v>5.0766685621163897E-2</c:v>
                </c:pt>
                <c:pt idx="3668">
                  <c:v>0</c:v>
                </c:pt>
                <c:pt idx="3669">
                  <c:v>5.3860447451130999E-2</c:v>
                </c:pt>
                <c:pt idx="3670">
                  <c:v>0</c:v>
                </c:pt>
                <c:pt idx="3671">
                  <c:v>5.0496491355585801E-2</c:v>
                </c:pt>
                <c:pt idx="3672">
                  <c:v>5.1892797438314299E-2</c:v>
                </c:pt>
                <c:pt idx="3673">
                  <c:v>5.2227536697354103E-2</c:v>
                </c:pt>
                <c:pt idx="3674">
                  <c:v>5.14499365576375E-2</c:v>
                </c:pt>
                <c:pt idx="3675">
                  <c:v>6.0019754430054598E-2</c:v>
                </c:pt>
                <c:pt idx="3676">
                  <c:v>5.01734656291319E-2</c:v>
                </c:pt>
                <c:pt idx="3677">
                  <c:v>5.2183738481587E-2</c:v>
                </c:pt>
                <c:pt idx="3678">
                  <c:v>0</c:v>
                </c:pt>
                <c:pt idx="3679">
                  <c:v>5.1424162743392399E-2</c:v>
                </c:pt>
                <c:pt idx="3680">
                  <c:v>5.4033476192602597E-2</c:v>
                </c:pt>
                <c:pt idx="3681">
                  <c:v>5.2951438672598397E-2</c:v>
                </c:pt>
                <c:pt idx="3682">
                  <c:v>5.0825502406424097E-2</c:v>
                </c:pt>
                <c:pt idx="3683">
                  <c:v>5.07964606730089E-2</c:v>
                </c:pt>
                <c:pt idx="3684">
                  <c:v>5.2058442385982603E-2</c:v>
                </c:pt>
                <c:pt idx="3685">
                  <c:v>5.4122753729053098E-2</c:v>
                </c:pt>
                <c:pt idx="3686">
                  <c:v>5.2646215353109697E-2</c:v>
                </c:pt>
                <c:pt idx="3687">
                  <c:v>5.6652653367634802E-2</c:v>
                </c:pt>
                <c:pt idx="3688">
                  <c:v>5.2440472924323502E-2</c:v>
                </c:pt>
                <c:pt idx="3689">
                  <c:v>5.4061408070531503E-2</c:v>
                </c:pt>
                <c:pt idx="3690">
                  <c:v>5.0787822001714999E-2</c:v>
                </c:pt>
                <c:pt idx="3691">
                  <c:v>5.1963085824760301E-2</c:v>
                </c:pt>
                <c:pt idx="3692">
                  <c:v>0</c:v>
                </c:pt>
                <c:pt idx="3693">
                  <c:v>5.0228700823140501E-2</c:v>
                </c:pt>
                <c:pt idx="3694">
                  <c:v>5.1808855197947201E-2</c:v>
                </c:pt>
                <c:pt idx="3695">
                  <c:v>6.3235970193995503E-2</c:v>
                </c:pt>
                <c:pt idx="3696">
                  <c:v>5.11007518278183E-2</c:v>
                </c:pt>
                <c:pt idx="3697">
                  <c:v>5.0479338146152103E-2</c:v>
                </c:pt>
                <c:pt idx="3698">
                  <c:v>5.48499714261243E-2</c:v>
                </c:pt>
                <c:pt idx="3699">
                  <c:v>5.1003838207070502E-2</c:v>
                </c:pt>
                <c:pt idx="3700">
                  <c:v>5.0877939851751097E-2</c:v>
                </c:pt>
                <c:pt idx="3701">
                  <c:v>0</c:v>
                </c:pt>
                <c:pt idx="3702">
                  <c:v>5.5917576664593599E-2</c:v>
                </c:pt>
                <c:pt idx="3703">
                  <c:v>5.5595899354270797E-2</c:v>
                </c:pt>
                <c:pt idx="3704">
                  <c:v>5.2787838151041301E-2</c:v>
                </c:pt>
                <c:pt idx="3705">
                  <c:v>5.2346071229059099E-2</c:v>
                </c:pt>
                <c:pt idx="3706">
                  <c:v>5.5235166599187403E-2</c:v>
                </c:pt>
                <c:pt idx="3707">
                  <c:v>5.4473370043505297E-2</c:v>
                </c:pt>
                <c:pt idx="3708">
                  <c:v>5.4517780148368E-2</c:v>
                </c:pt>
                <c:pt idx="3709">
                  <c:v>5.7625735516229702E-2</c:v>
                </c:pt>
                <c:pt idx="3710">
                  <c:v>5.6049705895807302E-2</c:v>
                </c:pt>
                <c:pt idx="3711">
                  <c:v>5.0026020723019198E-2</c:v>
                </c:pt>
                <c:pt idx="3712">
                  <c:v>5.2402924510311401E-2</c:v>
                </c:pt>
                <c:pt idx="3713">
                  <c:v>5.0147889198232501E-2</c:v>
                </c:pt>
                <c:pt idx="3714">
                  <c:v>5.0796808607925098E-2</c:v>
                </c:pt>
                <c:pt idx="3715">
                  <c:v>5.3751336018144302E-2</c:v>
                </c:pt>
                <c:pt idx="3716">
                  <c:v>5.2074876262166302E-2</c:v>
                </c:pt>
                <c:pt idx="3717">
                  <c:v>5.2354026965211999E-2</c:v>
                </c:pt>
                <c:pt idx="3718">
                  <c:v>5.1771358830182197E-2</c:v>
                </c:pt>
                <c:pt idx="3719">
                  <c:v>5.1001689304446401E-2</c:v>
                </c:pt>
                <c:pt idx="3720">
                  <c:v>4.9997442571098498E-2</c:v>
                </c:pt>
                <c:pt idx="3721">
                  <c:v>5.0160430152121203E-2</c:v>
                </c:pt>
                <c:pt idx="3722">
                  <c:v>5.2108341017232898E-2</c:v>
                </c:pt>
                <c:pt idx="3723">
                  <c:v>5.0194673210900403E-2</c:v>
                </c:pt>
                <c:pt idx="3724">
                  <c:v>5.4737342005325401E-2</c:v>
                </c:pt>
                <c:pt idx="3725">
                  <c:v>6.6408758312678007E-2</c:v>
                </c:pt>
                <c:pt idx="3726">
                  <c:v>6.7007703848484396E-2</c:v>
                </c:pt>
                <c:pt idx="3727">
                  <c:v>6.3133973122141807E-2</c:v>
                </c:pt>
                <c:pt idx="3728">
                  <c:v>5.1173656916848297E-2</c:v>
                </c:pt>
                <c:pt idx="3729">
                  <c:v>5.1526036477573499E-2</c:v>
                </c:pt>
                <c:pt idx="3730">
                  <c:v>0</c:v>
                </c:pt>
                <c:pt idx="3731">
                  <c:v>5.3091238058303902E-2</c:v>
                </c:pt>
                <c:pt idx="3732">
                  <c:v>0</c:v>
                </c:pt>
                <c:pt idx="3733">
                  <c:v>5.4039266011949902E-2</c:v>
                </c:pt>
                <c:pt idx="3734">
                  <c:v>5.1653628734431301E-2</c:v>
                </c:pt>
                <c:pt idx="3735">
                  <c:v>5.0349227844066001E-2</c:v>
                </c:pt>
                <c:pt idx="3736">
                  <c:v>5.0666568780607303E-2</c:v>
                </c:pt>
                <c:pt idx="3737">
                  <c:v>5.1545435616397302E-2</c:v>
                </c:pt>
                <c:pt idx="3738">
                  <c:v>5.3319211193570699E-2</c:v>
                </c:pt>
                <c:pt idx="3739">
                  <c:v>5.3263639924909303E-2</c:v>
                </c:pt>
                <c:pt idx="3740">
                  <c:v>5.3718640148138402E-2</c:v>
                </c:pt>
                <c:pt idx="3741">
                  <c:v>0</c:v>
                </c:pt>
                <c:pt idx="3742">
                  <c:v>5.0662992806028199E-2</c:v>
                </c:pt>
                <c:pt idx="3743">
                  <c:v>5.4277780843213101E-2</c:v>
                </c:pt>
                <c:pt idx="3744">
                  <c:v>5.5187382013967202E-2</c:v>
                </c:pt>
                <c:pt idx="3745">
                  <c:v>5.6374769533247202E-2</c:v>
                </c:pt>
                <c:pt idx="3746">
                  <c:v>5.0957288004172797E-2</c:v>
                </c:pt>
                <c:pt idx="3747">
                  <c:v>5.0589227824119502E-2</c:v>
                </c:pt>
                <c:pt idx="3748">
                  <c:v>0</c:v>
                </c:pt>
                <c:pt idx="3749">
                  <c:v>5.0462861105120098E-2</c:v>
                </c:pt>
                <c:pt idx="3750">
                  <c:v>7.5065886654004099E-2</c:v>
                </c:pt>
                <c:pt idx="3751">
                  <c:v>5.6656898544435702E-2</c:v>
                </c:pt>
                <c:pt idx="3752">
                  <c:v>0</c:v>
                </c:pt>
                <c:pt idx="3753">
                  <c:v>6.1394152143078001E-2</c:v>
                </c:pt>
                <c:pt idx="3754">
                  <c:v>5.16421762739427E-2</c:v>
                </c:pt>
                <c:pt idx="3755">
                  <c:v>5.0455802645378502E-2</c:v>
                </c:pt>
                <c:pt idx="3756">
                  <c:v>5.1864022411627797E-2</c:v>
                </c:pt>
                <c:pt idx="3757">
                  <c:v>5.0033085506332002E-2</c:v>
                </c:pt>
                <c:pt idx="3758">
                  <c:v>5.42905809472373E-2</c:v>
                </c:pt>
                <c:pt idx="3759">
                  <c:v>0</c:v>
                </c:pt>
                <c:pt idx="3760">
                  <c:v>5.0097535592233698E-2</c:v>
                </c:pt>
                <c:pt idx="3761">
                  <c:v>5.2881283460317299E-2</c:v>
                </c:pt>
                <c:pt idx="3762">
                  <c:v>5.1779128695750701E-2</c:v>
                </c:pt>
                <c:pt idx="3763">
                  <c:v>5.1024063446303003E-2</c:v>
                </c:pt>
                <c:pt idx="3764">
                  <c:v>5.1385417623359603E-2</c:v>
                </c:pt>
                <c:pt idx="3765">
                  <c:v>5.0111733185607799E-2</c:v>
                </c:pt>
                <c:pt idx="3766">
                  <c:v>5.0937382243304297E-2</c:v>
                </c:pt>
                <c:pt idx="3767">
                  <c:v>5.1464967284416498E-2</c:v>
                </c:pt>
                <c:pt idx="3768">
                  <c:v>4.9989384209761401E-2</c:v>
                </c:pt>
                <c:pt idx="3769">
                  <c:v>0</c:v>
                </c:pt>
                <c:pt idx="3770">
                  <c:v>5.4681183642477801E-2</c:v>
                </c:pt>
                <c:pt idx="3771">
                  <c:v>5.25619358587723E-2</c:v>
                </c:pt>
                <c:pt idx="3772">
                  <c:v>5.3269703787715603E-2</c:v>
                </c:pt>
                <c:pt idx="3773">
                  <c:v>5.3710219582657703E-2</c:v>
                </c:pt>
                <c:pt idx="3774">
                  <c:v>5.7952896145618597E-2</c:v>
                </c:pt>
                <c:pt idx="3775">
                  <c:v>0</c:v>
                </c:pt>
                <c:pt idx="3776">
                  <c:v>5.1864544046687798E-2</c:v>
                </c:pt>
                <c:pt idx="3777">
                  <c:v>5.1479199844639702E-2</c:v>
                </c:pt>
                <c:pt idx="3778">
                  <c:v>5.0254992374472097E-2</c:v>
                </c:pt>
                <c:pt idx="3779">
                  <c:v>5.3011389707498399E-2</c:v>
                </c:pt>
                <c:pt idx="3780">
                  <c:v>5.2859184626754298E-2</c:v>
                </c:pt>
                <c:pt idx="3781">
                  <c:v>5.0452603312276301E-2</c:v>
                </c:pt>
                <c:pt idx="3782">
                  <c:v>5.0098814092252898E-2</c:v>
                </c:pt>
                <c:pt idx="3783">
                  <c:v>5.3415967970669997E-2</c:v>
                </c:pt>
                <c:pt idx="3784">
                  <c:v>5.49437230635407E-2</c:v>
                </c:pt>
                <c:pt idx="3785">
                  <c:v>0</c:v>
                </c:pt>
                <c:pt idx="3786">
                  <c:v>5.0115096798766898E-2</c:v>
                </c:pt>
                <c:pt idx="3787">
                  <c:v>0</c:v>
                </c:pt>
                <c:pt idx="3788">
                  <c:v>4.9987907522314599E-2</c:v>
                </c:pt>
                <c:pt idx="3789">
                  <c:v>5.4994813587965402E-2</c:v>
                </c:pt>
                <c:pt idx="3790">
                  <c:v>0</c:v>
                </c:pt>
                <c:pt idx="3791">
                  <c:v>5.0433818366148797E-2</c:v>
                </c:pt>
                <c:pt idx="3792">
                  <c:v>5.1664601164716599E-2</c:v>
                </c:pt>
                <c:pt idx="3793">
                  <c:v>5.2226761647969001E-2</c:v>
                </c:pt>
                <c:pt idx="3794">
                  <c:v>0</c:v>
                </c:pt>
                <c:pt idx="3795">
                  <c:v>5.8861411417287998E-2</c:v>
                </c:pt>
                <c:pt idx="3796">
                  <c:v>5.29756914867998E-2</c:v>
                </c:pt>
                <c:pt idx="3797">
                  <c:v>5.3537757186943299E-2</c:v>
                </c:pt>
                <c:pt idx="3798">
                  <c:v>5.0623312969113599E-2</c:v>
                </c:pt>
                <c:pt idx="3799">
                  <c:v>5.0543429940767402E-2</c:v>
                </c:pt>
                <c:pt idx="3800">
                  <c:v>0</c:v>
                </c:pt>
                <c:pt idx="3801">
                  <c:v>5.1683877147090398E-2</c:v>
                </c:pt>
                <c:pt idx="3802">
                  <c:v>5.3275757847291501E-2</c:v>
                </c:pt>
                <c:pt idx="3803">
                  <c:v>5.0861119798658802E-2</c:v>
                </c:pt>
                <c:pt idx="3804">
                  <c:v>5.3271910536283502E-2</c:v>
                </c:pt>
                <c:pt idx="3805">
                  <c:v>5.3444210182984397E-2</c:v>
                </c:pt>
                <c:pt idx="3806">
                  <c:v>5.3186547205819203E-2</c:v>
                </c:pt>
                <c:pt idx="3807">
                  <c:v>5.1907841197478898E-2</c:v>
                </c:pt>
                <c:pt idx="3808">
                  <c:v>5.0346548166775897E-2</c:v>
                </c:pt>
                <c:pt idx="3809">
                  <c:v>5.0055807036040401E-2</c:v>
                </c:pt>
                <c:pt idx="3810">
                  <c:v>5.3066682472463197E-2</c:v>
                </c:pt>
                <c:pt idx="3811">
                  <c:v>5.0522214370691099E-2</c:v>
                </c:pt>
                <c:pt idx="3812">
                  <c:v>6.1941549932128498E-2</c:v>
                </c:pt>
                <c:pt idx="3813">
                  <c:v>5.1147683596913997E-2</c:v>
                </c:pt>
                <c:pt idx="3814">
                  <c:v>5.1831534506437502E-2</c:v>
                </c:pt>
                <c:pt idx="3815">
                  <c:v>0</c:v>
                </c:pt>
                <c:pt idx="3816">
                  <c:v>5.0109154450109501E-2</c:v>
                </c:pt>
                <c:pt idx="3817">
                  <c:v>5.0068940031126698E-2</c:v>
                </c:pt>
                <c:pt idx="3818">
                  <c:v>5.6276419220096401E-2</c:v>
                </c:pt>
                <c:pt idx="3819">
                  <c:v>5.86419812992999E-2</c:v>
                </c:pt>
                <c:pt idx="3820">
                  <c:v>7.5306768022165904E-2</c:v>
                </c:pt>
                <c:pt idx="3821">
                  <c:v>5.5141276421969997E-2</c:v>
                </c:pt>
                <c:pt idx="3822">
                  <c:v>0</c:v>
                </c:pt>
                <c:pt idx="3823">
                  <c:v>0</c:v>
                </c:pt>
                <c:pt idx="3824">
                  <c:v>0</c:v>
                </c:pt>
                <c:pt idx="3825">
                  <c:v>5.1626077061968902E-2</c:v>
                </c:pt>
                <c:pt idx="3826">
                  <c:v>5.2786822310340403E-2</c:v>
                </c:pt>
                <c:pt idx="3827">
                  <c:v>0</c:v>
                </c:pt>
                <c:pt idx="3828">
                  <c:v>5.3156492748710198E-2</c:v>
                </c:pt>
                <c:pt idx="3829">
                  <c:v>5.2347749251709402E-2</c:v>
                </c:pt>
                <c:pt idx="3830">
                  <c:v>5.5701642603270103E-2</c:v>
                </c:pt>
                <c:pt idx="3831">
                  <c:v>5.1882913640314499E-2</c:v>
                </c:pt>
                <c:pt idx="3832">
                  <c:v>5.4761848783742899E-2</c:v>
                </c:pt>
                <c:pt idx="3833">
                  <c:v>0</c:v>
                </c:pt>
                <c:pt idx="3834">
                  <c:v>5.0223143620895E-2</c:v>
                </c:pt>
                <c:pt idx="3835">
                  <c:v>5.58162494702363E-2</c:v>
                </c:pt>
                <c:pt idx="3836">
                  <c:v>5.8922047890716603E-2</c:v>
                </c:pt>
                <c:pt idx="3837">
                  <c:v>5.07602969956275E-2</c:v>
                </c:pt>
                <c:pt idx="3838">
                  <c:v>0</c:v>
                </c:pt>
                <c:pt idx="3839">
                  <c:v>5.1094689896029798E-2</c:v>
                </c:pt>
                <c:pt idx="3840">
                  <c:v>0</c:v>
                </c:pt>
                <c:pt idx="3841">
                  <c:v>6.4844328050713607E-2</c:v>
                </c:pt>
                <c:pt idx="3842">
                  <c:v>5.0583547841718403E-2</c:v>
                </c:pt>
                <c:pt idx="3843">
                  <c:v>0</c:v>
                </c:pt>
                <c:pt idx="3844">
                  <c:v>5.1876926723263897E-2</c:v>
                </c:pt>
                <c:pt idx="3845">
                  <c:v>5.0339818472265603E-2</c:v>
                </c:pt>
                <c:pt idx="3846">
                  <c:v>5.2944263185858501E-2</c:v>
                </c:pt>
                <c:pt idx="3847">
                  <c:v>0</c:v>
                </c:pt>
                <c:pt idx="3848">
                  <c:v>5.9007210258705298E-2</c:v>
                </c:pt>
                <c:pt idx="3849">
                  <c:v>5.0972363488916698E-2</c:v>
                </c:pt>
                <c:pt idx="3850">
                  <c:v>0</c:v>
                </c:pt>
                <c:pt idx="3851">
                  <c:v>5.0909253325484898E-2</c:v>
                </c:pt>
                <c:pt idx="3852">
                  <c:v>5.0360051232234998E-2</c:v>
                </c:pt>
                <c:pt idx="3853">
                  <c:v>5.6645449774557398E-2</c:v>
                </c:pt>
                <c:pt idx="3854">
                  <c:v>5.2456897088819003E-2</c:v>
                </c:pt>
                <c:pt idx="3855">
                  <c:v>0</c:v>
                </c:pt>
                <c:pt idx="3856">
                  <c:v>5.0862079249728701E-2</c:v>
                </c:pt>
                <c:pt idx="3857">
                  <c:v>0</c:v>
                </c:pt>
                <c:pt idx="3858">
                  <c:v>0</c:v>
                </c:pt>
                <c:pt idx="3859">
                  <c:v>6.3701371663826806E-2</c:v>
                </c:pt>
                <c:pt idx="3860">
                  <c:v>5.1547726354544902E-2</c:v>
                </c:pt>
                <c:pt idx="3861">
                  <c:v>5.8794130920970501E-2</c:v>
                </c:pt>
                <c:pt idx="3862">
                  <c:v>5.7691288701004102E-2</c:v>
                </c:pt>
                <c:pt idx="3863">
                  <c:v>0</c:v>
                </c:pt>
                <c:pt idx="3864">
                  <c:v>5.1247952087485102E-2</c:v>
                </c:pt>
                <c:pt idx="3865">
                  <c:v>5.6003549333431199E-2</c:v>
                </c:pt>
                <c:pt idx="3866">
                  <c:v>5.5346040816778498E-2</c:v>
                </c:pt>
                <c:pt idx="3867">
                  <c:v>5.0458046634097801E-2</c:v>
                </c:pt>
                <c:pt idx="3868">
                  <c:v>5.1049083658239999E-2</c:v>
                </c:pt>
                <c:pt idx="3869">
                  <c:v>5.2818565362080003E-2</c:v>
                </c:pt>
                <c:pt idx="3870">
                  <c:v>5.0221924226158302E-2</c:v>
                </c:pt>
                <c:pt idx="3871">
                  <c:v>5.31647582361858E-2</c:v>
                </c:pt>
                <c:pt idx="3872">
                  <c:v>5.4601093323605999E-2</c:v>
                </c:pt>
                <c:pt idx="3873">
                  <c:v>5.4358699777950603E-2</c:v>
                </c:pt>
                <c:pt idx="3874">
                  <c:v>7.0155916909244206E-2</c:v>
                </c:pt>
                <c:pt idx="3875">
                  <c:v>7.2947516975090596E-2</c:v>
                </c:pt>
                <c:pt idx="3876">
                  <c:v>6.3896135166926701E-2</c:v>
                </c:pt>
                <c:pt idx="3877">
                  <c:v>5.1579188296540401E-2</c:v>
                </c:pt>
                <c:pt idx="3878">
                  <c:v>5.0642438351460699E-2</c:v>
                </c:pt>
                <c:pt idx="3879">
                  <c:v>5.0004777622383298E-2</c:v>
                </c:pt>
                <c:pt idx="3880">
                  <c:v>5.0221499963752601E-2</c:v>
                </c:pt>
                <c:pt idx="3881">
                  <c:v>5.7090441638879698E-2</c:v>
                </c:pt>
                <c:pt idx="3882">
                  <c:v>5.3204384562844903E-2</c:v>
                </c:pt>
                <c:pt idx="3883">
                  <c:v>5.3998480317384301E-2</c:v>
                </c:pt>
                <c:pt idx="3884">
                  <c:v>5.3048939372217697E-2</c:v>
                </c:pt>
                <c:pt idx="3885">
                  <c:v>5.19308861306884E-2</c:v>
                </c:pt>
                <c:pt idx="3886">
                  <c:v>5.2943863783062803E-2</c:v>
                </c:pt>
                <c:pt idx="3887">
                  <c:v>5.1140396470396199E-2</c:v>
                </c:pt>
                <c:pt idx="3888">
                  <c:v>5.2682452370349499E-2</c:v>
                </c:pt>
                <c:pt idx="3889">
                  <c:v>0</c:v>
                </c:pt>
                <c:pt idx="3890">
                  <c:v>0</c:v>
                </c:pt>
                <c:pt idx="3891">
                  <c:v>0</c:v>
                </c:pt>
                <c:pt idx="3892">
                  <c:v>5.2800082972277403E-2</c:v>
                </c:pt>
                <c:pt idx="3893">
                  <c:v>0</c:v>
                </c:pt>
                <c:pt idx="3894">
                  <c:v>0</c:v>
                </c:pt>
                <c:pt idx="3895">
                  <c:v>5.1106680708195899E-2</c:v>
                </c:pt>
                <c:pt idx="3896">
                  <c:v>0</c:v>
                </c:pt>
                <c:pt idx="3897">
                  <c:v>6.6177137606335798E-2</c:v>
                </c:pt>
                <c:pt idx="3898">
                  <c:v>5.1604480486846703E-2</c:v>
                </c:pt>
                <c:pt idx="3899">
                  <c:v>5.4271074050242701E-2</c:v>
                </c:pt>
                <c:pt idx="3900">
                  <c:v>5.4810247256292299E-2</c:v>
                </c:pt>
                <c:pt idx="3901">
                  <c:v>0</c:v>
                </c:pt>
                <c:pt idx="3902">
                  <c:v>5.0076964551386702E-2</c:v>
                </c:pt>
                <c:pt idx="3903">
                  <c:v>5.0057192862086097E-2</c:v>
                </c:pt>
                <c:pt idx="3904">
                  <c:v>5.72311929480422E-2</c:v>
                </c:pt>
                <c:pt idx="3905">
                  <c:v>5.3490994355933602E-2</c:v>
                </c:pt>
                <c:pt idx="3906">
                  <c:v>5.1032396046122003E-2</c:v>
                </c:pt>
                <c:pt idx="3907">
                  <c:v>5.0227920760793597E-2</c:v>
                </c:pt>
                <c:pt idx="3908">
                  <c:v>5.1287859771151197E-2</c:v>
                </c:pt>
                <c:pt idx="3909">
                  <c:v>0</c:v>
                </c:pt>
                <c:pt idx="3910">
                  <c:v>5.4394865461592598E-2</c:v>
                </c:pt>
                <c:pt idx="3911">
                  <c:v>0</c:v>
                </c:pt>
                <c:pt idx="3912">
                  <c:v>5.3797117356183297E-2</c:v>
                </c:pt>
                <c:pt idx="3913">
                  <c:v>5.1897073947696E-2</c:v>
                </c:pt>
                <c:pt idx="3914">
                  <c:v>5.2749962778428201E-2</c:v>
                </c:pt>
                <c:pt idx="3915">
                  <c:v>7.51869246423639E-2</c:v>
                </c:pt>
                <c:pt idx="3916">
                  <c:v>0</c:v>
                </c:pt>
                <c:pt idx="3917">
                  <c:v>5.0378226078536099E-2</c:v>
                </c:pt>
                <c:pt idx="3918">
                  <c:v>5.2974039022013399E-2</c:v>
                </c:pt>
                <c:pt idx="3919">
                  <c:v>5.7768840233309998E-2</c:v>
                </c:pt>
                <c:pt idx="3920">
                  <c:v>5.1774361391802602E-2</c:v>
                </c:pt>
                <c:pt idx="3921">
                  <c:v>5.25019549924894E-2</c:v>
                </c:pt>
                <c:pt idx="3922">
                  <c:v>0</c:v>
                </c:pt>
                <c:pt idx="3923">
                  <c:v>5.4070371548088997E-2</c:v>
                </c:pt>
                <c:pt idx="3924">
                  <c:v>5.0806971941166297E-2</c:v>
                </c:pt>
                <c:pt idx="3925">
                  <c:v>5.2108857506759997E-2</c:v>
                </c:pt>
                <c:pt idx="3926">
                  <c:v>0</c:v>
                </c:pt>
                <c:pt idx="3927">
                  <c:v>6.5742294366674697E-2</c:v>
                </c:pt>
                <c:pt idx="3928">
                  <c:v>0</c:v>
                </c:pt>
                <c:pt idx="3929">
                  <c:v>0</c:v>
                </c:pt>
                <c:pt idx="3930">
                  <c:v>0</c:v>
                </c:pt>
                <c:pt idx="3931">
                  <c:v>5.0236521650249798E-2</c:v>
                </c:pt>
                <c:pt idx="3932">
                  <c:v>5.8921220673852297E-2</c:v>
                </c:pt>
                <c:pt idx="3933">
                  <c:v>5.1893190680389598E-2</c:v>
                </c:pt>
                <c:pt idx="3934">
                  <c:v>0</c:v>
                </c:pt>
                <c:pt idx="3935">
                  <c:v>5.0527061688580899E-2</c:v>
                </c:pt>
                <c:pt idx="3936">
                  <c:v>5.0630163961052202E-2</c:v>
                </c:pt>
                <c:pt idx="3937">
                  <c:v>5.0399030657553398E-2</c:v>
                </c:pt>
                <c:pt idx="3938">
                  <c:v>5.2223369334695798E-2</c:v>
                </c:pt>
                <c:pt idx="3939">
                  <c:v>0</c:v>
                </c:pt>
                <c:pt idx="3940">
                  <c:v>5.1752453308650102E-2</c:v>
                </c:pt>
                <c:pt idx="3941">
                  <c:v>5.1761523077650202E-2</c:v>
                </c:pt>
                <c:pt idx="3942">
                  <c:v>0</c:v>
                </c:pt>
                <c:pt idx="3943">
                  <c:v>5.2535278144305503E-2</c:v>
                </c:pt>
                <c:pt idx="3944">
                  <c:v>5.0436690458219802E-2</c:v>
                </c:pt>
                <c:pt idx="3945">
                  <c:v>0</c:v>
                </c:pt>
                <c:pt idx="3946">
                  <c:v>5.2048416931392998E-2</c:v>
                </c:pt>
                <c:pt idx="3947">
                  <c:v>5.1922739353943599E-2</c:v>
                </c:pt>
                <c:pt idx="3948">
                  <c:v>4.9931624629340803E-2</c:v>
                </c:pt>
                <c:pt idx="3949">
                  <c:v>6.8533606373333E-2</c:v>
                </c:pt>
                <c:pt idx="3950">
                  <c:v>6.0637312727937098E-2</c:v>
                </c:pt>
                <c:pt idx="3951">
                  <c:v>0</c:v>
                </c:pt>
                <c:pt idx="3952">
                  <c:v>5.1336181453847697E-2</c:v>
                </c:pt>
                <c:pt idx="3953">
                  <c:v>0</c:v>
                </c:pt>
                <c:pt idx="3954">
                  <c:v>5.0050547416885902E-2</c:v>
                </c:pt>
                <c:pt idx="3955">
                  <c:v>5.1373820705031603E-2</c:v>
                </c:pt>
                <c:pt idx="3956">
                  <c:v>0</c:v>
                </c:pt>
                <c:pt idx="3957">
                  <c:v>5.0565723505512798E-2</c:v>
                </c:pt>
                <c:pt idx="3958">
                  <c:v>5.2336389595580103E-2</c:v>
                </c:pt>
                <c:pt idx="3959">
                  <c:v>5.3670815670828098E-2</c:v>
                </c:pt>
                <c:pt idx="3960">
                  <c:v>5.8227390685309001E-2</c:v>
                </c:pt>
                <c:pt idx="3961">
                  <c:v>5.1962675840111203E-2</c:v>
                </c:pt>
                <c:pt idx="3962">
                  <c:v>0</c:v>
                </c:pt>
                <c:pt idx="3963">
                  <c:v>5.13218227626051E-2</c:v>
                </c:pt>
                <c:pt idx="3964">
                  <c:v>6.8303104088590805E-2</c:v>
                </c:pt>
                <c:pt idx="3965">
                  <c:v>5.4201375444915101E-2</c:v>
                </c:pt>
                <c:pt idx="3966">
                  <c:v>5.0138447162299198E-2</c:v>
                </c:pt>
                <c:pt idx="3967">
                  <c:v>5.2838346699604702E-2</c:v>
                </c:pt>
                <c:pt idx="3968">
                  <c:v>5.1579292321332203E-2</c:v>
                </c:pt>
                <c:pt idx="3969">
                  <c:v>0</c:v>
                </c:pt>
                <c:pt idx="3970">
                  <c:v>5.0366064954065301E-2</c:v>
                </c:pt>
                <c:pt idx="3971">
                  <c:v>5.1752367285390101E-2</c:v>
                </c:pt>
                <c:pt idx="3972">
                  <c:v>5.3634298809540099E-2</c:v>
                </c:pt>
                <c:pt idx="3973">
                  <c:v>5.24606454870939E-2</c:v>
                </c:pt>
                <c:pt idx="3974">
                  <c:v>4.9987235361856203E-2</c:v>
                </c:pt>
                <c:pt idx="3975">
                  <c:v>6.4127777900597899E-2</c:v>
                </c:pt>
                <c:pt idx="3976">
                  <c:v>0</c:v>
                </c:pt>
                <c:pt idx="3977">
                  <c:v>0</c:v>
                </c:pt>
                <c:pt idx="3978">
                  <c:v>0</c:v>
                </c:pt>
                <c:pt idx="3979">
                  <c:v>5.0026754101909897E-2</c:v>
                </c:pt>
                <c:pt idx="3980">
                  <c:v>5.2917609570857803E-2</c:v>
                </c:pt>
                <c:pt idx="3981">
                  <c:v>8.10948302580871E-2</c:v>
                </c:pt>
                <c:pt idx="3982">
                  <c:v>6.1947600488767698E-2</c:v>
                </c:pt>
                <c:pt idx="3983">
                  <c:v>0</c:v>
                </c:pt>
                <c:pt idx="3984">
                  <c:v>5.0322924068640203E-2</c:v>
                </c:pt>
                <c:pt idx="3985">
                  <c:v>5.0297979316073299E-2</c:v>
                </c:pt>
                <c:pt idx="3986">
                  <c:v>6.5157874785240794E-2</c:v>
                </c:pt>
                <c:pt idx="3987">
                  <c:v>0</c:v>
                </c:pt>
                <c:pt idx="3988">
                  <c:v>5.0862360078300403E-2</c:v>
                </c:pt>
                <c:pt idx="3989">
                  <c:v>0</c:v>
                </c:pt>
                <c:pt idx="3990">
                  <c:v>6.2828744137023204E-2</c:v>
                </c:pt>
                <c:pt idx="3991">
                  <c:v>5.11501638897775E-2</c:v>
                </c:pt>
                <c:pt idx="3992">
                  <c:v>5.1823263748622797E-2</c:v>
                </c:pt>
                <c:pt idx="3993">
                  <c:v>5.4195102146007798E-2</c:v>
                </c:pt>
                <c:pt idx="3994">
                  <c:v>0</c:v>
                </c:pt>
                <c:pt idx="3995">
                  <c:v>5.34316496764888E-2</c:v>
                </c:pt>
                <c:pt idx="3996">
                  <c:v>0</c:v>
                </c:pt>
                <c:pt idx="3997">
                  <c:v>0</c:v>
                </c:pt>
                <c:pt idx="3998">
                  <c:v>0</c:v>
                </c:pt>
                <c:pt idx="3999">
                  <c:v>5.0367009170553201E-2</c:v>
                </c:pt>
                <c:pt idx="4000">
                  <c:v>0</c:v>
                </c:pt>
                <c:pt idx="4001">
                  <c:v>6.3664739542076396E-2</c:v>
                </c:pt>
                <c:pt idx="4002">
                  <c:v>5.4312368111602803E-2</c:v>
                </c:pt>
                <c:pt idx="4003">
                  <c:v>0</c:v>
                </c:pt>
                <c:pt idx="4004">
                  <c:v>5.0089335672567702E-2</c:v>
                </c:pt>
                <c:pt idx="4005">
                  <c:v>6.11214223291165E-2</c:v>
                </c:pt>
                <c:pt idx="4006">
                  <c:v>0</c:v>
                </c:pt>
                <c:pt idx="4007">
                  <c:v>5.7377785695252599E-2</c:v>
                </c:pt>
                <c:pt idx="4008">
                  <c:v>5.0243184381796903E-2</c:v>
                </c:pt>
                <c:pt idx="4009">
                  <c:v>0</c:v>
                </c:pt>
                <c:pt idx="4010">
                  <c:v>5.4664395612687697E-2</c:v>
                </c:pt>
                <c:pt idx="4011">
                  <c:v>6.4850036238163405E-2</c:v>
                </c:pt>
                <c:pt idx="4012">
                  <c:v>5.0001136602947797E-2</c:v>
                </c:pt>
                <c:pt idx="4013">
                  <c:v>0</c:v>
                </c:pt>
                <c:pt idx="4014">
                  <c:v>5.3416442885167101E-2</c:v>
                </c:pt>
                <c:pt idx="4015">
                  <c:v>5.1709153251338499E-2</c:v>
                </c:pt>
                <c:pt idx="4016">
                  <c:v>7.1732070747736396E-2</c:v>
                </c:pt>
                <c:pt idx="4017">
                  <c:v>0</c:v>
                </c:pt>
                <c:pt idx="4018">
                  <c:v>5.1651078878588802E-2</c:v>
                </c:pt>
                <c:pt idx="4019">
                  <c:v>5.1679928657646097E-2</c:v>
                </c:pt>
                <c:pt idx="4020">
                  <c:v>5.1790600038398901E-2</c:v>
                </c:pt>
                <c:pt idx="4021">
                  <c:v>5.0108528114344901E-2</c:v>
                </c:pt>
                <c:pt idx="4022">
                  <c:v>5.0096164849983998E-2</c:v>
                </c:pt>
                <c:pt idx="4023">
                  <c:v>5.1654631003759999E-2</c:v>
                </c:pt>
                <c:pt idx="4024">
                  <c:v>5.1914206681157697E-2</c:v>
                </c:pt>
                <c:pt idx="4025">
                  <c:v>0</c:v>
                </c:pt>
                <c:pt idx="4026">
                  <c:v>5.24914457038618E-2</c:v>
                </c:pt>
                <c:pt idx="4027">
                  <c:v>6.4031030817645496E-2</c:v>
                </c:pt>
                <c:pt idx="4028">
                  <c:v>6.18361324711647E-2</c:v>
                </c:pt>
                <c:pt idx="4029">
                  <c:v>0</c:v>
                </c:pt>
                <c:pt idx="4030">
                  <c:v>5.3611199045044501E-2</c:v>
                </c:pt>
                <c:pt idx="4031">
                  <c:v>5.0602023867024601E-2</c:v>
                </c:pt>
                <c:pt idx="4032">
                  <c:v>5.3794421297998302E-2</c:v>
                </c:pt>
                <c:pt idx="4033">
                  <c:v>5.0243748027741501E-2</c:v>
                </c:pt>
                <c:pt idx="4034">
                  <c:v>5.0380778826393399E-2</c:v>
                </c:pt>
                <c:pt idx="4035">
                  <c:v>5.0831167065939299E-2</c:v>
                </c:pt>
                <c:pt idx="4036">
                  <c:v>0</c:v>
                </c:pt>
                <c:pt idx="4037">
                  <c:v>5.0848590868190102E-2</c:v>
                </c:pt>
                <c:pt idx="4038">
                  <c:v>5.1141141249975097E-2</c:v>
                </c:pt>
                <c:pt idx="4039">
                  <c:v>0</c:v>
                </c:pt>
                <c:pt idx="4040">
                  <c:v>5.17067046921506E-2</c:v>
                </c:pt>
                <c:pt idx="4041">
                  <c:v>5.0809265570891098E-2</c:v>
                </c:pt>
                <c:pt idx="4042">
                  <c:v>0</c:v>
                </c:pt>
                <c:pt idx="4043">
                  <c:v>0</c:v>
                </c:pt>
                <c:pt idx="4044">
                  <c:v>0</c:v>
                </c:pt>
                <c:pt idx="4045">
                  <c:v>5.0475041576041497E-2</c:v>
                </c:pt>
                <c:pt idx="4046">
                  <c:v>5.0276342950432901E-2</c:v>
                </c:pt>
                <c:pt idx="4047">
                  <c:v>5.0335371307336001E-2</c:v>
                </c:pt>
                <c:pt idx="4048">
                  <c:v>0</c:v>
                </c:pt>
                <c:pt idx="4049">
                  <c:v>5.3990912333282397E-2</c:v>
                </c:pt>
                <c:pt idx="4050">
                  <c:v>5.00629874187941E-2</c:v>
                </c:pt>
                <c:pt idx="4051">
                  <c:v>5.6950629095811001E-2</c:v>
                </c:pt>
                <c:pt idx="4052">
                  <c:v>5.0070122294310203E-2</c:v>
                </c:pt>
                <c:pt idx="4053">
                  <c:v>0</c:v>
                </c:pt>
                <c:pt idx="4054">
                  <c:v>0</c:v>
                </c:pt>
                <c:pt idx="4055">
                  <c:v>5.0876668600813697E-2</c:v>
                </c:pt>
                <c:pt idx="4056">
                  <c:v>5.3552191991947197E-2</c:v>
                </c:pt>
                <c:pt idx="4057">
                  <c:v>5.4477263657564501E-2</c:v>
                </c:pt>
                <c:pt idx="4058">
                  <c:v>5.1891926979199698E-2</c:v>
                </c:pt>
                <c:pt idx="4059">
                  <c:v>0</c:v>
                </c:pt>
                <c:pt idx="4060">
                  <c:v>5.2053359774242303E-2</c:v>
                </c:pt>
                <c:pt idx="4061">
                  <c:v>0</c:v>
                </c:pt>
                <c:pt idx="4062">
                  <c:v>5.0784579736454699E-2</c:v>
                </c:pt>
                <c:pt idx="4063">
                  <c:v>0</c:v>
                </c:pt>
                <c:pt idx="4064">
                  <c:v>5.0533692679947999E-2</c:v>
                </c:pt>
                <c:pt idx="4065">
                  <c:v>6.3324541619545593E-2</c:v>
                </c:pt>
                <c:pt idx="4066">
                  <c:v>0</c:v>
                </c:pt>
                <c:pt idx="4067">
                  <c:v>5.0997084989324197E-2</c:v>
                </c:pt>
                <c:pt idx="4068">
                  <c:v>5.1229821538193401E-2</c:v>
                </c:pt>
                <c:pt idx="4069">
                  <c:v>6.4676739215309101E-2</c:v>
                </c:pt>
                <c:pt idx="4070">
                  <c:v>6.0097160665270898E-2</c:v>
                </c:pt>
                <c:pt idx="4071">
                  <c:v>5.0781765294342897E-2</c:v>
                </c:pt>
                <c:pt idx="4072">
                  <c:v>0</c:v>
                </c:pt>
                <c:pt idx="4073">
                  <c:v>5.1189147980078099E-2</c:v>
                </c:pt>
                <c:pt idx="4074">
                  <c:v>0</c:v>
                </c:pt>
                <c:pt idx="4075">
                  <c:v>5.0044670389555998E-2</c:v>
                </c:pt>
                <c:pt idx="4076">
                  <c:v>0</c:v>
                </c:pt>
                <c:pt idx="4077">
                  <c:v>5.0451382590803902E-2</c:v>
                </c:pt>
                <c:pt idx="4078">
                  <c:v>5.0309202252406302E-2</c:v>
                </c:pt>
                <c:pt idx="4079">
                  <c:v>0</c:v>
                </c:pt>
                <c:pt idx="4080">
                  <c:v>5.1062927455527797E-2</c:v>
                </c:pt>
                <c:pt idx="4081">
                  <c:v>5.1467799711262599E-2</c:v>
                </c:pt>
                <c:pt idx="4082">
                  <c:v>0</c:v>
                </c:pt>
                <c:pt idx="4083">
                  <c:v>0</c:v>
                </c:pt>
                <c:pt idx="4084">
                  <c:v>0</c:v>
                </c:pt>
                <c:pt idx="4085">
                  <c:v>5.0151112130808903E-2</c:v>
                </c:pt>
                <c:pt idx="4086">
                  <c:v>5.3236977189092302E-2</c:v>
                </c:pt>
                <c:pt idx="4087">
                  <c:v>5.7383750140176097E-2</c:v>
                </c:pt>
                <c:pt idx="4088">
                  <c:v>6.1018193080989797E-2</c:v>
                </c:pt>
                <c:pt idx="4089">
                  <c:v>0</c:v>
                </c:pt>
                <c:pt idx="4090">
                  <c:v>5.4536190155309999E-2</c:v>
                </c:pt>
                <c:pt idx="4091">
                  <c:v>5.0978135133159901E-2</c:v>
                </c:pt>
                <c:pt idx="4092">
                  <c:v>6.9993571898096102E-2</c:v>
                </c:pt>
                <c:pt idx="4093">
                  <c:v>6.3608181124542501E-2</c:v>
                </c:pt>
                <c:pt idx="4094">
                  <c:v>5.2954944363599203E-2</c:v>
                </c:pt>
                <c:pt idx="4095">
                  <c:v>5.3703914598682102E-2</c:v>
                </c:pt>
                <c:pt idx="4096">
                  <c:v>5.7923824888187897E-2</c:v>
                </c:pt>
                <c:pt idx="4097">
                  <c:v>0</c:v>
                </c:pt>
                <c:pt idx="4098">
                  <c:v>5.4659588916737299E-2</c:v>
                </c:pt>
                <c:pt idx="4099">
                  <c:v>5.2277682846830903E-2</c:v>
                </c:pt>
                <c:pt idx="4100">
                  <c:v>0</c:v>
                </c:pt>
                <c:pt idx="4101">
                  <c:v>5.3248129490020203E-2</c:v>
                </c:pt>
                <c:pt idx="4102">
                  <c:v>0</c:v>
                </c:pt>
                <c:pt idx="4103">
                  <c:v>6.4973346424734804E-2</c:v>
                </c:pt>
                <c:pt idx="4104">
                  <c:v>5.0293029139318199E-2</c:v>
                </c:pt>
                <c:pt idx="4105">
                  <c:v>0</c:v>
                </c:pt>
                <c:pt idx="4106">
                  <c:v>0</c:v>
                </c:pt>
                <c:pt idx="4107">
                  <c:v>0</c:v>
                </c:pt>
                <c:pt idx="4108">
                  <c:v>5.0288164446352798E-2</c:v>
                </c:pt>
                <c:pt idx="4109">
                  <c:v>5.0815355939788802E-2</c:v>
                </c:pt>
                <c:pt idx="4110">
                  <c:v>0</c:v>
                </c:pt>
                <c:pt idx="4111">
                  <c:v>0</c:v>
                </c:pt>
                <c:pt idx="4112">
                  <c:v>5.0725925975336497E-2</c:v>
                </c:pt>
                <c:pt idx="4113">
                  <c:v>5.0037466060438698E-2</c:v>
                </c:pt>
                <c:pt idx="4114">
                  <c:v>5.0506426214223403E-2</c:v>
                </c:pt>
                <c:pt idx="4115">
                  <c:v>5.25479806857427E-2</c:v>
                </c:pt>
                <c:pt idx="4116">
                  <c:v>5.1634508239920503E-2</c:v>
                </c:pt>
                <c:pt idx="4117">
                  <c:v>6.3464443741908905E-2</c:v>
                </c:pt>
                <c:pt idx="4118">
                  <c:v>6.2290211369914597E-2</c:v>
                </c:pt>
                <c:pt idx="4119">
                  <c:v>5.00850090310773E-2</c:v>
                </c:pt>
                <c:pt idx="4120">
                  <c:v>0</c:v>
                </c:pt>
                <c:pt idx="4121">
                  <c:v>5.1456151641972397E-2</c:v>
                </c:pt>
                <c:pt idx="4122">
                  <c:v>0</c:v>
                </c:pt>
                <c:pt idx="4123">
                  <c:v>5.0316386421966397E-2</c:v>
                </c:pt>
                <c:pt idx="4124">
                  <c:v>0</c:v>
                </c:pt>
                <c:pt idx="4125">
                  <c:v>0</c:v>
                </c:pt>
                <c:pt idx="4126">
                  <c:v>5.2113331734435497E-2</c:v>
                </c:pt>
                <c:pt idx="4127">
                  <c:v>6.2936488140905106E-2</c:v>
                </c:pt>
                <c:pt idx="4128">
                  <c:v>6.46245438051129E-2</c:v>
                </c:pt>
                <c:pt idx="4129">
                  <c:v>5.6026668932017402E-2</c:v>
                </c:pt>
                <c:pt idx="4130">
                  <c:v>6.4573699156752901E-2</c:v>
                </c:pt>
                <c:pt idx="4131">
                  <c:v>6.2991140993949604E-2</c:v>
                </c:pt>
                <c:pt idx="4132">
                  <c:v>0</c:v>
                </c:pt>
                <c:pt idx="4133">
                  <c:v>6.5095757106355498E-2</c:v>
                </c:pt>
                <c:pt idx="4134">
                  <c:v>6.5206691834454697E-2</c:v>
                </c:pt>
                <c:pt idx="4135">
                  <c:v>6.5212088695346407E-2</c:v>
                </c:pt>
                <c:pt idx="4136">
                  <c:v>0</c:v>
                </c:pt>
                <c:pt idx="4137">
                  <c:v>5.1188835583963102E-2</c:v>
                </c:pt>
                <c:pt idx="4138">
                  <c:v>0</c:v>
                </c:pt>
                <c:pt idx="4139">
                  <c:v>0</c:v>
                </c:pt>
                <c:pt idx="4140">
                  <c:v>5.0148334120402698E-2</c:v>
                </c:pt>
                <c:pt idx="4141">
                  <c:v>5.2919672442289303E-2</c:v>
                </c:pt>
                <c:pt idx="4142">
                  <c:v>8.60587858114851E-2</c:v>
                </c:pt>
                <c:pt idx="4143">
                  <c:v>0</c:v>
                </c:pt>
                <c:pt idx="4144">
                  <c:v>5.0150382581517702E-2</c:v>
                </c:pt>
                <c:pt idx="4145">
                  <c:v>5.0115263734565402E-2</c:v>
                </c:pt>
                <c:pt idx="4146">
                  <c:v>5.04327992566828E-2</c:v>
                </c:pt>
                <c:pt idx="4147">
                  <c:v>5.0414891020318597E-2</c:v>
                </c:pt>
                <c:pt idx="4148">
                  <c:v>5.00202715089475E-2</c:v>
                </c:pt>
                <c:pt idx="4149">
                  <c:v>5.0100438674900598E-2</c:v>
                </c:pt>
                <c:pt idx="4150">
                  <c:v>0</c:v>
                </c:pt>
                <c:pt idx="4151">
                  <c:v>0</c:v>
                </c:pt>
                <c:pt idx="4152">
                  <c:v>5.1628364659166801E-2</c:v>
                </c:pt>
                <c:pt idx="4153">
                  <c:v>0</c:v>
                </c:pt>
                <c:pt idx="4154">
                  <c:v>5.01435054392107E-2</c:v>
                </c:pt>
                <c:pt idx="4155">
                  <c:v>5.0015275623311803E-2</c:v>
                </c:pt>
                <c:pt idx="4156">
                  <c:v>7.69179438442915E-2</c:v>
                </c:pt>
                <c:pt idx="4157">
                  <c:v>5.1360847226023097E-2</c:v>
                </c:pt>
                <c:pt idx="4158">
                  <c:v>0</c:v>
                </c:pt>
                <c:pt idx="4159">
                  <c:v>0</c:v>
                </c:pt>
                <c:pt idx="4160">
                  <c:v>0</c:v>
                </c:pt>
                <c:pt idx="4161">
                  <c:v>5.9521650387149398E-2</c:v>
                </c:pt>
                <c:pt idx="4162">
                  <c:v>5.2010375650433899E-2</c:v>
                </c:pt>
                <c:pt idx="4163">
                  <c:v>5.4289183310486301E-2</c:v>
                </c:pt>
                <c:pt idx="4164">
                  <c:v>5.0650857858739198E-2</c:v>
                </c:pt>
                <c:pt idx="4165">
                  <c:v>5.0760898455412998E-2</c:v>
                </c:pt>
                <c:pt idx="4166">
                  <c:v>0</c:v>
                </c:pt>
                <c:pt idx="4167">
                  <c:v>0</c:v>
                </c:pt>
                <c:pt idx="4168">
                  <c:v>5.2133357053252498E-2</c:v>
                </c:pt>
                <c:pt idx="4169">
                  <c:v>0</c:v>
                </c:pt>
                <c:pt idx="4170">
                  <c:v>0</c:v>
                </c:pt>
                <c:pt idx="4171">
                  <c:v>5.0288860824821001E-2</c:v>
                </c:pt>
                <c:pt idx="4172">
                  <c:v>5.04850780207017E-2</c:v>
                </c:pt>
                <c:pt idx="4173">
                  <c:v>5.0608787512326801E-2</c:v>
                </c:pt>
                <c:pt idx="4174">
                  <c:v>0</c:v>
                </c:pt>
                <c:pt idx="4175">
                  <c:v>5.0641979166048401E-2</c:v>
                </c:pt>
                <c:pt idx="4176">
                  <c:v>6.3408327753509297E-2</c:v>
                </c:pt>
                <c:pt idx="4177">
                  <c:v>0</c:v>
                </c:pt>
                <c:pt idx="4178">
                  <c:v>5.0273019095704301E-2</c:v>
                </c:pt>
                <c:pt idx="4179">
                  <c:v>0</c:v>
                </c:pt>
                <c:pt idx="4180">
                  <c:v>5.19425740668455E-2</c:v>
                </c:pt>
                <c:pt idx="4181">
                  <c:v>5.2593272227915197E-2</c:v>
                </c:pt>
                <c:pt idx="4182">
                  <c:v>5.4908597168724801E-2</c:v>
                </c:pt>
                <c:pt idx="4183">
                  <c:v>5.1047876001626399E-2</c:v>
                </c:pt>
                <c:pt idx="4184">
                  <c:v>0</c:v>
                </c:pt>
                <c:pt idx="4185">
                  <c:v>0</c:v>
                </c:pt>
                <c:pt idx="4186">
                  <c:v>6.1718879645405303E-2</c:v>
                </c:pt>
                <c:pt idx="4187">
                  <c:v>0</c:v>
                </c:pt>
                <c:pt idx="4188">
                  <c:v>5.0136143219630502E-2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5.6848921347910801E-2</c:v>
                </c:pt>
                <c:pt idx="4193">
                  <c:v>5.7372771319790399E-2</c:v>
                </c:pt>
                <c:pt idx="4194">
                  <c:v>5.78094439470202E-2</c:v>
                </c:pt>
                <c:pt idx="4195">
                  <c:v>5.7443432094655897E-2</c:v>
                </c:pt>
                <c:pt idx="4196">
                  <c:v>6.0351987901126003E-2</c:v>
                </c:pt>
                <c:pt idx="4197">
                  <c:v>0</c:v>
                </c:pt>
                <c:pt idx="4198">
                  <c:v>0</c:v>
                </c:pt>
                <c:pt idx="4199">
                  <c:v>5.0970235205486797E-2</c:v>
                </c:pt>
                <c:pt idx="4200">
                  <c:v>5.0732464264957797E-2</c:v>
                </c:pt>
                <c:pt idx="4201">
                  <c:v>6.2610310793695903E-2</c:v>
                </c:pt>
                <c:pt idx="4202">
                  <c:v>5.0488350684909401E-2</c:v>
                </c:pt>
                <c:pt idx="4203">
                  <c:v>5.3962786668187497E-2</c:v>
                </c:pt>
                <c:pt idx="4204">
                  <c:v>5.01640280799713E-2</c:v>
                </c:pt>
                <c:pt idx="4205">
                  <c:v>5.0724601629781499E-2</c:v>
                </c:pt>
                <c:pt idx="4206">
                  <c:v>5.0868967173277997E-2</c:v>
                </c:pt>
                <c:pt idx="4207">
                  <c:v>5.0052571276942098E-2</c:v>
                </c:pt>
                <c:pt idx="4208">
                  <c:v>6.1148151949085003E-2</c:v>
                </c:pt>
                <c:pt idx="4209">
                  <c:v>0</c:v>
                </c:pt>
                <c:pt idx="4210">
                  <c:v>5.46335064982705E-2</c:v>
                </c:pt>
                <c:pt idx="4211">
                  <c:v>5.1207100297232501E-2</c:v>
                </c:pt>
                <c:pt idx="4212">
                  <c:v>5.1936438673819002E-2</c:v>
                </c:pt>
                <c:pt idx="4213">
                  <c:v>0</c:v>
                </c:pt>
                <c:pt idx="4214">
                  <c:v>0</c:v>
                </c:pt>
                <c:pt idx="4215">
                  <c:v>5.4203915576736997E-2</c:v>
                </c:pt>
                <c:pt idx="4216">
                  <c:v>5.0048117211473203E-2</c:v>
                </c:pt>
                <c:pt idx="4217">
                  <c:v>0</c:v>
                </c:pt>
                <c:pt idx="4218">
                  <c:v>5.0674145434545598E-2</c:v>
                </c:pt>
                <c:pt idx="4219">
                  <c:v>5.6715948335478203E-2</c:v>
                </c:pt>
                <c:pt idx="4220">
                  <c:v>5.0100978132182998E-2</c:v>
                </c:pt>
                <c:pt idx="4221">
                  <c:v>5.3203865282496203E-2</c:v>
                </c:pt>
                <c:pt idx="4222">
                  <c:v>0</c:v>
                </c:pt>
                <c:pt idx="4223">
                  <c:v>0</c:v>
                </c:pt>
                <c:pt idx="4224">
                  <c:v>5.2300551283369801E-2</c:v>
                </c:pt>
                <c:pt idx="4225">
                  <c:v>0</c:v>
                </c:pt>
                <c:pt idx="4226">
                  <c:v>4.9985530921286402E-2</c:v>
                </c:pt>
                <c:pt idx="4227">
                  <c:v>0</c:v>
                </c:pt>
                <c:pt idx="4228">
                  <c:v>0</c:v>
                </c:pt>
                <c:pt idx="4229">
                  <c:v>5.05859856886847E-2</c:v>
                </c:pt>
                <c:pt idx="4230">
                  <c:v>5.3447171743263598E-2</c:v>
                </c:pt>
                <c:pt idx="4231">
                  <c:v>0</c:v>
                </c:pt>
                <c:pt idx="4232">
                  <c:v>0</c:v>
                </c:pt>
                <c:pt idx="4233">
                  <c:v>5.8271705535712197E-2</c:v>
                </c:pt>
                <c:pt idx="4234">
                  <c:v>5.0218372727712103E-2</c:v>
                </c:pt>
                <c:pt idx="4235">
                  <c:v>0</c:v>
                </c:pt>
                <c:pt idx="4236">
                  <c:v>5.04045972343709E-2</c:v>
                </c:pt>
                <c:pt idx="4237">
                  <c:v>5.1192786970537897E-2</c:v>
                </c:pt>
                <c:pt idx="4238">
                  <c:v>0</c:v>
                </c:pt>
                <c:pt idx="4239">
                  <c:v>0</c:v>
                </c:pt>
                <c:pt idx="4240">
                  <c:v>5.1872002041049602E-2</c:v>
                </c:pt>
                <c:pt idx="4241">
                  <c:v>5.9947802255712203E-2</c:v>
                </c:pt>
                <c:pt idx="4242">
                  <c:v>0</c:v>
                </c:pt>
                <c:pt idx="4243">
                  <c:v>0</c:v>
                </c:pt>
                <c:pt idx="4244">
                  <c:v>6.1755178418013701E-2</c:v>
                </c:pt>
                <c:pt idx="4245">
                  <c:v>6.2929487976250503E-2</c:v>
                </c:pt>
                <c:pt idx="4246">
                  <c:v>5.2185484737579502E-2</c:v>
                </c:pt>
                <c:pt idx="4247">
                  <c:v>5.1980225359405399E-2</c:v>
                </c:pt>
                <c:pt idx="4248">
                  <c:v>0</c:v>
                </c:pt>
                <c:pt idx="4249">
                  <c:v>0</c:v>
                </c:pt>
                <c:pt idx="4250">
                  <c:v>5.0701406427619201E-2</c:v>
                </c:pt>
                <c:pt idx="4251">
                  <c:v>9.1912782545176194E-2</c:v>
                </c:pt>
                <c:pt idx="4252">
                  <c:v>0</c:v>
                </c:pt>
                <c:pt idx="4253">
                  <c:v>0</c:v>
                </c:pt>
                <c:pt idx="4254">
                  <c:v>0</c:v>
                </c:pt>
                <c:pt idx="4255">
                  <c:v>5.1364783194537397E-2</c:v>
                </c:pt>
                <c:pt idx="4256">
                  <c:v>5.0438410478053503E-2</c:v>
                </c:pt>
                <c:pt idx="4257">
                  <c:v>5.0516029391331298E-2</c:v>
                </c:pt>
                <c:pt idx="4258">
                  <c:v>0</c:v>
                </c:pt>
                <c:pt idx="4259">
                  <c:v>5.0227543538018997E-2</c:v>
                </c:pt>
                <c:pt idx="4260">
                  <c:v>5.4349191675519201E-2</c:v>
                </c:pt>
                <c:pt idx="4261">
                  <c:v>5.7697954447447797E-2</c:v>
                </c:pt>
                <c:pt idx="4262">
                  <c:v>5.6876202414306298E-2</c:v>
                </c:pt>
                <c:pt idx="4263">
                  <c:v>5.3051632754452502E-2</c:v>
                </c:pt>
                <c:pt idx="4264">
                  <c:v>0</c:v>
                </c:pt>
                <c:pt idx="4265">
                  <c:v>0</c:v>
                </c:pt>
                <c:pt idx="4266">
                  <c:v>5.0837246680728698E-2</c:v>
                </c:pt>
                <c:pt idx="4267">
                  <c:v>5.1327684212528001E-2</c:v>
                </c:pt>
                <c:pt idx="4268">
                  <c:v>7.6282416246453405E-2</c:v>
                </c:pt>
                <c:pt idx="4269">
                  <c:v>0</c:v>
                </c:pt>
                <c:pt idx="4270">
                  <c:v>5.0940957001224398E-2</c:v>
                </c:pt>
                <c:pt idx="4271">
                  <c:v>5.2525386316648298E-2</c:v>
                </c:pt>
                <c:pt idx="4272">
                  <c:v>5.1143793241963102E-2</c:v>
                </c:pt>
                <c:pt idx="4273">
                  <c:v>0</c:v>
                </c:pt>
                <c:pt idx="4274">
                  <c:v>5.0398410713315703E-2</c:v>
                </c:pt>
                <c:pt idx="4275">
                  <c:v>5.0553313802018399E-2</c:v>
                </c:pt>
                <c:pt idx="4276">
                  <c:v>5.2787855531653799E-2</c:v>
                </c:pt>
                <c:pt idx="4277">
                  <c:v>5.3703362448365301E-2</c:v>
                </c:pt>
                <c:pt idx="4278">
                  <c:v>5.0705889654657499E-2</c:v>
                </c:pt>
                <c:pt idx="4279">
                  <c:v>7.07691038452396E-2</c:v>
                </c:pt>
                <c:pt idx="4280">
                  <c:v>0</c:v>
                </c:pt>
                <c:pt idx="4281">
                  <c:v>5.0770940565539602E-2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5.1519216459108501E-2</c:v>
                </c:pt>
                <c:pt idx="4286">
                  <c:v>5.0154365243640697E-2</c:v>
                </c:pt>
                <c:pt idx="4287">
                  <c:v>0</c:v>
                </c:pt>
                <c:pt idx="4288">
                  <c:v>0</c:v>
                </c:pt>
                <c:pt idx="4289">
                  <c:v>0</c:v>
                </c:pt>
                <c:pt idx="4290">
                  <c:v>0</c:v>
                </c:pt>
                <c:pt idx="4291">
                  <c:v>0</c:v>
                </c:pt>
                <c:pt idx="4292">
                  <c:v>5.1639167404227498E-2</c:v>
                </c:pt>
                <c:pt idx="4293">
                  <c:v>0</c:v>
                </c:pt>
                <c:pt idx="4294">
                  <c:v>5.2970357835054799E-2</c:v>
                </c:pt>
                <c:pt idx="4295">
                  <c:v>0</c:v>
                </c:pt>
                <c:pt idx="4296">
                  <c:v>0</c:v>
                </c:pt>
                <c:pt idx="4297">
                  <c:v>0</c:v>
                </c:pt>
                <c:pt idx="4298">
                  <c:v>0</c:v>
                </c:pt>
                <c:pt idx="4299">
                  <c:v>0</c:v>
                </c:pt>
                <c:pt idx="4300">
                  <c:v>0</c:v>
                </c:pt>
                <c:pt idx="4301">
                  <c:v>0</c:v>
                </c:pt>
                <c:pt idx="4302">
                  <c:v>5.36272902438652E-2</c:v>
                </c:pt>
                <c:pt idx="4303">
                  <c:v>5.0101396928883199E-2</c:v>
                </c:pt>
                <c:pt idx="4304">
                  <c:v>5.02740560170176E-2</c:v>
                </c:pt>
                <c:pt idx="4305">
                  <c:v>6.1207378800112802E-2</c:v>
                </c:pt>
                <c:pt idx="4306">
                  <c:v>0</c:v>
                </c:pt>
                <c:pt idx="4307">
                  <c:v>5.0656803835343198E-2</c:v>
                </c:pt>
                <c:pt idx="4308">
                  <c:v>5.6197714997522498E-2</c:v>
                </c:pt>
                <c:pt idx="4309">
                  <c:v>5.4216864528331098E-2</c:v>
                </c:pt>
                <c:pt idx="4310">
                  <c:v>5.0326115847271397E-2</c:v>
                </c:pt>
                <c:pt idx="4311">
                  <c:v>0</c:v>
                </c:pt>
                <c:pt idx="4312">
                  <c:v>0</c:v>
                </c:pt>
                <c:pt idx="4313">
                  <c:v>0</c:v>
                </c:pt>
                <c:pt idx="4314">
                  <c:v>0</c:v>
                </c:pt>
                <c:pt idx="4315">
                  <c:v>5.0491062837718599E-2</c:v>
                </c:pt>
                <c:pt idx="4316">
                  <c:v>5.0355836007052103E-2</c:v>
                </c:pt>
                <c:pt idx="4317">
                  <c:v>0</c:v>
                </c:pt>
                <c:pt idx="4318">
                  <c:v>0</c:v>
                </c:pt>
                <c:pt idx="4319">
                  <c:v>5.2112561782383202E-2</c:v>
                </c:pt>
                <c:pt idx="4320">
                  <c:v>5.0066210683857602E-2</c:v>
                </c:pt>
                <c:pt idx="4321">
                  <c:v>0</c:v>
                </c:pt>
                <c:pt idx="4322">
                  <c:v>5.0208924720362702E-2</c:v>
                </c:pt>
                <c:pt idx="4323">
                  <c:v>5.0095093200235898E-2</c:v>
                </c:pt>
                <c:pt idx="4324">
                  <c:v>5.0234935703845802E-2</c:v>
                </c:pt>
                <c:pt idx="4325">
                  <c:v>5.0029981868833402E-2</c:v>
                </c:pt>
                <c:pt idx="4326">
                  <c:v>0</c:v>
                </c:pt>
                <c:pt idx="4327">
                  <c:v>4.9967412566207202E-2</c:v>
                </c:pt>
                <c:pt idx="4328">
                  <c:v>0</c:v>
                </c:pt>
                <c:pt idx="4329">
                  <c:v>0</c:v>
                </c:pt>
                <c:pt idx="4330">
                  <c:v>0</c:v>
                </c:pt>
                <c:pt idx="4331">
                  <c:v>0</c:v>
                </c:pt>
                <c:pt idx="4332">
                  <c:v>5.0364351555725002E-2</c:v>
                </c:pt>
                <c:pt idx="4333">
                  <c:v>5.0145960274973797E-2</c:v>
                </c:pt>
                <c:pt idx="4334">
                  <c:v>0</c:v>
                </c:pt>
                <c:pt idx="4335">
                  <c:v>0</c:v>
                </c:pt>
                <c:pt idx="4336">
                  <c:v>0</c:v>
                </c:pt>
                <c:pt idx="4337">
                  <c:v>0</c:v>
                </c:pt>
                <c:pt idx="4338">
                  <c:v>0</c:v>
                </c:pt>
                <c:pt idx="4339">
                  <c:v>0</c:v>
                </c:pt>
                <c:pt idx="4340">
                  <c:v>5.0584463389018598E-2</c:v>
                </c:pt>
                <c:pt idx="4341">
                  <c:v>0</c:v>
                </c:pt>
                <c:pt idx="4342">
                  <c:v>0</c:v>
                </c:pt>
                <c:pt idx="4343">
                  <c:v>5.1346678480847299E-2</c:v>
                </c:pt>
                <c:pt idx="4344">
                  <c:v>5.0128857999465197E-2</c:v>
                </c:pt>
                <c:pt idx="4345">
                  <c:v>5.1029555656523201E-2</c:v>
                </c:pt>
                <c:pt idx="4346">
                  <c:v>5.1374671195443401E-2</c:v>
                </c:pt>
                <c:pt idx="4347">
                  <c:v>0</c:v>
                </c:pt>
                <c:pt idx="4348">
                  <c:v>5.3430026642365E-2</c:v>
                </c:pt>
                <c:pt idx="4349">
                  <c:v>5.1047525342449801E-2</c:v>
                </c:pt>
                <c:pt idx="4350">
                  <c:v>0</c:v>
                </c:pt>
                <c:pt idx="4351">
                  <c:v>0</c:v>
                </c:pt>
                <c:pt idx="4352">
                  <c:v>0</c:v>
                </c:pt>
                <c:pt idx="4353">
                  <c:v>5.1537238539203403E-2</c:v>
                </c:pt>
                <c:pt idx="4354">
                  <c:v>0</c:v>
                </c:pt>
                <c:pt idx="4355">
                  <c:v>4.9993757602331698E-2</c:v>
                </c:pt>
                <c:pt idx="4356">
                  <c:v>0</c:v>
                </c:pt>
                <c:pt idx="4357">
                  <c:v>0</c:v>
                </c:pt>
                <c:pt idx="4358">
                  <c:v>5.1436004457439503E-2</c:v>
                </c:pt>
                <c:pt idx="4359">
                  <c:v>0</c:v>
                </c:pt>
                <c:pt idx="4360">
                  <c:v>5.0003386705547097E-2</c:v>
                </c:pt>
                <c:pt idx="4361">
                  <c:v>0</c:v>
                </c:pt>
                <c:pt idx="4362">
                  <c:v>5.03498129905353E-2</c:v>
                </c:pt>
                <c:pt idx="4363">
                  <c:v>5.0045268703391398E-2</c:v>
                </c:pt>
                <c:pt idx="4364">
                  <c:v>0</c:v>
                </c:pt>
                <c:pt idx="4365">
                  <c:v>5.0029735524334401E-2</c:v>
                </c:pt>
                <c:pt idx="4366">
                  <c:v>0</c:v>
                </c:pt>
                <c:pt idx="4367">
                  <c:v>0</c:v>
                </c:pt>
                <c:pt idx="4368">
                  <c:v>0</c:v>
                </c:pt>
                <c:pt idx="4369">
                  <c:v>0</c:v>
                </c:pt>
                <c:pt idx="4370">
                  <c:v>0</c:v>
                </c:pt>
                <c:pt idx="4371">
                  <c:v>0</c:v>
                </c:pt>
                <c:pt idx="4372">
                  <c:v>5.0494024328786101E-2</c:v>
                </c:pt>
                <c:pt idx="4373">
                  <c:v>0</c:v>
                </c:pt>
                <c:pt idx="4374">
                  <c:v>0</c:v>
                </c:pt>
                <c:pt idx="4375">
                  <c:v>5.37363359981946E-2</c:v>
                </c:pt>
                <c:pt idx="4376">
                  <c:v>5.0083715107205697E-2</c:v>
                </c:pt>
                <c:pt idx="4377">
                  <c:v>0</c:v>
                </c:pt>
                <c:pt idx="4378">
                  <c:v>0</c:v>
                </c:pt>
                <c:pt idx="4379">
                  <c:v>0</c:v>
                </c:pt>
                <c:pt idx="4380">
                  <c:v>5.0191059282775001E-2</c:v>
                </c:pt>
                <c:pt idx="4381">
                  <c:v>5.0354775806534101E-2</c:v>
                </c:pt>
                <c:pt idx="4382">
                  <c:v>0</c:v>
                </c:pt>
                <c:pt idx="4383">
                  <c:v>0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5.2205727387890997E-2</c:v>
                </c:pt>
                <c:pt idx="4388">
                  <c:v>0</c:v>
                </c:pt>
                <c:pt idx="4389">
                  <c:v>0</c:v>
                </c:pt>
                <c:pt idx="4390">
                  <c:v>0</c:v>
                </c:pt>
                <c:pt idx="4391">
                  <c:v>5.0257039989204597E-2</c:v>
                </c:pt>
                <c:pt idx="4392">
                  <c:v>0</c:v>
                </c:pt>
                <c:pt idx="4393">
                  <c:v>5.0178329393142998E-2</c:v>
                </c:pt>
                <c:pt idx="4394">
                  <c:v>5.16699333642913E-2</c:v>
                </c:pt>
                <c:pt idx="4395">
                  <c:v>0</c:v>
                </c:pt>
                <c:pt idx="4396">
                  <c:v>5.0234898850364397E-2</c:v>
                </c:pt>
                <c:pt idx="4397">
                  <c:v>0</c:v>
                </c:pt>
                <c:pt idx="4398">
                  <c:v>0</c:v>
                </c:pt>
                <c:pt idx="4399">
                  <c:v>5.0594261251675599E-2</c:v>
                </c:pt>
                <c:pt idx="4400">
                  <c:v>0</c:v>
                </c:pt>
                <c:pt idx="4401">
                  <c:v>5.2574848949751E-2</c:v>
                </c:pt>
                <c:pt idx="4402">
                  <c:v>0</c:v>
                </c:pt>
                <c:pt idx="4403">
                  <c:v>0</c:v>
                </c:pt>
                <c:pt idx="4404">
                  <c:v>5.0195502519462698E-2</c:v>
                </c:pt>
                <c:pt idx="4405">
                  <c:v>0</c:v>
                </c:pt>
                <c:pt idx="4406">
                  <c:v>0</c:v>
                </c:pt>
                <c:pt idx="4407">
                  <c:v>0</c:v>
                </c:pt>
                <c:pt idx="4408">
                  <c:v>0</c:v>
                </c:pt>
                <c:pt idx="4409">
                  <c:v>0</c:v>
                </c:pt>
                <c:pt idx="4410">
                  <c:v>5.0562274281544799E-2</c:v>
                </c:pt>
                <c:pt idx="4411">
                  <c:v>0</c:v>
                </c:pt>
                <c:pt idx="4412">
                  <c:v>0</c:v>
                </c:pt>
                <c:pt idx="4413">
                  <c:v>0</c:v>
                </c:pt>
                <c:pt idx="4414">
                  <c:v>0</c:v>
                </c:pt>
                <c:pt idx="4415">
                  <c:v>5.0325250795445399E-2</c:v>
                </c:pt>
                <c:pt idx="4416">
                  <c:v>0</c:v>
                </c:pt>
                <c:pt idx="4417">
                  <c:v>0</c:v>
                </c:pt>
                <c:pt idx="4418">
                  <c:v>0</c:v>
                </c:pt>
                <c:pt idx="4419">
                  <c:v>5.0786841319999797E-2</c:v>
                </c:pt>
                <c:pt idx="4420">
                  <c:v>0</c:v>
                </c:pt>
                <c:pt idx="4421">
                  <c:v>0</c:v>
                </c:pt>
                <c:pt idx="4422">
                  <c:v>0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0</c:v>
                </c:pt>
                <c:pt idx="4427">
                  <c:v>0</c:v>
                </c:pt>
                <c:pt idx="4428">
                  <c:v>0</c:v>
                </c:pt>
                <c:pt idx="4429">
                  <c:v>5.0520464303653999E-2</c:v>
                </c:pt>
                <c:pt idx="4430">
                  <c:v>5.0096514914789302E-2</c:v>
                </c:pt>
                <c:pt idx="4431">
                  <c:v>0</c:v>
                </c:pt>
                <c:pt idx="4432">
                  <c:v>5.0279295193920798E-2</c:v>
                </c:pt>
                <c:pt idx="4433">
                  <c:v>0</c:v>
                </c:pt>
                <c:pt idx="4434">
                  <c:v>0</c:v>
                </c:pt>
                <c:pt idx="4435">
                  <c:v>0</c:v>
                </c:pt>
                <c:pt idx="4436">
                  <c:v>5.0944210238881002E-2</c:v>
                </c:pt>
                <c:pt idx="4437">
                  <c:v>0</c:v>
                </c:pt>
                <c:pt idx="4438">
                  <c:v>5.2474573969984298E-2</c:v>
                </c:pt>
                <c:pt idx="4439">
                  <c:v>0</c:v>
                </c:pt>
                <c:pt idx="4440">
                  <c:v>0</c:v>
                </c:pt>
                <c:pt idx="4441">
                  <c:v>0</c:v>
                </c:pt>
                <c:pt idx="4442">
                  <c:v>0</c:v>
                </c:pt>
                <c:pt idx="4443">
                  <c:v>0</c:v>
                </c:pt>
                <c:pt idx="4444">
                  <c:v>0</c:v>
                </c:pt>
                <c:pt idx="4445">
                  <c:v>5.0072204708675898E-2</c:v>
                </c:pt>
                <c:pt idx="4446">
                  <c:v>5.0088085929943502E-2</c:v>
                </c:pt>
                <c:pt idx="4447">
                  <c:v>0</c:v>
                </c:pt>
                <c:pt idx="4448">
                  <c:v>0</c:v>
                </c:pt>
                <c:pt idx="4449">
                  <c:v>0</c:v>
                </c:pt>
                <c:pt idx="4450">
                  <c:v>5.1453474013158203E-2</c:v>
                </c:pt>
                <c:pt idx="4451">
                  <c:v>0</c:v>
                </c:pt>
                <c:pt idx="4452">
                  <c:v>0</c:v>
                </c:pt>
                <c:pt idx="4453">
                  <c:v>5.00382814353574E-2</c:v>
                </c:pt>
                <c:pt idx="4454">
                  <c:v>0</c:v>
                </c:pt>
                <c:pt idx="4455">
                  <c:v>0</c:v>
                </c:pt>
                <c:pt idx="4456">
                  <c:v>5.0093304389208199E-2</c:v>
                </c:pt>
                <c:pt idx="4457">
                  <c:v>5.0012146736695601E-2</c:v>
                </c:pt>
                <c:pt idx="4458">
                  <c:v>0</c:v>
                </c:pt>
                <c:pt idx="4459">
                  <c:v>0</c:v>
                </c:pt>
                <c:pt idx="4460">
                  <c:v>0</c:v>
                </c:pt>
                <c:pt idx="4461">
                  <c:v>0</c:v>
                </c:pt>
                <c:pt idx="4462">
                  <c:v>0</c:v>
                </c:pt>
                <c:pt idx="4463">
                  <c:v>5.0284232380768401E-2</c:v>
                </c:pt>
                <c:pt idx="4464">
                  <c:v>0</c:v>
                </c:pt>
                <c:pt idx="4465">
                  <c:v>0</c:v>
                </c:pt>
                <c:pt idx="4466">
                  <c:v>0</c:v>
                </c:pt>
                <c:pt idx="4467">
                  <c:v>5.0174767245800299E-2</c:v>
                </c:pt>
                <c:pt idx="4468">
                  <c:v>0</c:v>
                </c:pt>
                <c:pt idx="4469">
                  <c:v>0</c:v>
                </c:pt>
                <c:pt idx="4470">
                  <c:v>5.0202482693559203E-2</c:v>
                </c:pt>
                <c:pt idx="4471">
                  <c:v>0</c:v>
                </c:pt>
                <c:pt idx="4472">
                  <c:v>0</c:v>
                </c:pt>
                <c:pt idx="4473">
                  <c:v>0</c:v>
                </c:pt>
                <c:pt idx="4474">
                  <c:v>0</c:v>
                </c:pt>
                <c:pt idx="4475">
                  <c:v>0</c:v>
                </c:pt>
                <c:pt idx="4476">
                  <c:v>0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5.0262625069509202E-2</c:v>
                </c:pt>
                <c:pt idx="4482">
                  <c:v>0</c:v>
                </c:pt>
                <c:pt idx="4483">
                  <c:v>0</c:v>
                </c:pt>
                <c:pt idx="4484">
                  <c:v>0</c:v>
                </c:pt>
                <c:pt idx="4485">
                  <c:v>0</c:v>
                </c:pt>
                <c:pt idx="4486">
                  <c:v>0</c:v>
                </c:pt>
                <c:pt idx="4487">
                  <c:v>0</c:v>
                </c:pt>
                <c:pt idx="4488">
                  <c:v>5.0405741686420501E-2</c:v>
                </c:pt>
                <c:pt idx="4489">
                  <c:v>0</c:v>
                </c:pt>
                <c:pt idx="4490">
                  <c:v>0</c:v>
                </c:pt>
                <c:pt idx="4491">
                  <c:v>0</c:v>
                </c:pt>
                <c:pt idx="4492">
                  <c:v>0</c:v>
                </c:pt>
                <c:pt idx="4493">
                  <c:v>0</c:v>
                </c:pt>
                <c:pt idx="4494">
                  <c:v>0</c:v>
                </c:pt>
                <c:pt idx="4495">
                  <c:v>0</c:v>
                </c:pt>
                <c:pt idx="4496">
                  <c:v>0</c:v>
                </c:pt>
                <c:pt idx="4497">
                  <c:v>0</c:v>
                </c:pt>
                <c:pt idx="4498">
                  <c:v>5.0100998789395203E-2</c:v>
                </c:pt>
                <c:pt idx="4499">
                  <c:v>0</c:v>
                </c:pt>
                <c:pt idx="4500">
                  <c:v>0</c:v>
                </c:pt>
                <c:pt idx="4501">
                  <c:v>5.0184112611683498E-2</c:v>
                </c:pt>
                <c:pt idx="4502">
                  <c:v>0</c:v>
                </c:pt>
                <c:pt idx="4503">
                  <c:v>0</c:v>
                </c:pt>
                <c:pt idx="4504">
                  <c:v>0</c:v>
                </c:pt>
                <c:pt idx="4505">
                  <c:v>0</c:v>
                </c:pt>
                <c:pt idx="4506">
                  <c:v>0</c:v>
                </c:pt>
                <c:pt idx="4507">
                  <c:v>0</c:v>
                </c:pt>
                <c:pt idx="4508">
                  <c:v>0</c:v>
                </c:pt>
                <c:pt idx="4509">
                  <c:v>0</c:v>
                </c:pt>
                <c:pt idx="4510">
                  <c:v>0</c:v>
                </c:pt>
                <c:pt idx="4511">
                  <c:v>0</c:v>
                </c:pt>
                <c:pt idx="4512">
                  <c:v>0</c:v>
                </c:pt>
                <c:pt idx="4513">
                  <c:v>0</c:v>
                </c:pt>
                <c:pt idx="4514">
                  <c:v>0</c:v>
                </c:pt>
                <c:pt idx="4515">
                  <c:v>5.0144690011293097E-2</c:v>
                </c:pt>
                <c:pt idx="4516">
                  <c:v>0</c:v>
                </c:pt>
                <c:pt idx="4517">
                  <c:v>0</c:v>
                </c:pt>
                <c:pt idx="4518">
                  <c:v>0</c:v>
                </c:pt>
                <c:pt idx="4519">
                  <c:v>0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0</c:v>
                </c:pt>
                <c:pt idx="4524">
                  <c:v>0</c:v>
                </c:pt>
                <c:pt idx="4525">
                  <c:v>0</c:v>
                </c:pt>
                <c:pt idx="4526">
                  <c:v>0</c:v>
                </c:pt>
                <c:pt idx="4527">
                  <c:v>5.0882356762186498E-2</c:v>
                </c:pt>
                <c:pt idx="4528">
                  <c:v>0</c:v>
                </c:pt>
                <c:pt idx="4529">
                  <c:v>0</c:v>
                </c:pt>
                <c:pt idx="4530">
                  <c:v>0</c:v>
                </c:pt>
                <c:pt idx="4531">
                  <c:v>0</c:v>
                </c:pt>
                <c:pt idx="4532">
                  <c:v>5.1657939766125399E-2</c:v>
                </c:pt>
                <c:pt idx="4533">
                  <c:v>0</c:v>
                </c:pt>
                <c:pt idx="4534">
                  <c:v>0</c:v>
                </c:pt>
                <c:pt idx="4535">
                  <c:v>5.0012978512014597E-2</c:v>
                </c:pt>
                <c:pt idx="4536">
                  <c:v>0</c:v>
                </c:pt>
                <c:pt idx="4537">
                  <c:v>0</c:v>
                </c:pt>
                <c:pt idx="4538">
                  <c:v>0</c:v>
                </c:pt>
                <c:pt idx="4539">
                  <c:v>0</c:v>
                </c:pt>
                <c:pt idx="4540">
                  <c:v>0</c:v>
                </c:pt>
                <c:pt idx="4541">
                  <c:v>0</c:v>
                </c:pt>
                <c:pt idx="4542">
                  <c:v>0</c:v>
                </c:pt>
                <c:pt idx="4543">
                  <c:v>5.0055346859953997E-2</c:v>
                </c:pt>
                <c:pt idx="4544">
                  <c:v>0</c:v>
                </c:pt>
                <c:pt idx="4545">
                  <c:v>0</c:v>
                </c:pt>
                <c:pt idx="4546">
                  <c:v>0</c:v>
                </c:pt>
                <c:pt idx="4547">
                  <c:v>0</c:v>
                </c:pt>
                <c:pt idx="4548">
                  <c:v>5.0077563997062702E-2</c:v>
                </c:pt>
                <c:pt idx="4549">
                  <c:v>0</c:v>
                </c:pt>
                <c:pt idx="4550">
                  <c:v>0</c:v>
                </c:pt>
                <c:pt idx="4551">
                  <c:v>0</c:v>
                </c:pt>
                <c:pt idx="4552">
                  <c:v>0</c:v>
                </c:pt>
                <c:pt idx="4553">
                  <c:v>6.0990727481175802E-2</c:v>
                </c:pt>
                <c:pt idx="4554">
                  <c:v>0</c:v>
                </c:pt>
                <c:pt idx="4555">
                  <c:v>0</c:v>
                </c:pt>
                <c:pt idx="4556">
                  <c:v>0</c:v>
                </c:pt>
                <c:pt idx="4557">
                  <c:v>0</c:v>
                </c:pt>
                <c:pt idx="4558">
                  <c:v>0</c:v>
                </c:pt>
                <c:pt idx="4559">
                  <c:v>0</c:v>
                </c:pt>
                <c:pt idx="4560">
                  <c:v>0</c:v>
                </c:pt>
                <c:pt idx="4561">
                  <c:v>0</c:v>
                </c:pt>
                <c:pt idx="4562">
                  <c:v>0</c:v>
                </c:pt>
                <c:pt idx="4563">
                  <c:v>0</c:v>
                </c:pt>
                <c:pt idx="4564">
                  <c:v>0</c:v>
                </c:pt>
                <c:pt idx="4565">
                  <c:v>5.0058002597060003E-2</c:v>
                </c:pt>
                <c:pt idx="4566">
                  <c:v>0</c:v>
                </c:pt>
                <c:pt idx="4567">
                  <c:v>0</c:v>
                </c:pt>
                <c:pt idx="4568">
                  <c:v>0</c:v>
                </c:pt>
                <c:pt idx="4569">
                  <c:v>0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0</c:v>
                </c:pt>
                <c:pt idx="4578">
                  <c:v>0</c:v>
                </c:pt>
                <c:pt idx="4579">
                  <c:v>0</c:v>
                </c:pt>
                <c:pt idx="4580">
                  <c:v>0</c:v>
                </c:pt>
                <c:pt idx="4581">
                  <c:v>0</c:v>
                </c:pt>
                <c:pt idx="4582">
                  <c:v>0</c:v>
                </c:pt>
                <c:pt idx="4583">
                  <c:v>0</c:v>
                </c:pt>
                <c:pt idx="4584">
                  <c:v>0</c:v>
                </c:pt>
                <c:pt idx="4585">
                  <c:v>0</c:v>
                </c:pt>
                <c:pt idx="4586">
                  <c:v>0</c:v>
                </c:pt>
                <c:pt idx="4587">
                  <c:v>0</c:v>
                </c:pt>
                <c:pt idx="4588">
                  <c:v>0</c:v>
                </c:pt>
                <c:pt idx="4589">
                  <c:v>0</c:v>
                </c:pt>
                <c:pt idx="4590">
                  <c:v>0</c:v>
                </c:pt>
                <c:pt idx="4591">
                  <c:v>0</c:v>
                </c:pt>
                <c:pt idx="4592">
                  <c:v>0</c:v>
                </c:pt>
                <c:pt idx="4593">
                  <c:v>0</c:v>
                </c:pt>
                <c:pt idx="4594">
                  <c:v>0</c:v>
                </c:pt>
                <c:pt idx="4595">
                  <c:v>0</c:v>
                </c:pt>
                <c:pt idx="4596">
                  <c:v>0</c:v>
                </c:pt>
                <c:pt idx="4597">
                  <c:v>0</c:v>
                </c:pt>
                <c:pt idx="4598">
                  <c:v>0</c:v>
                </c:pt>
                <c:pt idx="4599">
                  <c:v>0</c:v>
                </c:pt>
                <c:pt idx="4600">
                  <c:v>0</c:v>
                </c:pt>
                <c:pt idx="4601">
                  <c:v>0</c:v>
                </c:pt>
                <c:pt idx="4602">
                  <c:v>0</c:v>
                </c:pt>
                <c:pt idx="4603">
                  <c:v>0</c:v>
                </c:pt>
                <c:pt idx="4604">
                  <c:v>0</c:v>
                </c:pt>
                <c:pt idx="4605">
                  <c:v>0</c:v>
                </c:pt>
                <c:pt idx="4606">
                  <c:v>0</c:v>
                </c:pt>
                <c:pt idx="4607">
                  <c:v>0</c:v>
                </c:pt>
                <c:pt idx="4608">
                  <c:v>0</c:v>
                </c:pt>
                <c:pt idx="4609">
                  <c:v>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0</c:v>
                </c:pt>
                <c:pt idx="4614">
                  <c:v>0</c:v>
                </c:pt>
                <c:pt idx="4615">
                  <c:v>0</c:v>
                </c:pt>
                <c:pt idx="4616">
                  <c:v>0</c:v>
                </c:pt>
                <c:pt idx="4617">
                  <c:v>0</c:v>
                </c:pt>
                <c:pt idx="4618">
                  <c:v>0</c:v>
                </c:pt>
                <c:pt idx="4619">
                  <c:v>0</c:v>
                </c:pt>
                <c:pt idx="4620">
                  <c:v>0</c:v>
                </c:pt>
                <c:pt idx="4621">
                  <c:v>0</c:v>
                </c:pt>
                <c:pt idx="4622">
                  <c:v>0</c:v>
                </c:pt>
                <c:pt idx="4623">
                  <c:v>0</c:v>
                </c:pt>
                <c:pt idx="4624">
                  <c:v>0</c:v>
                </c:pt>
                <c:pt idx="4625">
                  <c:v>0</c:v>
                </c:pt>
                <c:pt idx="4626">
                  <c:v>0</c:v>
                </c:pt>
                <c:pt idx="4627">
                  <c:v>0</c:v>
                </c:pt>
                <c:pt idx="4628">
                  <c:v>0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0</c:v>
                </c:pt>
                <c:pt idx="4633">
                  <c:v>0</c:v>
                </c:pt>
                <c:pt idx="4634">
                  <c:v>0</c:v>
                </c:pt>
                <c:pt idx="4635">
                  <c:v>0</c:v>
                </c:pt>
                <c:pt idx="4636">
                  <c:v>0</c:v>
                </c:pt>
                <c:pt idx="4637">
                  <c:v>0</c:v>
                </c:pt>
                <c:pt idx="4638">
                  <c:v>0</c:v>
                </c:pt>
                <c:pt idx="4639">
                  <c:v>0</c:v>
                </c:pt>
                <c:pt idx="4640">
                  <c:v>0</c:v>
                </c:pt>
                <c:pt idx="4641">
                  <c:v>0</c:v>
                </c:pt>
                <c:pt idx="4642">
                  <c:v>0</c:v>
                </c:pt>
                <c:pt idx="4643">
                  <c:v>0</c:v>
                </c:pt>
                <c:pt idx="4644">
                  <c:v>0</c:v>
                </c:pt>
                <c:pt idx="4645">
                  <c:v>0</c:v>
                </c:pt>
                <c:pt idx="4646">
                  <c:v>0</c:v>
                </c:pt>
                <c:pt idx="4647">
                  <c:v>0</c:v>
                </c:pt>
                <c:pt idx="4648">
                  <c:v>0</c:v>
                </c:pt>
                <c:pt idx="4649">
                  <c:v>0</c:v>
                </c:pt>
                <c:pt idx="4650">
                  <c:v>0</c:v>
                </c:pt>
                <c:pt idx="4651">
                  <c:v>0</c:v>
                </c:pt>
                <c:pt idx="4652">
                  <c:v>0</c:v>
                </c:pt>
                <c:pt idx="4653">
                  <c:v>0</c:v>
                </c:pt>
                <c:pt idx="4654">
                  <c:v>0</c:v>
                </c:pt>
                <c:pt idx="465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E0-4C58-98B8-D443A309AC83}"/>
            </c:ext>
          </c:extLst>
        </c:ser>
        <c:ser>
          <c:idx val="1"/>
          <c:order val="1"/>
          <c:tx>
            <c:strRef>
              <c:f>그래프!$C$1</c:f>
              <c:strCache>
                <c:ptCount val="1"/>
                <c:pt idx="0">
                  <c:v>자문 성과
(최초 6개월 이후 상환)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그래프!$A$2:$A$4657</c:f>
              <c:numCache>
                <c:formatCode>0.00%</c:formatCode>
                <c:ptCount val="4656"/>
                <c:pt idx="0">
                  <c:v>-0.25748502994011901</c:v>
                </c:pt>
                <c:pt idx="1">
                  <c:v>-0.22145328719723101</c:v>
                </c:pt>
                <c:pt idx="2">
                  <c:v>-0.20338983050847401</c:v>
                </c:pt>
                <c:pt idx="3">
                  <c:v>-0.20034843205574901</c:v>
                </c:pt>
                <c:pt idx="4">
                  <c:v>-0.19426229508196699</c:v>
                </c:pt>
                <c:pt idx="5">
                  <c:v>-0.178321678321678</c:v>
                </c:pt>
                <c:pt idx="6">
                  <c:v>-0.15090909090908999</c:v>
                </c:pt>
                <c:pt idx="7">
                  <c:v>-0.13974591651542601</c:v>
                </c:pt>
                <c:pt idx="8">
                  <c:v>-0.13562386980108401</c:v>
                </c:pt>
                <c:pt idx="9">
                  <c:v>-0.13396226415094301</c:v>
                </c:pt>
                <c:pt idx="10">
                  <c:v>-0.131162790697674</c:v>
                </c:pt>
                <c:pt idx="11">
                  <c:v>-0.11985018726591699</c:v>
                </c:pt>
                <c:pt idx="12">
                  <c:v>-0.113924050632911</c:v>
                </c:pt>
                <c:pt idx="13">
                  <c:v>-0.112394957983193</c:v>
                </c:pt>
                <c:pt idx="14">
                  <c:v>-0.111888111888111</c:v>
                </c:pt>
                <c:pt idx="15">
                  <c:v>-0.11089108910891</c:v>
                </c:pt>
                <c:pt idx="16">
                  <c:v>-0.110526315789473</c:v>
                </c:pt>
                <c:pt idx="17">
                  <c:v>-0.108333333333333</c:v>
                </c:pt>
                <c:pt idx="18">
                  <c:v>-0.10666666666666599</c:v>
                </c:pt>
                <c:pt idx="19">
                  <c:v>-0.10636363636363599</c:v>
                </c:pt>
                <c:pt idx="20">
                  <c:v>-0.106103286384976</c:v>
                </c:pt>
                <c:pt idx="21">
                  <c:v>-0.10536044362292001</c:v>
                </c:pt>
                <c:pt idx="22">
                  <c:v>-0.10536044362292001</c:v>
                </c:pt>
                <c:pt idx="23">
                  <c:v>-0.104095563139931</c:v>
                </c:pt>
                <c:pt idx="24">
                  <c:v>-0.10318949343339499</c:v>
                </c:pt>
                <c:pt idx="25">
                  <c:v>-0.100371747211895</c:v>
                </c:pt>
                <c:pt idx="26">
                  <c:v>-9.6590909090909005E-2</c:v>
                </c:pt>
                <c:pt idx="27">
                  <c:v>-9.6408317580340297E-2</c:v>
                </c:pt>
                <c:pt idx="28">
                  <c:v>-9.4972067039106101E-2</c:v>
                </c:pt>
                <c:pt idx="29">
                  <c:v>-9.4936708860759403E-2</c:v>
                </c:pt>
                <c:pt idx="30">
                  <c:v>-9.4827586206896505E-2</c:v>
                </c:pt>
                <c:pt idx="31">
                  <c:v>-9.4696969696969696E-2</c:v>
                </c:pt>
                <c:pt idx="32">
                  <c:v>-9.3877551020408095E-2</c:v>
                </c:pt>
                <c:pt idx="33">
                  <c:v>-9.3264248704663197E-2</c:v>
                </c:pt>
                <c:pt idx="34">
                  <c:v>-9.2979127134724796E-2</c:v>
                </c:pt>
                <c:pt idx="35">
                  <c:v>-9.2979127134724796E-2</c:v>
                </c:pt>
                <c:pt idx="36">
                  <c:v>-9.2063492063492E-2</c:v>
                </c:pt>
                <c:pt idx="37">
                  <c:v>-9.0225563909774403E-2</c:v>
                </c:pt>
                <c:pt idx="38">
                  <c:v>-9.0225563909774403E-2</c:v>
                </c:pt>
                <c:pt idx="39">
                  <c:v>-9.0128755364806898E-2</c:v>
                </c:pt>
                <c:pt idx="40">
                  <c:v>-8.9874857792946503E-2</c:v>
                </c:pt>
                <c:pt idx="41">
                  <c:v>-8.9494163424124501E-2</c:v>
                </c:pt>
                <c:pt idx="42">
                  <c:v>-8.5365853658536495E-2</c:v>
                </c:pt>
                <c:pt idx="43">
                  <c:v>-8.4313725490196098E-2</c:v>
                </c:pt>
                <c:pt idx="44">
                  <c:v>-8.3769633507853297E-2</c:v>
                </c:pt>
                <c:pt idx="45">
                  <c:v>-8.1300813008129996E-2</c:v>
                </c:pt>
                <c:pt idx="46">
                  <c:v>-8.0769230769230801E-2</c:v>
                </c:pt>
                <c:pt idx="47">
                  <c:v>-8.04780876494023E-2</c:v>
                </c:pt>
                <c:pt idx="48">
                  <c:v>-7.9382579933847897E-2</c:v>
                </c:pt>
                <c:pt idx="49">
                  <c:v>-7.8571428571428598E-2</c:v>
                </c:pt>
                <c:pt idx="50">
                  <c:v>-7.82608695652173E-2</c:v>
                </c:pt>
                <c:pt idx="51">
                  <c:v>-7.8175895765472306E-2</c:v>
                </c:pt>
                <c:pt idx="52">
                  <c:v>-7.7922077922077906E-2</c:v>
                </c:pt>
                <c:pt idx="53">
                  <c:v>-7.7864293659621706E-2</c:v>
                </c:pt>
                <c:pt idx="54">
                  <c:v>-7.7017114914425394E-2</c:v>
                </c:pt>
                <c:pt idx="55">
                  <c:v>-7.6677316293929695E-2</c:v>
                </c:pt>
                <c:pt idx="56">
                  <c:v>-7.6589595375722505E-2</c:v>
                </c:pt>
                <c:pt idx="57">
                  <c:v>-7.6233183856502199E-2</c:v>
                </c:pt>
                <c:pt idx="58">
                  <c:v>-7.5723830734966496E-2</c:v>
                </c:pt>
                <c:pt idx="59">
                  <c:v>-7.49999999999999E-2</c:v>
                </c:pt>
                <c:pt idx="60">
                  <c:v>-7.4363992172211305E-2</c:v>
                </c:pt>
                <c:pt idx="61">
                  <c:v>-7.4345549738219899E-2</c:v>
                </c:pt>
                <c:pt idx="62">
                  <c:v>-7.4181117533718699E-2</c:v>
                </c:pt>
                <c:pt idx="63">
                  <c:v>-7.3493975903614506E-2</c:v>
                </c:pt>
                <c:pt idx="64">
                  <c:v>-7.3359073359073296E-2</c:v>
                </c:pt>
                <c:pt idx="65">
                  <c:v>-7.3260073260073194E-2</c:v>
                </c:pt>
                <c:pt idx="66">
                  <c:v>-7.2438162544169502E-2</c:v>
                </c:pt>
                <c:pt idx="67">
                  <c:v>-7.1428571428571397E-2</c:v>
                </c:pt>
                <c:pt idx="68">
                  <c:v>-7.1219512195121903E-2</c:v>
                </c:pt>
                <c:pt idx="69">
                  <c:v>-7.0847851335656103E-2</c:v>
                </c:pt>
                <c:pt idx="70">
                  <c:v>-7.0247933884297495E-2</c:v>
                </c:pt>
                <c:pt idx="71">
                  <c:v>-7.0208728652751407E-2</c:v>
                </c:pt>
                <c:pt idx="72">
                  <c:v>-6.9937369519832898E-2</c:v>
                </c:pt>
                <c:pt idx="73">
                  <c:v>-6.9852941176470507E-2</c:v>
                </c:pt>
                <c:pt idx="74">
                  <c:v>-6.9582504970178899E-2</c:v>
                </c:pt>
                <c:pt idx="75">
                  <c:v>-6.9288389513108506E-2</c:v>
                </c:pt>
                <c:pt idx="76">
                  <c:v>-6.8883610451306407E-2</c:v>
                </c:pt>
                <c:pt idx="77">
                  <c:v>-6.8403908794788304E-2</c:v>
                </c:pt>
                <c:pt idx="78">
                  <c:v>-6.8226120857699801E-2</c:v>
                </c:pt>
                <c:pt idx="79">
                  <c:v>-6.8139963167587497E-2</c:v>
                </c:pt>
                <c:pt idx="80">
                  <c:v>-6.7961165048543604E-2</c:v>
                </c:pt>
                <c:pt idx="81">
                  <c:v>-6.7542213883677302E-2</c:v>
                </c:pt>
                <c:pt idx="82">
                  <c:v>-6.7294117647058796E-2</c:v>
                </c:pt>
                <c:pt idx="83">
                  <c:v>-6.6775244299674297E-2</c:v>
                </c:pt>
                <c:pt idx="84">
                  <c:v>-6.6420664206641999E-2</c:v>
                </c:pt>
                <c:pt idx="85">
                  <c:v>-6.6315789473684203E-2</c:v>
                </c:pt>
                <c:pt idx="86">
                  <c:v>-6.5934065934065894E-2</c:v>
                </c:pt>
                <c:pt idx="87">
                  <c:v>-6.5916398713826305E-2</c:v>
                </c:pt>
                <c:pt idx="88">
                  <c:v>-6.5789473684210495E-2</c:v>
                </c:pt>
                <c:pt idx="89">
                  <c:v>-6.5705128205128194E-2</c:v>
                </c:pt>
                <c:pt idx="90">
                  <c:v>-6.5116279069767399E-2</c:v>
                </c:pt>
                <c:pt idx="91">
                  <c:v>-6.4906490649064896E-2</c:v>
                </c:pt>
                <c:pt idx="92">
                  <c:v>-6.4695009242144205E-2</c:v>
                </c:pt>
                <c:pt idx="93">
                  <c:v>-6.4412238325281701E-2</c:v>
                </c:pt>
                <c:pt idx="94">
                  <c:v>-6.4345991561181398E-2</c:v>
                </c:pt>
                <c:pt idx="95">
                  <c:v>-6.3725490196078399E-2</c:v>
                </c:pt>
                <c:pt idx="96">
                  <c:v>-6.3380281690140802E-2</c:v>
                </c:pt>
                <c:pt idx="97">
                  <c:v>-6.3357972544878502E-2</c:v>
                </c:pt>
                <c:pt idx="98">
                  <c:v>-6.3231850117095895E-2</c:v>
                </c:pt>
                <c:pt idx="99">
                  <c:v>-6.3212435233160599E-2</c:v>
                </c:pt>
                <c:pt idx="100">
                  <c:v>-6.2944162436548198E-2</c:v>
                </c:pt>
                <c:pt idx="101">
                  <c:v>-6.2868369351669895E-2</c:v>
                </c:pt>
                <c:pt idx="102">
                  <c:v>-6.2564102564102594E-2</c:v>
                </c:pt>
                <c:pt idx="103">
                  <c:v>-6.2564102564102594E-2</c:v>
                </c:pt>
                <c:pt idx="104">
                  <c:v>-6.25E-2</c:v>
                </c:pt>
                <c:pt idx="105">
                  <c:v>-6.2367864693446101E-2</c:v>
                </c:pt>
                <c:pt idx="106">
                  <c:v>-6.2015503875968901E-2</c:v>
                </c:pt>
                <c:pt idx="107">
                  <c:v>-6.1876247504989899E-2</c:v>
                </c:pt>
                <c:pt idx="108">
                  <c:v>-6.1776061776061701E-2</c:v>
                </c:pt>
                <c:pt idx="109">
                  <c:v>-6.1764705882352902E-2</c:v>
                </c:pt>
                <c:pt idx="110">
                  <c:v>-6.1503416856492001E-2</c:v>
                </c:pt>
                <c:pt idx="111">
                  <c:v>-6.1375661375661403E-2</c:v>
                </c:pt>
                <c:pt idx="112">
                  <c:v>-6.0655737704918E-2</c:v>
                </c:pt>
                <c:pt idx="113">
                  <c:v>-6.0453400503778301E-2</c:v>
                </c:pt>
                <c:pt idx="114">
                  <c:v>-6.0240963855421603E-2</c:v>
                </c:pt>
                <c:pt idx="115">
                  <c:v>-5.9870550161812301E-2</c:v>
                </c:pt>
                <c:pt idx="116">
                  <c:v>-5.97647058823529E-2</c:v>
                </c:pt>
                <c:pt idx="117">
                  <c:v>-5.9677419354838702E-2</c:v>
                </c:pt>
                <c:pt idx="118">
                  <c:v>-5.9384941675503601E-2</c:v>
                </c:pt>
                <c:pt idx="119">
                  <c:v>-5.8663028649386099E-2</c:v>
                </c:pt>
                <c:pt idx="120">
                  <c:v>-5.8572949946751801E-2</c:v>
                </c:pt>
                <c:pt idx="121">
                  <c:v>-5.83657587548638E-2</c:v>
                </c:pt>
                <c:pt idx="122">
                  <c:v>-5.83333333333333E-2</c:v>
                </c:pt>
                <c:pt idx="123">
                  <c:v>-5.7692307692307702E-2</c:v>
                </c:pt>
                <c:pt idx="124">
                  <c:v>-5.7565789473684098E-2</c:v>
                </c:pt>
                <c:pt idx="125">
                  <c:v>-5.7385759829967999E-2</c:v>
                </c:pt>
                <c:pt idx="126">
                  <c:v>-5.7385759829967999E-2</c:v>
                </c:pt>
                <c:pt idx="127">
                  <c:v>-5.7385759829967999E-2</c:v>
                </c:pt>
                <c:pt idx="128">
                  <c:v>-5.69259962049335E-2</c:v>
                </c:pt>
                <c:pt idx="129">
                  <c:v>-5.6910569105690999E-2</c:v>
                </c:pt>
                <c:pt idx="130">
                  <c:v>-5.6910569105690999E-2</c:v>
                </c:pt>
                <c:pt idx="131">
                  <c:v>-5.6666666666666601E-2</c:v>
                </c:pt>
                <c:pt idx="132">
                  <c:v>-5.6382978723404198E-2</c:v>
                </c:pt>
                <c:pt idx="133">
                  <c:v>-5.62248995983936E-2</c:v>
                </c:pt>
                <c:pt idx="134">
                  <c:v>-5.5745164960182003E-2</c:v>
                </c:pt>
                <c:pt idx="135">
                  <c:v>-5.5714285714285702E-2</c:v>
                </c:pt>
                <c:pt idx="136">
                  <c:v>-5.5555555555555497E-2</c:v>
                </c:pt>
                <c:pt idx="137">
                  <c:v>-5.5421686746987997E-2</c:v>
                </c:pt>
                <c:pt idx="138">
                  <c:v>-5.5284552845528398E-2</c:v>
                </c:pt>
                <c:pt idx="139">
                  <c:v>-5.5284552845528398E-2</c:v>
                </c:pt>
                <c:pt idx="140">
                  <c:v>-5.5205047318611901E-2</c:v>
                </c:pt>
                <c:pt idx="141">
                  <c:v>-5.5205047318611901E-2</c:v>
                </c:pt>
                <c:pt idx="142">
                  <c:v>-5.5118110236220402E-2</c:v>
                </c:pt>
                <c:pt idx="143">
                  <c:v>-5.50284629981024E-2</c:v>
                </c:pt>
                <c:pt idx="144">
                  <c:v>-5.4808686659772399E-2</c:v>
                </c:pt>
                <c:pt idx="145">
                  <c:v>-5.4455445544554497E-2</c:v>
                </c:pt>
                <c:pt idx="146">
                  <c:v>-5.4371002132196103E-2</c:v>
                </c:pt>
                <c:pt idx="147">
                  <c:v>-5.4371002132196103E-2</c:v>
                </c:pt>
                <c:pt idx="148">
                  <c:v>-5.3803339517625198E-2</c:v>
                </c:pt>
                <c:pt idx="149">
                  <c:v>-5.3691275167785199E-2</c:v>
                </c:pt>
                <c:pt idx="150">
                  <c:v>-5.3465346534653499E-2</c:v>
                </c:pt>
                <c:pt idx="151">
                  <c:v>-5.3333333333333302E-2</c:v>
                </c:pt>
                <c:pt idx="152">
                  <c:v>-5.3140096618357502E-2</c:v>
                </c:pt>
                <c:pt idx="153">
                  <c:v>-5.2948255114320102E-2</c:v>
                </c:pt>
                <c:pt idx="154">
                  <c:v>-5.2948255114320102E-2</c:v>
                </c:pt>
                <c:pt idx="155">
                  <c:v>-5.2892561983470997E-2</c:v>
                </c:pt>
                <c:pt idx="156">
                  <c:v>-5.2892561983470997E-2</c:v>
                </c:pt>
                <c:pt idx="157">
                  <c:v>-5.2350427350427303E-2</c:v>
                </c:pt>
                <c:pt idx="158">
                  <c:v>-5.2132701421800903E-2</c:v>
                </c:pt>
                <c:pt idx="159">
                  <c:v>-5.2132701421800903E-2</c:v>
                </c:pt>
                <c:pt idx="160">
                  <c:v>-5.1995163240628799E-2</c:v>
                </c:pt>
                <c:pt idx="161">
                  <c:v>-5.19774011299435E-2</c:v>
                </c:pt>
                <c:pt idx="162">
                  <c:v>-5.1867219917012403E-2</c:v>
                </c:pt>
                <c:pt idx="163">
                  <c:v>-5.1526717557251897E-2</c:v>
                </c:pt>
                <c:pt idx="164">
                  <c:v>-5.1383399209486202E-2</c:v>
                </c:pt>
                <c:pt idx="165">
                  <c:v>-5.13245033112582E-2</c:v>
                </c:pt>
                <c:pt idx="166">
                  <c:v>-5.08826583592938E-2</c:v>
                </c:pt>
                <c:pt idx="167">
                  <c:v>-5.0872093023255703E-2</c:v>
                </c:pt>
                <c:pt idx="168">
                  <c:v>-5.0724637681159403E-2</c:v>
                </c:pt>
                <c:pt idx="169">
                  <c:v>-5.0653594771241803E-2</c:v>
                </c:pt>
                <c:pt idx="170">
                  <c:v>-5.0488599348534197E-2</c:v>
                </c:pt>
                <c:pt idx="171">
                  <c:v>-4.98338870431893E-2</c:v>
                </c:pt>
                <c:pt idx="172">
                  <c:v>-4.9596309111880003E-2</c:v>
                </c:pt>
                <c:pt idx="173">
                  <c:v>-4.95436766623207E-2</c:v>
                </c:pt>
                <c:pt idx="174">
                  <c:v>-4.9516908212560301E-2</c:v>
                </c:pt>
                <c:pt idx="175">
                  <c:v>-4.9382716049382699E-2</c:v>
                </c:pt>
                <c:pt idx="176">
                  <c:v>-4.9107142857142898E-2</c:v>
                </c:pt>
                <c:pt idx="177">
                  <c:v>-4.9107142857142898E-2</c:v>
                </c:pt>
                <c:pt idx="178">
                  <c:v>-4.8872180451127803E-2</c:v>
                </c:pt>
                <c:pt idx="179">
                  <c:v>-4.8872180451127803E-2</c:v>
                </c:pt>
                <c:pt idx="180">
                  <c:v>-4.8780487804878002E-2</c:v>
                </c:pt>
                <c:pt idx="181">
                  <c:v>-4.8387096774193498E-2</c:v>
                </c:pt>
                <c:pt idx="182">
                  <c:v>-4.7892720306513301E-2</c:v>
                </c:pt>
                <c:pt idx="183">
                  <c:v>-4.7892720306513301E-2</c:v>
                </c:pt>
                <c:pt idx="184">
                  <c:v>-4.7385620915032699E-2</c:v>
                </c:pt>
                <c:pt idx="185">
                  <c:v>-4.7138047138047097E-2</c:v>
                </c:pt>
                <c:pt idx="186">
                  <c:v>-4.7058823529411799E-2</c:v>
                </c:pt>
                <c:pt idx="187">
                  <c:v>-4.6399999999999997E-2</c:v>
                </c:pt>
                <c:pt idx="188">
                  <c:v>-4.6300715990453399E-2</c:v>
                </c:pt>
                <c:pt idx="189">
                  <c:v>-4.6236559139784902E-2</c:v>
                </c:pt>
                <c:pt idx="190">
                  <c:v>-4.5908183632734502E-2</c:v>
                </c:pt>
                <c:pt idx="191">
                  <c:v>-4.5871559633027401E-2</c:v>
                </c:pt>
                <c:pt idx="192">
                  <c:v>-4.5751633986927998E-2</c:v>
                </c:pt>
                <c:pt idx="193">
                  <c:v>-4.5622688039457397E-2</c:v>
                </c:pt>
                <c:pt idx="194">
                  <c:v>-4.5191193511007997E-2</c:v>
                </c:pt>
                <c:pt idx="195">
                  <c:v>-4.49438202247191E-2</c:v>
                </c:pt>
                <c:pt idx="196">
                  <c:v>-4.4262295081967197E-2</c:v>
                </c:pt>
                <c:pt idx="197">
                  <c:v>-4.4181034482758598E-2</c:v>
                </c:pt>
                <c:pt idx="198">
                  <c:v>-4.3930635838150198E-2</c:v>
                </c:pt>
                <c:pt idx="199">
                  <c:v>-4.3775649794801599E-2</c:v>
                </c:pt>
                <c:pt idx="200">
                  <c:v>-4.3589743589743497E-2</c:v>
                </c:pt>
                <c:pt idx="201">
                  <c:v>-4.3478260869565098E-2</c:v>
                </c:pt>
                <c:pt idx="202">
                  <c:v>-4.2841037204058602E-2</c:v>
                </c:pt>
                <c:pt idx="203">
                  <c:v>-4.2465753424657499E-2</c:v>
                </c:pt>
                <c:pt idx="204">
                  <c:v>-4.1916167664670601E-2</c:v>
                </c:pt>
                <c:pt idx="205">
                  <c:v>-4.1666666666666602E-2</c:v>
                </c:pt>
                <c:pt idx="206">
                  <c:v>-4.1666666666666602E-2</c:v>
                </c:pt>
                <c:pt idx="207">
                  <c:v>-4.1436464088397698E-2</c:v>
                </c:pt>
                <c:pt idx="208">
                  <c:v>-4.1250000000000002E-2</c:v>
                </c:pt>
                <c:pt idx="209">
                  <c:v>-4.08163265306122E-2</c:v>
                </c:pt>
                <c:pt idx="210">
                  <c:v>-4.0769230769230697E-2</c:v>
                </c:pt>
                <c:pt idx="211">
                  <c:v>-4.07239819004524E-2</c:v>
                </c:pt>
                <c:pt idx="212">
                  <c:v>-4.07239819004524E-2</c:v>
                </c:pt>
                <c:pt idx="213">
                  <c:v>-4.0677966101694898E-2</c:v>
                </c:pt>
                <c:pt idx="214">
                  <c:v>-4.0201005025125497E-2</c:v>
                </c:pt>
                <c:pt idx="215">
                  <c:v>-4.0160642570281103E-2</c:v>
                </c:pt>
                <c:pt idx="216">
                  <c:v>-4.0064102564102498E-2</c:v>
                </c:pt>
                <c:pt idx="217">
                  <c:v>-4.0041067761806902E-2</c:v>
                </c:pt>
                <c:pt idx="218">
                  <c:v>-3.9835164835164798E-2</c:v>
                </c:pt>
                <c:pt idx="219">
                  <c:v>-3.9735099337748297E-2</c:v>
                </c:pt>
                <c:pt idx="220">
                  <c:v>-3.9525691699604702E-2</c:v>
                </c:pt>
                <c:pt idx="221">
                  <c:v>-3.9525691699604702E-2</c:v>
                </c:pt>
                <c:pt idx="222">
                  <c:v>-3.9525691699604702E-2</c:v>
                </c:pt>
                <c:pt idx="223">
                  <c:v>-3.9525691699604702E-2</c:v>
                </c:pt>
                <c:pt idx="224">
                  <c:v>-3.9525691699604702E-2</c:v>
                </c:pt>
                <c:pt idx="225">
                  <c:v>-3.9525691699604702E-2</c:v>
                </c:pt>
                <c:pt idx="226">
                  <c:v>-3.9525691699604702E-2</c:v>
                </c:pt>
                <c:pt idx="227">
                  <c:v>-3.9115646258503299E-2</c:v>
                </c:pt>
                <c:pt idx="228">
                  <c:v>-3.8906414300735999E-2</c:v>
                </c:pt>
                <c:pt idx="229">
                  <c:v>-3.8906414300735999E-2</c:v>
                </c:pt>
                <c:pt idx="230">
                  <c:v>-3.8461538461538401E-2</c:v>
                </c:pt>
                <c:pt idx="231">
                  <c:v>-3.8374717832956998E-2</c:v>
                </c:pt>
                <c:pt idx="232">
                  <c:v>-3.8142620232172499E-2</c:v>
                </c:pt>
                <c:pt idx="233">
                  <c:v>-3.8105046343975199E-2</c:v>
                </c:pt>
                <c:pt idx="234">
                  <c:v>-3.7845705967976699E-2</c:v>
                </c:pt>
                <c:pt idx="235">
                  <c:v>-3.7760416666666602E-2</c:v>
                </c:pt>
                <c:pt idx="236">
                  <c:v>-3.7698412698412599E-2</c:v>
                </c:pt>
                <c:pt idx="237">
                  <c:v>-3.7656903765690398E-2</c:v>
                </c:pt>
                <c:pt idx="238">
                  <c:v>-3.7410071942445999E-2</c:v>
                </c:pt>
                <c:pt idx="239">
                  <c:v>-3.7174721189591003E-2</c:v>
                </c:pt>
                <c:pt idx="240">
                  <c:v>-3.6199095022624403E-2</c:v>
                </c:pt>
                <c:pt idx="241">
                  <c:v>-3.6144578313252997E-2</c:v>
                </c:pt>
                <c:pt idx="242">
                  <c:v>-3.5999999999999997E-2</c:v>
                </c:pt>
                <c:pt idx="243">
                  <c:v>-3.5971223021582698E-2</c:v>
                </c:pt>
                <c:pt idx="244">
                  <c:v>-3.59281437125748E-2</c:v>
                </c:pt>
                <c:pt idx="245">
                  <c:v>-3.5785288270377698E-2</c:v>
                </c:pt>
                <c:pt idx="246">
                  <c:v>-3.5714285714285698E-2</c:v>
                </c:pt>
                <c:pt idx="247">
                  <c:v>-3.5527690700104503E-2</c:v>
                </c:pt>
                <c:pt idx="248">
                  <c:v>-3.54767184035477E-2</c:v>
                </c:pt>
                <c:pt idx="249">
                  <c:v>-3.4768211920529798E-2</c:v>
                </c:pt>
                <c:pt idx="250">
                  <c:v>-3.4343434343434301E-2</c:v>
                </c:pt>
                <c:pt idx="251">
                  <c:v>-3.4035656401944898E-2</c:v>
                </c:pt>
                <c:pt idx="252">
                  <c:v>-3.2634032634032598E-2</c:v>
                </c:pt>
                <c:pt idx="253">
                  <c:v>-3.2388663967611302E-2</c:v>
                </c:pt>
                <c:pt idx="254">
                  <c:v>-3.2258064516128997E-2</c:v>
                </c:pt>
                <c:pt idx="255">
                  <c:v>-3.2258064516128997E-2</c:v>
                </c:pt>
                <c:pt idx="256">
                  <c:v>-3.1914893617021198E-2</c:v>
                </c:pt>
                <c:pt idx="257">
                  <c:v>-3.1887755102040699E-2</c:v>
                </c:pt>
                <c:pt idx="258">
                  <c:v>-3.1707317073170697E-2</c:v>
                </c:pt>
                <c:pt idx="259">
                  <c:v>-3.1602708803611698E-2</c:v>
                </c:pt>
                <c:pt idx="260">
                  <c:v>-3.1372549019607801E-2</c:v>
                </c:pt>
                <c:pt idx="261">
                  <c:v>-3.1055900621117901E-2</c:v>
                </c:pt>
                <c:pt idx="262">
                  <c:v>-3.1034482758620599E-2</c:v>
                </c:pt>
                <c:pt idx="263">
                  <c:v>-3.0769230769230702E-2</c:v>
                </c:pt>
                <c:pt idx="264">
                  <c:v>-3.0769230769230702E-2</c:v>
                </c:pt>
                <c:pt idx="265">
                  <c:v>-3.0585106382978702E-2</c:v>
                </c:pt>
                <c:pt idx="266">
                  <c:v>-3.0462184873949499E-2</c:v>
                </c:pt>
                <c:pt idx="267">
                  <c:v>-3.0425963488843799E-2</c:v>
                </c:pt>
                <c:pt idx="268">
                  <c:v>-3.0097087378640801E-2</c:v>
                </c:pt>
                <c:pt idx="269">
                  <c:v>-3.00829875518672E-2</c:v>
                </c:pt>
                <c:pt idx="270">
                  <c:v>-2.99625468164793E-2</c:v>
                </c:pt>
                <c:pt idx="271">
                  <c:v>-2.9585798816568001E-2</c:v>
                </c:pt>
                <c:pt idx="272">
                  <c:v>-2.95081967213114E-2</c:v>
                </c:pt>
                <c:pt idx="273">
                  <c:v>-2.8836251287332599E-2</c:v>
                </c:pt>
                <c:pt idx="274">
                  <c:v>-2.8790786948176599E-2</c:v>
                </c:pt>
                <c:pt idx="275">
                  <c:v>-2.8692879914983999E-2</c:v>
                </c:pt>
                <c:pt idx="276">
                  <c:v>-2.8487229862475399E-2</c:v>
                </c:pt>
                <c:pt idx="277">
                  <c:v>-2.8455284552845499E-2</c:v>
                </c:pt>
                <c:pt idx="278">
                  <c:v>-2.7554535017221601E-2</c:v>
                </c:pt>
                <c:pt idx="279">
                  <c:v>-2.7397260273972601E-2</c:v>
                </c:pt>
                <c:pt idx="280">
                  <c:v>-2.7397260273972601E-2</c:v>
                </c:pt>
                <c:pt idx="281">
                  <c:v>-2.7292576419213999E-2</c:v>
                </c:pt>
                <c:pt idx="282">
                  <c:v>-2.71940667490728E-2</c:v>
                </c:pt>
                <c:pt idx="283">
                  <c:v>-2.6737967914438499E-2</c:v>
                </c:pt>
                <c:pt idx="284">
                  <c:v>-2.66497461928933E-2</c:v>
                </c:pt>
                <c:pt idx="285">
                  <c:v>-2.5641025641025599E-2</c:v>
                </c:pt>
                <c:pt idx="286">
                  <c:v>-2.5510204081632602E-2</c:v>
                </c:pt>
                <c:pt idx="287">
                  <c:v>-2.5125628140703501E-2</c:v>
                </c:pt>
                <c:pt idx="288">
                  <c:v>-2.5094102885821801E-2</c:v>
                </c:pt>
                <c:pt idx="289">
                  <c:v>-2.46305418719211E-2</c:v>
                </c:pt>
                <c:pt idx="290">
                  <c:v>-2.4547803617571001E-2</c:v>
                </c:pt>
                <c:pt idx="291">
                  <c:v>-2.4489795918367301E-2</c:v>
                </c:pt>
                <c:pt idx="292">
                  <c:v>-2.40963855421686E-2</c:v>
                </c:pt>
                <c:pt idx="293">
                  <c:v>-2.38907849829351E-2</c:v>
                </c:pt>
                <c:pt idx="294">
                  <c:v>-2.35690235690235E-2</c:v>
                </c:pt>
                <c:pt idx="295">
                  <c:v>-2.3504273504273501E-2</c:v>
                </c:pt>
                <c:pt idx="296">
                  <c:v>-2.3206751054852301E-2</c:v>
                </c:pt>
                <c:pt idx="297">
                  <c:v>-2.3166023166023099E-2</c:v>
                </c:pt>
                <c:pt idx="298">
                  <c:v>-2.2813688212927698E-2</c:v>
                </c:pt>
                <c:pt idx="299">
                  <c:v>-2.19512195121951E-2</c:v>
                </c:pt>
                <c:pt idx="300">
                  <c:v>-2.1505376344085999E-2</c:v>
                </c:pt>
                <c:pt idx="301">
                  <c:v>-2.1377672209026002E-2</c:v>
                </c:pt>
                <c:pt idx="302">
                  <c:v>-2.1276595744680799E-2</c:v>
                </c:pt>
                <c:pt idx="303">
                  <c:v>-2.1097046413502001E-2</c:v>
                </c:pt>
                <c:pt idx="304">
                  <c:v>-2.0654044750430301E-2</c:v>
                </c:pt>
                <c:pt idx="305">
                  <c:v>-2.0588235294117602E-2</c:v>
                </c:pt>
                <c:pt idx="306">
                  <c:v>-2.0491803278688402E-2</c:v>
                </c:pt>
                <c:pt idx="307">
                  <c:v>-2.0491803278688402E-2</c:v>
                </c:pt>
                <c:pt idx="308">
                  <c:v>-2.03644158628081E-2</c:v>
                </c:pt>
                <c:pt idx="309">
                  <c:v>-2.03644158628081E-2</c:v>
                </c:pt>
                <c:pt idx="310">
                  <c:v>-2.03644158628081E-2</c:v>
                </c:pt>
                <c:pt idx="311">
                  <c:v>-2.03208556149732E-2</c:v>
                </c:pt>
                <c:pt idx="312">
                  <c:v>-1.9841269841269799E-2</c:v>
                </c:pt>
                <c:pt idx="313">
                  <c:v>-1.9841269841269799E-2</c:v>
                </c:pt>
                <c:pt idx="314">
                  <c:v>-1.9801980198019799E-2</c:v>
                </c:pt>
                <c:pt idx="315">
                  <c:v>-1.9723865877712E-2</c:v>
                </c:pt>
                <c:pt idx="316">
                  <c:v>-1.9512195121951199E-2</c:v>
                </c:pt>
                <c:pt idx="317">
                  <c:v>-1.9313304721029899E-2</c:v>
                </c:pt>
                <c:pt idx="318">
                  <c:v>-1.9313304721029899E-2</c:v>
                </c:pt>
                <c:pt idx="319">
                  <c:v>-1.9088016967126101E-2</c:v>
                </c:pt>
                <c:pt idx="320">
                  <c:v>-1.9047619047619001E-2</c:v>
                </c:pt>
                <c:pt idx="321">
                  <c:v>-1.9047619047619001E-2</c:v>
                </c:pt>
                <c:pt idx="322">
                  <c:v>-1.90274841437632E-2</c:v>
                </c:pt>
                <c:pt idx="323">
                  <c:v>-1.8939393939393898E-2</c:v>
                </c:pt>
                <c:pt idx="324">
                  <c:v>-1.8934911242603599E-2</c:v>
                </c:pt>
                <c:pt idx="325">
                  <c:v>-1.8912529550827398E-2</c:v>
                </c:pt>
                <c:pt idx="326">
                  <c:v>-1.8912529550827398E-2</c:v>
                </c:pt>
                <c:pt idx="327">
                  <c:v>-1.89075630252101E-2</c:v>
                </c:pt>
                <c:pt idx="328">
                  <c:v>-1.8887722980062902E-2</c:v>
                </c:pt>
                <c:pt idx="329">
                  <c:v>-1.8867924528301799E-2</c:v>
                </c:pt>
                <c:pt idx="330">
                  <c:v>-1.8644067796610202E-2</c:v>
                </c:pt>
                <c:pt idx="331">
                  <c:v>-1.8614270941054799E-2</c:v>
                </c:pt>
                <c:pt idx="332">
                  <c:v>-1.8134715025906599E-2</c:v>
                </c:pt>
                <c:pt idx="333">
                  <c:v>-1.7857142857142901E-2</c:v>
                </c:pt>
                <c:pt idx="334">
                  <c:v>-1.7857142857142901E-2</c:v>
                </c:pt>
                <c:pt idx="335">
                  <c:v>-1.7689906347554601E-2</c:v>
                </c:pt>
                <c:pt idx="336">
                  <c:v>-1.7475728155339799E-2</c:v>
                </c:pt>
                <c:pt idx="337">
                  <c:v>-1.7127799736495301E-2</c:v>
                </c:pt>
                <c:pt idx="338">
                  <c:v>-1.7127799736495301E-2</c:v>
                </c:pt>
                <c:pt idx="339">
                  <c:v>-1.6977928692699502E-2</c:v>
                </c:pt>
                <c:pt idx="340">
                  <c:v>-1.6806722689075598E-2</c:v>
                </c:pt>
                <c:pt idx="341">
                  <c:v>-1.6806722689075598E-2</c:v>
                </c:pt>
                <c:pt idx="342">
                  <c:v>-1.6806722689075598E-2</c:v>
                </c:pt>
                <c:pt idx="343">
                  <c:v>-1.6732283464566899E-2</c:v>
                </c:pt>
                <c:pt idx="344">
                  <c:v>-1.6666666666666701E-2</c:v>
                </c:pt>
                <c:pt idx="345">
                  <c:v>-1.6460905349794198E-2</c:v>
                </c:pt>
                <c:pt idx="346">
                  <c:v>-1.6455696202531601E-2</c:v>
                </c:pt>
                <c:pt idx="347">
                  <c:v>-1.6227180527383301E-2</c:v>
                </c:pt>
                <c:pt idx="348">
                  <c:v>-1.6194331983805699E-2</c:v>
                </c:pt>
                <c:pt idx="349">
                  <c:v>-1.6194331983805699E-2</c:v>
                </c:pt>
                <c:pt idx="350">
                  <c:v>-1.5990159901599001E-2</c:v>
                </c:pt>
                <c:pt idx="351">
                  <c:v>-1.5990159901599001E-2</c:v>
                </c:pt>
                <c:pt idx="352">
                  <c:v>-1.5940488841657701E-2</c:v>
                </c:pt>
                <c:pt idx="353">
                  <c:v>-1.58371040723982E-2</c:v>
                </c:pt>
                <c:pt idx="354">
                  <c:v>-1.58371040723982E-2</c:v>
                </c:pt>
                <c:pt idx="355">
                  <c:v>-1.58371040723982E-2</c:v>
                </c:pt>
                <c:pt idx="356">
                  <c:v>-1.5789473684210499E-2</c:v>
                </c:pt>
                <c:pt idx="357">
                  <c:v>-1.5645371577574899E-2</c:v>
                </c:pt>
                <c:pt idx="358">
                  <c:v>-1.5645371577574899E-2</c:v>
                </c:pt>
                <c:pt idx="359">
                  <c:v>-1.5641293013555699E-2</c:v>
                </c:pt>
                <c:pt idx="360">
                  <c:v>-1.5564202334630199E-2</c:v>
                </c:pt>
                <c:pt idx="361">
                  <c:v>-1.4893617021276499E-2</c:v>
                </c:pt>
                <c:pt idx="362">
                  <c:v>-1.48619957537154E-2</c:v>
                </c:pt>
                <c:pt idx="363">
                  <c:v>-1.48619957537154E-2</c:v>
                </c:pt>
                <c:pt idx="364">
                  <c:v>-1.4767932489451499E-2</c:v>
                </c:pt>
                <c:pt idx="365">
                  <c:v>-1.44404332129963E-2</c:v>
                </c:pt>
                <c:pt idx="366">
                  <c:v>-1.41676505312868E-2</c:v>
                </c:pt>
                <c:pt idx="367">
                  <c:v>-1.39372822299651E-2</c:v>
                </c:pt>
                <c:pt idx="368">
                  <c:v>-1.39372822299651E-2</c:v>
                </c:pt>
                <c:pt idx="369">
                  <c:v>-1.34680134680135E-2</c:v>
                </c:pt>
                <c:pt idx="370">
                  <c:v>-1.31736526946107E-2</c:v>
                </c:pt>
                <c:pt idx="371">
                  <c:v>-1.31712259371833E-2</c:v>
                </c:pt>
                <c:pt idx="372">
                  <c:v>-1.29310344827586E-2</c:v>
                </c:pt>
                <c:pt idx="373">
                  <c:v>-1.26182965299684E-2</c:v>
                </c:pt>
                <c:pt idx="374">
                  <c:v>-1.2345679012345699E-2</c:v>
                </c:pt>
                <c:pt idx="375">
                  <c:v>-1.2345679012345699E-2</c:v>
                </c:pt>
                <c:pt idx="376">
                  <c:v>-1.2345679012345699E-2</c:v>
                </c:pt>
                <c:pt idx="377">
                  <c:v>-1.21951219512195E-2</c:v>
                </c:pt>
                <c:pt idx="378">
                  <c:v>-1.20481927710843E-2</c:v>
                </c:pt>
                <c:pt idx="379">
                  <c:v>-1.2E-2</c:v>
                </c:pt>
                <c:pt idx="380">
                  <c:v>-1.2E-2</c:v>
                </c:pt>
                <c:pt idx="381">
                  <c:v>-1.19047619047618E-2</c:v>
                </c:pt>
                <c:pt idx="382">
                  <c:v>-1.18918918918918E-2</c:v>
                </c:pt>
                <c:pt idx="383">
                  <c:v>-1.171875E-2</c:v>
                </c:pt>
                <c:pt idx="384">
                  <c:v>-1.1655011655011699E-2</c:v>
                </c:pt>
                <c:pt idx="385">
                  <c:v>-1.1249999999999901E-2</c:v>
                </c:pt>
                <c:pt idx="386">
                  <c:v>-1.0891089108910901E-2</c:v>
                </c:pt>
                <c:pt idx="387">
                  <c:v>-1.0854816824966E-2</c:v>
                </c:pt>
                <c:pt idx="388">
                  <c:v>-1.0854816824966E-2</c:v>
                </c:pt>
                <c:pt idx="389">
                  <c:v>-1.08225108225108E-2</c:v>
                </c:pt>
                <c:pt idx="390">
                  <c:v>-1.06508875739644E-2</c:v>
                </c:pt>
                <c:pt idx="391">
                  <c:v>-1.06100795755967E-2</c:v>
                </c:pt>
                <c:pt idx="392">
                  <c:v>-1.05820105820105E-2</c:v>
                </c:pt>
                <c:pt idx="393">
                  <c:v>-1.0537407797681701E-2</c:v>
                </c:pt>
                <c:pt idx="394">
                  <c:v>-1.05263157894737E-2</c:v>
                </c:pt>
                <c:pt idx="395">
                  <c:v>-1.0430247718383299E-2</c:v>
                </c:pt>
                <c:pt idx="396">
                  <c:v>-1.0256410256410199E-2</c:v>
                </c:pt>
                <c:pt idx="397">
                  <c:v>-1.00502512562814E-2</c:v>
                </c:pt>
                <c:pt idx="398">
                  <c:v>-1.00502512562814E-2</c:v>
                </c:pt>
                <c:pt idx="399">
                  <c:v>-9.4339622641509396E-3</c:v>
                </c:pt>
                <c:pt idx="400">
                  <c:v>-9.19305413687432E-3</c:v>
                </c:pt>
                <c:pt idx="401">
                  <c:v>-9.1863517060367592E-3</c:v>
                </c:pt>
                <c:pt idx="402">
                  <c:v>-9.1383812010443696E-3</c:v>
                </c:pt>
                <c:pt idx="403">
                  <c:v>-8.9385474860335101E-3</c:v>
                </c:pt>
                <c:pt idx="404">
                  <c:v>-8.5561497326203106E-3</c:v>
                </c:pt>
                <c:pt idx="405">
                  <c:v>-8.2987551867219605E-3</c:v>
                </c:pt>
                <c:pt idx="406">
                  <c:v>-8.2352941176470004E-3</c:v>
                </c:pt>
                <c:pt idx="407">
                  <c:v>-8.1632653061224306E-3</c:v>
                </c:pt>
                <c:pt idx="408">
                  <c:v>-8.0321285140562103E-3</c:v>
                </c:pt>
                <c:pt idx="409">
                  <c:v>-7.8475336322869592E-3</c:v>
                </c:pt>
                <c:pt idx="410">
                  <c:v>-7.8431372549019295E-3</c:v>
                </c:pt>
                <c:pt idx="411">
                  <c:v>-7.8431372549019295E-3</c:v>
                </c:pt>
                <c:pt idx="412">
                  <c:v>-7.7777777777777697E-3</c:v>
                </c:pt>
                <c:pt idx="413">
                  <c:v>-7.39176346356917E-3</c:v>
                </c:pt>
                <c:pt idx="414">
                  <c:v>-7.2463768115942299E-3</c:v>
                </c:pt>
                <c:pt idx="415">
                  <c:v>-6.9808027923211604E-3</c:v>
                </c:pt>
                <c:pt idx="416">
                  <c:v>-6.65778961384821E-3</c:v>
                </c:pt>
                <c:pt idx="417">
                  <c:v>-6.65778961384821E-3</c:v>
                </c:pt>
                <c:pt idx="418">
                  <c:v>-6.4766839378238503E-3</c:v>
                </c:pt>
                <c:pt idx="419">
                  <c:v>-6.42398286937906E-3</c:v>
                </c:pt>
                <c:pt idx="420">
                  <c:v>-6.0313630880578497E-3</c:v>
                </c:pt>
                <c:pt idx="421">
                  <c:v>-6.0313630880578497E-3</c:v>
                </c:pt>
                <c:pt idx="422">
                  <c:v>-6.0313630880578497E-3</c:v>
                </c:pt>
                <c:pt idx="423">
                  <c:v>-6.0313630880578497E-3</c:v>
                </c:pt>
                <c:pt idx="424">
                  <c:v>-6.0313630880578497E-3</c:v>
                </c:pt>
                <c:pt idx="425">
                  <c:v>-6.0313630880578497E-3</c:v>
                </c:pt>
                <c:pt idx="426">
                  <c:v>-6.0313630880578497E-3</c:v>
                </c:pt>
                <c:pt idx="427">
                  <c:v>-6.0301507537688899E-3</c:v>
                </c:pt>
                <c:pt idx="428">
                  <c:v>-6.0096153846154101E-3</c:v>
                </c:pt>
                <c:pt idx="429">
                  <c:v>-5.9523809523809304E-3</c:v>
                </c:pt>
                <c:pt idx="430">
                  <c:v>-5.9453032104637097E-3</c:v>
                </c:pt>
                <c:pt idx="431">
                  <c:v>-5.3191489361702404E-3</c:v>
                </c:pt>
                <c:pt idx="432">
                  <c:v>-5.3078556263269601E-3</c:v>
                </c:pt>
                <c:pt idx="433">
                  <c:v>-5.2966101694915599E-3</c:v>
                </c:pt>
                <c:pt idx="434">
                  <c:v>-5.2447552447551999E-3</c:v>
                </c:pt>
                <c:pt idx="435">
                  <c:v>-5.1413881748072401E-3</c:v>
                </c:pt>
                <c:pt idx="436">
                  <c:v>-5.12820512820511E-3</c:v>
                </c:pt>
                <c:pt idx="437">
                  <c:v>-4.8426150121065803E-3</c:v>
                </c:pt>
                <c:pt idx="438">
                  <c:v>-4.8426150121065803E-3</c:v>
                </c:pt>
                <c:pt idx="439">
                  <c:v>-4.80192076830732E-3</c:v>
                </c:pt>
                <c:pt idx="440">
                  <c:v>-4.7961630695443304E-3</c:v>
                </c:pt>
                <c:pt idx="441">
                  <c:v>-4.7562425683710299E-3</c:v>
                </c:pt>
                <c:pt idx="442">
                  <c:v>-4.6728971962616203E-3</c:v>
                </c:pt>
                <c:pt idx="443">
                  <c:v>-4.3572984749454804E-3</c:v>
                </c:pt>
                <c:pt idx="444">
                  <c:v>-4.2372881355932004E-3</c:v>
                </c:pt>
                <c:pt idx="445">
                  <c:v>-4.2194092827003704E-3</c:v>
                </c:pt>
                <c:pt idx="446">
                  <c:v>-4.1928721174003796E-3</c:v>
                </c:pt>
                <c:pt idx="447">
                  <c:v>-4.1666666666666501E-3</c:v>
                </c:pt>
                <c:pt idx="448">
                  <c:v>-4.12371134020617E-3</c:v>
                </c:pt>
                <c:pt idx="449">
                  <c:v>-4.04858299595145E-3</c:v>
                </c:pt>
                <c:pt idx="450">
                  <c:v>-3.8610038610038498E-3</c:v>
                </c:pt>
                <c:pt idx="451">
                  <c:v>-3.7174721189591098E-3</c:v>
                </c:pt>
                <c:pt idx="452">
                  <c:v>-3.27153762268261E-3</c:v>
                </c:pt>
                <c:pt idx="453">
                  <c:v>-3.2292787944026E-3</c:v>
                </c:pt>
                <c:pt idx="454">
                  <c:v>-3.2292787944026E-3</c:v>
                </c:pt>
                <c:pt idx="455">
                  <c:v>-3.0395136778115202E-3</c:v>
                </c:pt>
                <c:pt idx="456">
                  <c:v>-2.6420079260237499E-3</c:v>
                </c:pt>
                <c:pt idx="457">
                  <c:v>-2.4875621890547701E-3</c:v>
                </c:pt>
                <c:pt idx="458">
                  <c:v>-2.4271844660194099E-3</c:v>
                </c:pt>
                <c:pt idx="459">
                  <c:v>-2.2371364653244099E-3</c:v>
                </c:pt>
                <c:pt idx="460">
                  <c:v>-2.1231422505307799E-3</c:v>
                </c:pt>
                <c:pt idx="461">
                  <c:v>-2.0876826722337999E-3</c:v>
                </c:pt>
                <c:pt idx="462">
                  <c:v>-1.9723865877712102E-3</c:v>
                </c:pt>
                <c:pt idx="463">
                  <c:v>-1.9723865877712102E-3</c:v>
                </c:pt>
                <c:pt idx="464">
                  <c:v>-1.72413793103443E-3</c:v>
                </c:pt>
                <c:pt idx="465">
                  <c:v>-1.33868808567605E-3</c:v>
                </c:pt>
                <c:pt idx="466">
                  <c:v>-1.2195121951219499E-3</c:v>
                </c:pt>
                <c:pt idx="467">
                  <c:v>-1.0405827263267799E-3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5.0075112669012401E-4</c:v>
                </c:pt>
                <c:pt idx="492">
                  <c:v>5.0075112669012401E-4</c:v>
                </c:pt>
                <c:pt idx="493">
                  <c:v>1.03199174406598E-3</c:v>
                </c:pt>
                <c:pt idx="494">
                  <c:v>1.1668611435238199E-3</c:v>
                </c:pt>
                <c:pt idx="495">
                  <c:v>1.19904076738608E-3</c:v>
                </c:pt>
                <c:pt idx="496">
                  <c:v>1.2515644555695E-3</c:v>
                </c:pt>
                <c:pt idx="497">
                  <c:v>1.3262599469496799E-3</c:v>
                </c:pt>
                <c:pt idx="498">
                  <c:v>1.3422818791946E-3</c:v>
                </c:pt>
                <c:pt idx="499">
                  <c:v>1.3908205841446301E-3</c:v>
                </c:pt>
                <c:pt idx="500">
                  <c:v>1.7301038062282801E-3</c:v>
                </c:pt>
                <c:pt idx="501">
                  <c:v>2.0161290322579998E-3</c:v>
                </c:pt>
                <c:pt idx="502">
                  <c:v>2.1097046413502902E-3</c:v>
                </c:pt>
                <c:pt idx="503">
                  <c:v>2.1321961620468502E-3</c:v>
                </c:pt>
                <c:pt idx="504">
                  <c:v>2.1929824561404102E-3</c:v>
                </c:pt>
                <c:pt idx="505">
                  <c:v>2.4330900243310001E-3</c:v>
                </c:pt>
                <c:pt idx="506">
                  <c:v>3.0030030030030398E-3</c:v>
                </c:pt>
                <c:pt idx="507">
                  <c:v>3.0612244897958401E-3</c:v>
                </c:pt>
                <c:pt idx="508">
                  <c:v>3.14465408805042E-3</c:v>
                </c:pt>
                <c:pt idx="509">
                  <c:v>3.2608695652174202E-3</c:v>
                </c:pt>
                <c:pt idx="510">
                  <c:v>3.2930845225027602E-3</c:v>
                </c:pt>
                <c:pt idx="511">
                  <c:v>3.46620450606582E-3</c:v>
                </c:pt>
                <c:pt idx="512">
                  <c:v>3.5971223021582501E-3</c:v>
                </c:pt>
                <c:pt idx="513">
                  <c:v>3.6026762738034998E-3</c:v>
                </c:pt>
                <c:pt idx="514">
                  <c:v>3.6540803897686601E-3</c:v>
                </c:pt>
                <c:pt idx="515">
                  <c:v>4.06504065040658E-3</c:v>
                </c:pt>
                <c:pt idx="516">
                  <c:v>4.08163265306127E-3</c:v>
                </c:pt>
                <c:pt idx="517">
                  <c:v>4.1841004184099903E-3</c:v>
                </c:pt>
                <c:pt idx="518">
                  <c:v>4.20168067226889E-3</c:v>
                </c:pt>
                <c:pt idx="519">
                  <c:v>4.2735042735042496E-3</c:v>
                </c:pt>
                <c:pt idx="520">
                  <c:v>4.3010752688172798E-3</c:v>
                </c:pt>
                <c:pt idx="521">
                  <c:v>4.4642857142857999E-3</c:v>
                </c:pt>
                <c:pt idx="522">
                  <c:v>4.4642857142857999E-3</c:v>
                </c:pt>
                <c:pt idx="523">
                  <c:v>4.5558086560364402E-3</c:v>
                </c:pt>
                <c:pt idx="524">
                  <c:v>4.8543689320388302E-3</c:v>
                </c:pt>
                <c:pt idx="525">
                  <c:v>5.1124744376278503E-3</c:v>
                </c:pt>
                <c:pt idx="526">
                  <c:v>5.1993067590987404E-3</c:v>
                </c:pt>
                <c:pt idx="527">
                  <c:v>5.2083333333332498E-3</c:v>
                </c:pt>
                <c:pt idx="528">
                  <c:v>5.3003533568904901E-3</c:v>
                </c:pt>
                <c:pt idx="529">
                  <c:v>5.6285178236397098E-3</c:v>
                </c:pt>
                <c:pt idx="530">
                  <c:v>5.7351407716370499E-3</c:v>
                </c:pt>
                <c:pt idx="531">
                  <c:v>5.9241706161137202E-3</c:v>
                </c:pt>
                <c:pt idx="532">
                  <c:v>5.9642147117295796E-3</c:v>
                </c:pt>
                <c:pt idx="533">
                  <c:v>5.9642147117295796E-3</c:v>
                </c:pt>
                <c:pt idx="534">
                  <c:v>6.0362173038228601E-3</c:v>
                </c:pt>
                <c:pt idx="535">
                  <c:v>6.1349693251533301E-3</c:v>
                </c:pt>
                <c:pt idx="536">
                  <c:v>6.1425061425062202E-3</c:v>
                </c:pt>
                <c:pt idx="537">
                  <c:v>6.1425061425062202E-3</c:v>
                </c:pt>
                <c:pt idx="538">
                  <c:v>6.2015503875969503E-3</c:v>
                </c:pt>
                <c:pt idx="539">
                  <c:v>6.2893081761006197E-3</c:v>
                </c:pt>
                <c:pt idx="540">
                  <c:v>6.3157894736842702E-3</c:v>
                </c:pt>
                <c:pt idx="541">
                  <c:v>6.77200902934527E-3</c:v>
                </c:pt>
                <c:pt idx="542">
                  <c:v>6.95652173913052E-3</c:v>
                </c:pt>
                <c:pt idx="543">
                  <c:v>7.1513706793802003E-3</c:v>
                </c:pt>
                <c:pt idx="544">
                  <c:v>7.1942446043165003E-3</c:v>
                </c:pt>
                <c:pt idx="545">
                  <c:v>7.2992700729928002E-3</c:v>
                </c:pt>
                <c:pt idx="546">
                  <c:v>7.3349633251833498E-3</c:v>
                </c:pt>
                <c:pt idx="547">
                  <c:v>7.5757575757575604E-3</c:v>
                </c:pt>
                <c:pt idx="548">
                  <c:v>7.6569678407349901E-3</c:v>
                </c:pt>
                <c:pt idx="549">
                  <c:v>7.6775431861804098E-3</c:v>
                </c:pt>
                <c:pt idx="550">
                  <c:v>7.7639751552796002E-3</c:v>
                </c:pt>
                <c:pt idx="551">
                  <c:v>7.8125E-3</c:v>
                </c:pt>
                <c:pt idx="552">
                  <c:v>8.0971659919029104E-3</c:v>
                </c:pt>
                <c:pt idx="553">
                  <c:v>8.2706766917293104E-3</c:v>
                </c:pt>
                <c:pt idx="554">
                  <c:v>8.2987551867219605E-3</c:v>
                </c:pt>
                <c:pt idx="555">
                  <c:v>8.4033613445377801E-3</c:v>
                </c:pt>
                <c:pt idx="556">
                  <c:v>8.4388185654007408E-3</c:v>
                </c:pt>
                <c:pt idx="557">
                  <c:v>8.5679314565483208E-3</c:v>
                </c:pt>
                <c:pt idx="558">
                  <c:v>8.79120879120876E-3</c:v>
                </c:pt>
                <c:pt idx="559">
                  <c:v>9.55794504181595E-3</c:v>
                </c:pt>
                <c:pt idx="560">
                  <c:v>9.55794504181595E-3</c:v>
                </c:pt>
                <c:pt idx="561">
                  <c:v>9.5744680851064193E-3</c:v>
                </c:pt>
                <c:pt idx="562">
                  <c:v>9.5808383233533193E-3</c:v>
                </c:pt>
                <c:pt idx="563">
                  <c:v>9.5923261390886694E-3</c:v>
                </c:pt>
                <c:pt idx="564">
                  <c:v>9.6153846153845795E-3</c:v>
                </c:pt>
                <c:pt idx="565">
                  <c:v>9.6153846153845795E-3</c:v>
                </c:pt>
                <c:pt idx="566">
                  <c:v>9.63597430406859E-3</c:v>
                </c:pt>
                <c:pt idx="567">
                  <c:v>1.0398613518197399E-2</c:v>
                </c:pt>
                <c:pt idx="568">
                  <c:v>1.0398613518197399E-2</c:v>
                </c:pt>
                <c:pt idx="569">
                  <c:v>1.0443864229764999E-2</c:v>
                </c:pt>
                <c:pt idx="570">
                  <c:v>1.0471204188481501E-2</c:v>
                </c:pt>
                <c:pt idx="571">
                  <c:v>1.0638297872340399E-2</c:v>
                </c:pt>
                <c:pt idx="572">
                  <c:v>1.08108108108107E-2</c:v>
                </c:pt>
                <c:pt idx="573">
                  <c:v>1.08932461873638E-2</c:v>
                </c:pt>
                <c:pt idx="574">
                  <c:v>1.10619469026549E-2</c:v>
                </c:pt>
                <c:pt idx="575">
                  <c:v>1.10619469026549E-2</c:v>
                </c:pt>
                <c:pt idx="576">
                  <c:v>1.10619469026549E-2</c:v>
                </c:pt>
                <c:pt idx="577">
                  <c:v>1.10619469026549E-2</c:v>
                </c:pt>
                <c:pt idx="578">
                  <c:v>1.13378684807257E-2</c:v>
                </c:pt>
                <c:pt idx="579">
                  <c:v>1.1560693641618601E-2</c:v>
                </c:pt>
                <c:pt idx="580">
                  <c:v>1.1560693641618601E-2</c:v>
                </c:pt>
                <c:pt idx="581">
                  <c:v>1.1560693641618601E-2</c:v>
                </c:pt>
                <c:pt idx="582">
                  <c:v>1.16731517509727E-2</c:v>
                </c:pt>
                <c:pt idx="583">
                  <c:v>1.16822429906542E-2</c:v>
                </c:pt>
                <c:pt idx="584">
                  <c:v>1.18343195266272E-2</c:v>
                </c:pt>
                <c:pt idx="585">
                  <c:v>1.1884550084889599E-2</c:v>
                </c:pt>
                <c:pt idx="586">
                  <c:v>1.19904076738608E-2</c:v>
                </c:pt>
                <c:pt idx="587">
                  <c:v>1.2E-2</c:v>
                </c:pt>
                <c:pt idx="588">
                  <c:v>1.2E-2</c:v>
                </c:pt>
                <c:pt idx="589">
                  <c:v>1.22116689280868E-2</c:v>
                </c:pt>
                <c:pt idx="590">
                  <c:v>1.22199592668024E-2</c:v>
                </c:pt>
                <c:pt idx="591">
                  <c:v>1.2285012285012199E-2</c:v>
                </c:pt>
                <c:pt idx="592">
                  <c:v>1.2307692307692301E-2</c:v>
                </c:pt>
                <c:pt idx="593">
                  <c:v>1.24999999999999E-2</c:v>
                </c:pt>
                <c:pt idx="594">
                  <c:v>1.25925925925924E-2</c:v>
                </c:pt>
                <c:pt idx="595">
                  <c:v>1.26582278481013E-2</c:v>
                </c:pt>
                <c:pt idx="596">
                  <c:v>1.26582278481013E-2</c:v>
                </c:pt>
                <c:pt idx="597">
                  <c:v>1.26582278481013E-2</c:v>
                </c:pt>
                <c:pt idx="598">
                  <c:v>1.2727272727272599E-2</c:v>
                </c:pt>
                <c:pt idx="599">
                  <c:v>1.3089005235602E-2</c:v>
                </c:pt>
                <c:pt idx="600">
                  <c:v>1.3317191283292999E-2</c:v>
                </c:pt>
                <c:pt idx="601">
                  <c:v>1.3377926421404601E-2</c:v>
                </c:pt>
                <c:pt idx="602">
                  <c:v>1.35135135135135E-2</c:v>
                </c:pt>
                <c:pt idx="603">
                  <c:v>1.35635018495683E-2</c:v>
                </c:pt>
                <c:pt idx="604">
                  <c:v>1.39679255043974E-2</c:v>
                </c:pt>
                <c:pt idx="605">
                  <c:v>1.40105078809107E-2</c:v>
                </c:pt>
                <c:pt idx="606">
                  <c:v>1.4051522248243501E-2</c:v>
                </c:pt>
                <c:pt idx="607">
                  <c:v>1.40625E-2</c:v>
                </c:pt>
                <c:pt idx="608">
                  <c:v>1.41342756183746E-2</c:v>
                </c:pt>
                <c:pt idx="609">
                  <c:v>1.4198782961460399E-2</c:v>
                </c:pt>
                <c:pt idx="610">
                  <c:v>1.42602495543671E-2</c:v>
                </c:pt>
                <c:pt idx="611">
                  <c:v>1.42857142857142E-2</c:v>
                </c:pt>
                <c:pt idx="612">
                  <c:v>1.4657980456025999E-2</c:v>
                </c:pt>
                <c:pt idx="613">
                  <c:v>1.46699266503667E-2</c:v>
                </c:pt>
                <c:pt idx="614">
                  <c:v>1.4778325123152801E-2</c:v>
                </c:pt>
                <c:pt idx="615">
                  <c:v>1.4799154334038001E-2</c:v>
                </c:pt>
                <c:pt idx="616">
                  <c:v>1.48619957537154E-2</c:v>
                </c:pt>
                <c:pt idx="617">
                  <c:v>1.51162790697674E-2</c:v>
                </c:pt>
                <c:pt idx="618">
                  <c:v>1.5200868621064E-2</c:v>
                </c:pt>
                <c:pt idx="619">
                  <c:v>1.5202702702702599E-2</c:v>
                </c:pt>
                <c:pt idx="620">
                  <c:v>1.52631578947368E-2</c:v>
                </c:pt>
                <c:pt idx="621">
                  <c:v>1.53846153846153E-2</c:v>
                </c:pt>
                <c:pt idx="622">
                  <c:v>1.55555555555555E-2</c:v>
                </c:pt>
                <c:pt idx="623">
                  <c:v>1.5776699029126099E-2</c:v>
                </c:pt>
                <c:pt idx="624">
                  <c:v>1.6129032258064498E-2</c:v>
                </c:pt>
                <c:pt idx="625">
                  <c:v>1.6736401673640201E-2</c:v>
                </c:pt>
                <c:pt idx="626">
                  <c:v>1.6949152542372801E-2</c:v>
                </c:pt>
                <c:pt idx="627">
                  <c:v>1.7001545595053999E-2</c:v>
                </c:pt>
                <c:pt idx="628">
                  <c:v>1.7010935601457999E-2</c:v>
                </c:pt>
                <c:pt idx="629">
                  <c:v>1.7010935601457999E-2</c:v>
                </c:pt>
                <c:pt idx="630">
                  <c:v>1.7021276595744698E-2</c:v>
                </c:pt>
                <c:pt idx="631">
                  <c:v>1.7241379310344699E-2</c:v>
                </c:pt>
                <c:pt idx="632">
                  <c:v>1.7766497461928901E-2</c:v>
                </c:pt>
                <c:pt idx="633">
                  <c:v>1.78117048346055E-2</c:v>
                </c:pt>
                <c:pt idx="634">
                  <c:v>1.7948717948717802E-2</c:v>
                </c:pt>
                <c:pt idx="635">
                  <c:v>1.79738562091502E-2</c:v>
                </c:pt>
                <c:pt idx="636">
                  <c:v>1.87919463087249E-2</c:v>
                </c:pt>
                <c:pt idx="637">
                  <c:v>1.8803418803418698E-2</c:v>
                </c:pt>
                <c:pt idx="638">
                  <c:v>1.8838304552590099E-2</c:v>
                </c:pt>
                <c:pt idx="639">
                  <c:v>1.91897654584221E-2</c:v>
                </c:pt>
                <c:pt idx="640">
                  <c:v>1.92023633677991E-2</c:v>
                </c:pt>
                <c:pt idx="641">
                  <c:v>1.94174757281553E-2</c:v>
                </c:pt>
                <c:pt idx="642">
                  <c:v>1.94174757281553E-2</c:v>
                </c:pt>
                <c:pt idx="643">
                  <c:v>1.95227765726682E-2</c:v>
                </c:pt>
                <c:pt idx="644">
                  <c:v>1.9543973941368E-2</c:v>
                </c:pt>
                <c:pt idx="645">
                  <c:v>1.99789695057834E-2</c:v>
                </c:pt>
                <c:pt idx="646">
                  <c:v>2.04081632653061E-2</c:v>
                </c:pt>
                <c:pt idx="647">
                  <c:v>2.04081632653061E-2</c:v>
                </c:pt>
                <c:pt idx="648">
                  <c:v>2.0481927710843398E-2</c:v>
                </c:pt>
                <c:pt idx="649">
                  <c:v>2.05198358413132E-2</c:v>
                </c:pt>
                <c:pt idx="650">
                  <c:v>2.0547945205479499E-2</c:v>
                </c:pt>
                <c:pt idx="651">
                  <c:v>2.0661157024793399E-2</c:v>
                </c:pt>
                <c:pt idx="652">
                  <c:v>2.07100591715976E-2</c:v>
                </c:pt>
                <c:pt idx="653">
                  <c:v>2.1052631578947399E-2</c:v>
                </c:pt>
                <c:pt idx="654">
                  <c:v>2.1175224986765301E-2</c:v>
                </c:pt>
                <c:pt idx="655">
                  <c:v>2.1276595744680701E-2</c:v>
                </c:pt>
                <c:pt idx="656">
                  <c:v>2.1296296296296299E-2</c:v>
                </c:pt>
                <c:pt idx="657">
                  <c:v>2.1311475409835998E-2</c:v>
                </c:pt>
                <c:pt idx="658">
                  <c:v>2.1367521367521201E-2</c:v>
                </c:pt>
                <c:pt idx="659">
                  <c:v>2.1367521367521201E-2</c:v>
                </c:pt>
                <c:pt idx="660">
                  <c:v>2.14007782101166E-2</c:v>
                </c:pt>
                <c:pt idx="661">
                  <c:v>2.1528525296017099E-2</c:v>
                </c:pt>
                <c:pt idx="662">
                  <c:v>2.1739130434782698E-2</c:v>
                </c:pt>
                <c:pt idx="663">
                  <c:v>2.1739130434782698E-2</c:v>
                </c:pt>
                <c:pt idx="664">
                  <c:v>2.1874999999999999E-2</c:v>
                </c:pt>
                <c:pt idx="665">
                  <c:v>2.1909233176838901E-2</c:v>
                </c:pt>
                <c:pt idx="666">
                  <c:v>2.19780219780219E-2</c:v>
                </c:pt>
                <c:pt idx="667">
                  <c:v>2.2298456260720401E-2</c:v>
                </c:pt>
                <c:pt idx="668">
                  <c:v>2.2633744855966999E-2</c:v>
                </c:pt>
                <c:pt idx="669">
                  <c:v>2.27272727272727E-2</c:v>
                </c:pt>
                <c:pt idx="670">
                  <c:v>2.27765726681128E-2</c:v>
                </c:pt>
                <c:pt idx="671">
                  <c:v>2.3201856148491899E-2</c:v>
                </c:pt>
                <c:pt idx="672">
                  <c:v>2.3391812865496998E-2</c:v>
                </c:pt>
                <c:pt idx="673">
                  <c:v>2.3510971786833802E-2</c:v>
                </c:pt>
                <c:pt idx="674">
                  <c:v>2.3510971786833802E-2</c:v>
                </c:pt>
                <c:pt idx="675">
                  <c:v>2.4054982817869299E-2</c:v>
                </c:pt>
                <c:pt idx="676">
                  <c:v>2.4054982817869299E-2</c:v>
                </c:pt>
                <c:pt idx="677">
                  <c:v>2.4327784891165102E-2</c:v>
                </c:pt>
                <c:pt idx="678">
                  <c:v>2.4630541871921201E-2</c:v>
                </c:pt>
                <c:pt idx="679">
                  <c:v>2.4691358024691398E-2</c:v>
                </c:pt>
                <c:pt idx="680">
                  <c:v>2.47349823321554E-2</c:v>
                </c:pt>
                <c:pt idx="681">
                  <c:v>2.4834437086092599E-2</c:v>
                </c:pt>
                <c:pt idx="682">
                  <c:v>2.5051124744376301E-2</c:v>
                </c:pt>
                <c:pt idx="683">
                  <c:v>2.5225225225225099E-2</c:v>
                </c:pt>
                <c:pt idx="684">
                  <c:v>2.5380710659898401E-2</c:v>
                </c:pt>
                <c:pt idx="685">
                  <c:v>2.5380710659898401E-2</c:v>
                </c:pt>
                <c:pt idx="686">
                  <c:v>2.5423728813559199E-2</c:v>
                </c:pt>
                <c:pt idx="687">
                  <c:v>2.5641025641025501E-2</c:v>
                </c:pt>
                <c:pt idx="688">
                  <c:v>2.5920873124147301E-2</c:v>
                </c:pt>
                <c:pt idx="689">
                  <c:v>2.5943396226414998E-2</c:v>
                </c:pt>
                <c:pt idx="690">
                  <c:v>2.5943396226414998E-2</c:v>
                </c:pt>
                <c:pt idx="691">
                  <c:v>2.60663507109004E-2</c:v>
                </c:pt>
                <c:pt idx="692">
                  <c:v>2.6119402985074602E-2</c:v>
                </c:pt>
                <c:pt idx="693">
                  <c:v>2.62008733624454E-2</c:v>
                </c:pt>
                <c:pt idx="694">
                  <c:v>2.6397515527950301E-2</c:v>
                </c:pt>
                <c:pt idx="695">
                  <c:v>2.6521060842433698E-2</c:v>
                </c:pt>
                <c:pt idx="696">
                  <c:v>2.6859504132231399E-2</c:v>
                </c:pt>
                <c:pt idx="697">
                  <c:v>2.6890756302520899E-2</c:v>
                </c:pt>
                <c:pt idx="698">
                  <c:v>2.6957637997432501E-2</c:v>
                </c:pt>
                <c:pt idx="699">
                  <c:v>2.6993865030674899E-2</c:v>
                </c:pt>
                <c:pt idx="700">
                  <c:v>2.70270270270269E-2</c:v>
                </c:pt>
                <c:pt idx="701">
                  <c:v>2.70270270270269E-2</c:v>
                </c:pt>
                <c:pt idx="702">
                  <c:v>2.71002710027099E-2</c:v>
                </c:pt>
                <c:pt idx="703">
                  <c:v>2.7118644067796599E-2</c:v>
                </c:pt>
                <c:pt idx="704">
                  <c:v>2.7173913043478201E-2</c:v>
                </c:pt>
                <c:pt idx="705">
                  <c:v>2.7237354085602999E-2</c:v>
                </c:pt>
                <c:pt idx="706">
                  <c:v>2.7243589743589602E-2</c:v>
                </c:pt>
                <c:pt idx="707">
                  <c:v>2.73809523809522E-2</c:v>
                </c:pt>
                <c:pt idx="708">
                  <c:v>2.7397260273972698E-2</c:v>
                </c:pt>
                <c:pt idx="709">
                  <c:v>2.7450980392156699E-2</c:v>
                </c:pt>
                <c:pt idx="710">
                  <c:v>2.7459954233409498E-2</c:v>
                </c:pt>
                <c:pt idx="711">
                  <c:v>2.7491408934707799E-2</c:v>
                </c:pt>
                <c:pt idx="712">
                  <c:v>2.75080906148867E-2</c:v>
                </c:pt>
                <c:pt idx="713">
                  <c:v>2.7586206896551699E-2</c:v>
                </c:pt>
                <c:pt idx="714">
                  <c:v>2.7586206896551699E-2</c:v>
                </c:pt>
                <c:pt idx="715">
                  <c:v>2.7586206896551699E-2</c:v>
                </c:pt>
                <c:pt idx="716">
                  <c:v>2.7777777777777599E-2</c:v>
                </c:pt>
                <c:pt idx="717">
                  <c:v>2.7956989247311902E-2</c:v>
                </c:pt>
                <c:pt idx="718">
                  <c:v>2.83159463487332E-2</c:v>
                </c:pt>
                <c:pt idx="719">
                  <c:v>2.8500619578686499E-2</c:v>
                </c:pt>
                <c:pt idx="720">
                  <c:v>2.8862478777589001E-2</c:v>
                </c:pt>
                <c:pt idx="721">
                  <c:v>2.8892455858748001E-2</c:v>
                </c:pt>
                <c:pt idx="722">
                  <c:v>2.9062087186261399E-2</c:v>
                </c:pt>
                <c:pt idx="723">
                  <c:v>2.9166666666666501E-2</c:v>
                </c:pt>
                <c:pt idx="724">
                  <c:v>2.9166666666666501E-2</c:v>
                </c:pt>
                <c:pt idx="725">
                  <c:v>2.9171528588098E-2</c:v>
                </c:pt>
                <c:pt idx="726">
                  <c:v>2.9284164859001999E-2</c:v>
                </c:pt>
                <c:pt idx="727">
                  <c:v>2.93040293040292E-2</c:v>
                </c:pt>
                <c:pt idx="728">
                  <c:v>2.9520295202952001E-2</c:v>
                </c:pt>
                <c:pt idx="729">
                  <c:v>2.9598308668076001E-2</c:v>
                </c:pt>
                <c:pt idx="730">
                  <c:v>2.9661016949152401E-2</c:v>
                </c:pt>
                <c:pt idx="731">
                  <c:v>2.9787234042553099E-2</c:v>
                </c:pt>
                <c:pt idx="732">
                  <c:v>2.99043062200956E-2</c:v>
                </c:pt>
                <c:pt idx="733">
                  <c:v>2.99500831946755E-2</c:v>
                </c:pt>
                <c:pt idx="734">
                  <c:v>2.9962546816479401E-2</c:v>
                </c:pt>
                <c:pt idx="735">
                  <c:v>0.03</c:v>
                </c:pt>
                <c:pt idx="736">
                  <c:v>3.0066815144766001E-2</c:v>
                </c:pt>
                <c:pt idx="737">
                  <c:v>3.0172413793103401E-2</c:v>
                </c:pt>
                <c:pt idx="738">
                  <c:v>3.0172413793103401E-2</c:v>
                </c:pt>
                <c:pt idx="739">
                  <c:v>3.0197444831591098E-2</c:v>
                </c:pt>
                <c:pt idx="740">
                  <c:v>3.0223390275952701E-2</c:v>
                </c:pt>
                <c:pt idx="741">
                  <c:v>3.0339805825242601E-2</c:v>
                </c:pt>
                <c:pt idx="742">
                  <c:v>3.03867403314916E-2</c:v>
                </c:pt>
                <c:pt idx="743">
                  <c:v>3.0428055698813902E-2</c:v>
                </c:pt>
                <c:pt idx="744">
                  <c:v>3.0844155844155799E-2</c:v>
                </c:pt>
                <c:pt idx="745">
                  <c:v>3.1007751937984499E-2</c:v>
                </c:pt>
                <c:pt idx="746">
                  <c:v>3.1007751937984499E-2</c:v>
                </c:pt>
                <c:pt idx="747">
                  <c:v>3.1034482758620599E-2</c:v>
                </c:pt>
                <c:pt idx="748">
                  <c:v>3.1055900621117901E-2</c:v>
                </c:pt>
                <c:pt idx="749">
                  <c:v>3.1434184675835003E-2</c:v>
                </c:pt>
                <c:pt idx="750">
                  <c:v>3.1481481481481402E-2</c:v>
                </c:pt>
                <c:pt idx="751">
                  <c:v>3.15917375455649E-2</c:v>
                </c:pt>
                <c:pt idx="752">
                  <c:v>3.18471337579617E-2</c:v>
                </c:pt>
                <c:pt idx="753">
                  <c:v>3.2102728731942198E-2</c:v>
                </c:pt>
                <c:pt idx="754">
                  <c:v>3.2338308457711303E-2</c:v>
                </c:pt>
                <c:pt idx="755">
                  <c:v>3.2338308457711303E-2</c:v>
                </c:pt>
                <c:pt idx="756">
                  <c:v>3.2338308457711303E-2</c:v>
                </c:pt>
                <c:pt idx="757">
                  <c:v>3.2567049808429102E-2</c:v>
                </c:pt>
                <c:pt idx="758">
                  <c:v>3.25814536340851E-2</c:v>
                </c:pt>
                <c:pt idx="759">
                  <c:v>3.2876712328767203E-2</c:v>
                </c:pt>
                <c:pt idx="760">
                  <c:v>3.2938076416337302E-2</c:v>
                </c:pt>
                <c:pt idx="761">
                  <c:v>3.3395176252318998E-2</c:v>
                </c:pt>
                <c:pt idx="762">
                  <c:v>3.3412887828162298E-2</c:v>
                </c:pt>
                <c:pt idx="763">
                  <c:v>3.34394904458599E-2</c:v>
                </c:pt>
                <c:pt idx="764">
                  <c:v>3.34394904458599E-2</c:v>
                </c:pt>
                <c:pt idx="765">
                  <c:v>3.34394904458599E-2</c:v>
                </c:pt>
                <c:pt idx="766">
                  <c:v>3.34394904458599E-2</c:v>
                </c:pt>
                <c:pt idx="767">
                  <c:v>3.3613445378151301E-2</c:v>
                </c:pt>
                <c:pt idx="768">
                  <c:v>3.3623910336239002E-2</c:v>
                </c:pt>
                <c:pt idx="769">
                  <c:v>3.3653846153846201E-2</c:v>
                </c:pt>
                <c:pt idx="770">
                  <c:v>3.3762057877813501E-2</c:v>
                </c:pt>
                <c:pt idx="771">
                  <c:v>3.3769063180827799E-2</c:v>
                </c:pt>
                <c:pt idx="772">
                  <c:v>3.38573155985488E-2</c:v>
                </c:pt>
                <c:pt idx="773">
                  <c:v>3.3967391304347803E-2</c:v>
                </c:pt>
                <c:pt idx="774">
                  <c:v>3.4136546184738902E-2</c:v>
                </c:pt>
                <c:pt idx="775">
                  <c:v>3.4482758620689703E-2</c:v>
                </c:pt>
                <c:pt idx="776">
                  <c:v>3.4482758620689703E-2</c:v>
                </c:pt>
                <c:pt idx="777">
                  <c:v>3.46320346320345E-2</c:v>
                </c:pt>
                <c:pt idx="778">
                  <c:v>3.4912718204488803E-2</c:v>
                </c:pt>
                <c:pt idx="779">
                  <c:v>3.5019455252918302E-2</c:v>
                </c:pt>
                <c:pt idx="780">
                  <c:v>3.5019455252918302E-2</c:v>
                </c:pt>
                <c:pt idx="781">
                  <c:v>3.51020408163265E-2</c:v>
                </c:pt>
                <c:pt idx="782">
                  <c:v>3.515625E-2</c:v>
                </c:pt>
                <c:pt idx="783">
                  <c:v>3.5365853658536603E-2</c:v>
                </c:pt>
                <c:pt idx="784">
                  <c:v>3.5476718403547602E-2</c:v>
                </c:pt>
                <c:pt idx="785">
                  <c:v>3.5541195476575103E-2</c:v>
                </c:pt>
                <c:pt idx="786">
                  <c:v>3.5626535626535699E-2</c:v>
                </c:pt>
                <c:pt idx="787">
                  <c:v>3.5714285714285803E-2</c:v>
                </c:pt>
                <c:pt idx="788">
                  <c:v>3.5714285714285803E-2</c:v>
                </c:pt>
                <c:pt idx="789">
                  <c:v>3.5714285714285803E-2</c:v>
                </c:pt>
                <c:pt idx="790">
                  <c:v>3.5763411279229697E-2</c:v>
                </c:pt>
                <c:pt idx="791">
                  <c:v>3.6217303822937599E-2</c:v>
                </c:pt>
                <c:pt idx="792">
                  <c:v>3.6332179930795801E-2</c:v>
                </c:pt>
                <c:pt idx="793">
                  <c:v>3.6423841059602703E-2</c:v>
                </c:pt>
                <c:pt idx="794">
                  <c:v>3.6521739130434799E-2</c:v>
                </c:pt>
                <c:pt idx="795">
                  <c:v>3.6538461538461603E-2</c:v>
                </c:pt>
                <c:pt idx="796">
                  <c:v>3.6605657237936698E-2</c:v>
                </c:pt>
                <c:pt idx="797">
                  <c:v>3.6605657237936698E-2</c:v>
                </c:pt>
                <c:pt idx="798">
                  <c:v>3.6741214057508E-2</c:v>
                </c:pt>
                <c:pt idx="799">
                  <c:v>3.6866359447004601E-2</c:v>
                </c:pt>
                <c:pt idx="800">
                  <c:v>3.6876355748373099E-2</c:v>
                </c:pt>
                <c:pt idx="801">
                  <c:v>3.73831775700934E-2</c:v>
                </c:pt>
                <c:pt idx="802">
                  <c:v>3.7433155080213797E-2</c:v>
                </c:pt>
                <c:pt idx="803">
                  <c:v>3.7499999999999999E-2</c:v>
                </c:pt>
                <c:pt idx="804">
                  <c:v>3.7567084078711899E-2</c:v>
                </c:pt>
                <c:pt idx="805">
                  <c:v>3.7647058823529297E-2</c:v>
                </c:pt>
                <c:pt idx="806">
                  <c:v>3.7656903765690398E-2</c:v>
                </c:pt>
                <c:pt idx="807">
                  <c:v>3.7807183364839202E-2</c:v>
                </c:pt>
                <c:pt idx="808">
                  <c:v>3.8083538083538003E-2</c:v>
                </c:pt>
                <c:pt idx="809">
                  <c:v>3.8186157517899597E-2</c:v>
                </c:pt>
                <c:pt idx="810">
                  <c:v>3.83693045563549E-2</c:v>
                </c:pt>
                <c:pt idx="811">
                  <c:v>3.8636363636363497E-2</c:v>
                </c:pt>
                <c:pt idx="812">
                  <c:v>3.8636363636363497E-2</c:v>
                </c:pt>
                <c:pt idx="813">
                  <c:v>3.8723181580324298E-2</c:v>
                </c:pt>
                <c:pt idx="814">
                  <c:v>3.8798498122653201E-2</c:v>
                </c:pt>
                <c:pt idx="815">
                  <c:v>3.8932146829810901E-2</c:v>
                </c:pt>
                <c:pt idx="816">
                  <c:v>3.9039039039038902E-2</c:v>
                </c:pt>
                <c:pt idx="817">
                  <c:v>3.9354187689202701E-2</c:v>
                </c:pt>
                <c:pt idx="818">
                  <c:v>3.9370078740157403E-2</c:v>
                </c:pt>
                <c:pt idx="819">
                  <c:v>3.9370078740157403E-2</c:v>
                </c:pt>
                <c:pt idx="820">
                  <c:v>3.9603960396039598E-2</c:v>
                </c:pt>
                <c:pt idx="821">
                  <c:v>3.9603960396039598E-2</c:v>
                </c:pt>
                <c:pt idx="822">
                  <c:v>3.9603960396039598E-2</c:v>
                </c:pt>
                <c:pt idx="823">
                  <c:v>3.9627039627039701E-2</c:v>
                </c:pt>
                <c:pt idx="824">
                  <c:v>3.98114195914092E-2</c:v>
                </c:pt>
                <c:pt idx="825">
                  <c:v>3.9878849066128097E-2</c:v>
                </c:pt>
                <c:pt idx="826">
                  <c:v>3.9911308203990997E-2</c:v>
                </c:pt>
                <c:pt idx="827">
                  <c:v>3.9942938659058402E-2</c:v>
                </c:pt>
                <c:pt idx="828">
                  <c:v>4.0089086859688101E-2</c:v>
                </c:pt>
                <c:pt idx="829">
                  <c:v>4.0236686390532503E-2</c:v>
                </c:pt>
                <c:pt idx="830">
                  <c:v>4.0446304044630302E-2</c:v>
                </c:pt>
                <c:pt idx="831">
                  <c:v>4.0446304044630302E-2</c:v>
                </c:pt>
                <c:pt idx="832">
                  <c:v>4.0570175438596499E-2</c:v>
                </c:pt>
                <c:pt idx="833">
                  <c:v>4.0570175438596499E-2</c:v>
                </c:pt>
                <c:pt idx="834">
                  <c:v>4.0716612377850098E-2</c:v>
                </c:pt>
                <c:pt idx="835">
                  <c:v>4.0865384615384498E-2</c:v>
                </c:pt>
                <c:pt idx="836">
                  <c:v>4.0865384615384498E-2</c:v>
                </c:pt>
                <c:pt idx="837">
                  <c:v>4.0885860306643901E-2</c:v>
                </c:pt>
                <c:pt idx="838">
                  <c:v>4.0909090909090999E-2</c:v>
                </c:pt>
                <c:pt idx="839">
                  <c:v>4.1079812206572697E-2</c:v>
                </c:pt>
                <c:pt idx="840">
                  <c:v>4.12147505422992E-2</c:v>
                </c:pt>
                <c:pt idx="841">
                  <c:v>4.1292639138240599E-2</c:v>
                </c:pt>
                <c:pt idx="842">
                  <c:v>4.1405269761606002E-2</c:v>
                </c:pt>
                <c:pt idx="843">
                  <c:v>4.1428571428571301E-2</c:v>
                </c:pt>
                <c:pt idx="844">
                  <c:v>4.1428571428571301E-2</c:v>
                </c:pt>
                <c:pt idx="845">
                  <c:v>4.1474654377880102E-2</c:v>
                </c:pt>
                <c:pt idx="846">
                  <c:v>4.1562343515272902E-2</c:v>
                </c:pt>
                <c:pt idx="847">
                  <c:v>4.1733547351524701E-2</c:v>
                </c:pt>
                <c:pt idx="848">
                  <c:v>4.1733547351524701E-2</c:v>
                </c:pt>
                <c:pt idx="849">
                  <c:v>4.1769041769041698E-2</c:v>
                </c:pt>
                <c:pt idx="850">
                  <c:v>4.2079207920792103E-2</c:v>
                </c:pt>
                <c:pt idx="851">
                  <c:v>4.2128603104212903E-2</c:v>
                </c:pt>
                <c:pt idx="852">
                  <c:v>4.2918454935622297E-2</c:v>
                </c:pt>
                <c:pt idx="853">
                  <c:v>4.31654676258992E-2</c:v>
                </c:pt>
                <c:pt idx="854">
                  <c:v>4.34083601286172E-2</c:v>
                </c:pt>
                <c:pt idx="855">
                  <c:v>4.3529411764705803E-2</c:v>
                </c:pt>
                <c:pt idx="856">
                  <c:v>4.3715846994535498E-2</c:v>
                </c:pt>
                <c:pt idx="857">
                  <c:v>4.3887147335423198E-2</c:v>
                </c:pt>
                <c:pt idx="858">
                  <c:v>4.4077134986225897E-2</c:v>
                </c:pt>
                <c:pt idx="859">
                  <c:v>4.4117647058823498E-2</c:v>
                </c:pt>
                <c:pt idx="860">
                  <c:v>4.4260027662517298E-2</c:v>
                </c:pt>
                <c:pt idx="861">
                  <c:v>4.4407894736842E-2</c:v>
                </c:pt>
                <c:pt idx="862">
                  <c:v>4.4444444444444502E-2</c:v>
                </c:pt>
                <c:pt idx="863">
                  <c:v>4.4776119402984899E-2</c:v>
                </c:pt>
                <c:pt idx="864">
                  <c:v>4.4827586206896503E-2</c:v>
                </c:pt>
                <c:pt idx="865">
                  <c:v>4.4902912621359099E-2</c:v>
                </c:pt>
                <c:pt idx="866">
                  <c:v>4.5112781954887299E-2</c:v>
                </c:pt>
                <c:pt idx="867">
                  <c:v>4.5184304399524297E-2</c:v>
                </c:pt>
                <c:pt idx="868">
                  <c:v>4.5267489711933999E-2</c:v>
                </c:pt>
                <c:pt idx="869">
                  <c:v>4.55259026687597E-2</c:v>
                </c:pt>
                <c:pt idx="870">
                  <c:v>4.5751633986928102E-2</c:v>
                </c:pt>
                <c:pt idx="871">
                  <c:v>4.5751633986928102E-2</c:v>
                </c:pt>
                <c:pt idx="872">
                  <c:v>4.5826513911620202E-2</c:v>
                </c:pt>
                <c:pt idx="873">
                  <c:v>4.5893719806763197E-2</c:v>
                </c:pt>
                <c:pt idx="874">
                  <c:v>4.5918367346938702E-2</c:v>
                </c:pt>
                <c:pt idx="875">
                  <c:v>4.5918367346938702E-2</c:v>
                </c:pt>
                <c:pt idx="876">
                  <c:v>4.5918367346938702E-2</c:v>
                </c:pt>
                <c:pt idx="877">
                  <c:v>4.5951859956236199E-2</c:v>
                </c:pt>
                <c:pt idx="878">
                  <c:v>4.63215258855584E-2</c:v>
                </c:pt>
                <c:pt idx="879">
                  <c:v>4.6413502109704699E-2</c:v>
                </c:pt>
                <c:pt idx="880">
                  <c:v>4.6428571428571402E-2</c:v>
                </c:pt>
                <c:pt idx="881">
                  <c:v>4.6753246753246699E-2</c:v>
                </c:pt>
                <c:pt idx="882">
                  <c:v>4.7040971168436897E-2</c:v>
                </c:pt>
                <c:pt idx="883">
                  <c:v>4.7058823529411799E-2</c:v>
                </c:pt>
                <c:pt idx="884">
                  <c:v>4.7381546134663298E-2</c:v>
                </c:pt>
                <c:pt idx="885">
                  <c:v>4.7486033519553002E-2</c:v>
                </c:pt>
                <c:pt idx="886">
                  <c:v>4.7619047619047603E-2</c:v>
                </c:pt>
                <c:pt idx="887">
                  <c:v>4.76562499999999E-2</c:v>
                </c:pt>
                <c:pt idx="888">
                  <c:v>4.7752808988763898E-2</c:v>
                </c:pt>
                <c:pt idx="889">
                  <c:v>4.7752808988763898E-2</c:v>
                </c:pt>
                <c:pt idx="890">
                  <c:v>4.7781569965870303E-2</c:v>
                </c:pt>
                <c:pt idx="891">
                  <c:v>4.7979797979797997E-2</c:v>
                </c:pt>
                <c:pt idx="892">
                  <c:v>4.8000000000000001E-2</c:v>
                </c:pt>
                <c:pt idx="893">
                  <c:v>4.8143053645116798E-2</c:v>
                </c:pt>
                <c:pt idx="894">
                  <c:v>4.8245614035087703E-2</c:v>
                </c:pt>
                <c:pt idx="895">
                  <c:v>4.8245614035087703E-2</c:v>
                </c:pt>
                <c:pt idx="896">
                  <c:v>4.8426150121065402E-2</c:v>
                </c:pt>
                <c:pt idx="897">
                  <c:v>4.8523206751054801E-2</c:v>
                </c:pt>
                <c:pt idx="898">
                  <c:v>4.8523206751054801E-2</c:v>
                </c:pt>
                <c:pt idx="899">
                  <c:v>4.8523206751054801E-2</c:v>
                </c:pt>
                <c:pt idx="900">
                  <c:v>4.858934169279E-2</c:v>
                </c:pt>
                <c:pt idx="901">
                  <c:v>4.8618784530386698E-2</c:v>
                </c:pt>
                <c:pt idx="902">
                  <c:v>4.8632218844984802E-2</c:v>
                </c:pt>
                <c:pt idx="903">
                  <c:v>4.8672566371681297E-2</c:v>
                </c:pt>
                <c:pt idx="904">
                  <c:v>4.87210718635811E-2</c:v>
                </c:pt>
                <c:pt idx="905">
                  <c:v>4.87514863258025E-2</c:v>
                </c:pt>
                <c:pt idx="906">
                  <c:v>4.8752834467120199E-2</c:v>
                </c:pt>
                <c:pt idx="907">
                  <c:v>4.8824593128390603E-2</c:v>
                </c:pt>
                <c:pt idx="908">
                  <c:v>4.8824593128390603E-2</c:v>
                </c:pt>
                <c:pt idx="909">
                  <c:v>4.9382716049382699E-2</c:v>
                </c:pt>
                <c:pt idx="910">
                  <c:v>4.9382716049382699E-2</c:v>
                </c:pt>
                <c:pt idx="911">
                  <c:v>4.9450549450549497E-2</c:v>
                </c:pt>
                <c:pt idx="912">
                  <c:v>4.9450549450549497E-2</c:v>
                </c:pt>
                <c:pt idx="913">
                  <c:v>4.9778761061946897E-2</c:v>
                </c:pt>
                <c:pt idx="914">
                  <c:v>4.9812533476164898E-2</c:v>
                </c:pt>
                <c:pt idx="915">
                  <c:v>4.9812533476164898E-2</c:v>
                </c:pt>
                <c:pt idx="916">
                  <c:v>4.9886621315192697E-2</c:v>
                </c:pt>
                <c:pt idx="917">
                  <c:v>4.9921177088807001E-2</c:v>
                </c:pt>
                <c:pt idx="918">
                  <c:v>0.05</c:v>
                </c:pt>
                <c:pt idx="919">
                  <c:v>0.05</c:v>
                </c:pt>
                <c:pt idx="920">
                  <c:v>5.0448430493273501E-2</c:v>
                </c:pt>
                <c:pt idx="921">
                  <c:v>5.0632911392405097E-2</c:v>
                </c:pt>
                <c:pt idx="922">
                  <c:v>5.0785973397823501E-2</c:v>
                </c:pt>
                <c:pt idx="923">
                  <c:v>5.09708737864078E-2</c:v>
                </c:pt>
                <c:pt idx="924">
                  <c:v>5.1020408163265203E-2</c:v>
                </c:pt>
                <c:pt idx="925">
                  <c:v>5.1063829787234102E-2</c:v>
                </c:pt>
                <c:pt idx="926">
                  <c:v>5.1122194513715601E-2</c:v>
                </c:pt>
                <c:pt idx="927">
                  <c:v>5.1251489868891602E-2</c:v>
                </c:pt>
                <c:pt idx="928">
                  <c:v>5.1282051282051301E-2</c:v>
                </c:pt>
                <c:pt idx="929">
                  <c:v>5.1369863013698697E-2</c:v>
                </c:pt>
                <c:pt idx="930">
                  <c:v>5.1724137931034399E-2</c:v>
                </c:pt>
                <c:pt idx="931">
                  <c:v>5.1759834368529899E-2</c:v>
                </c:pt>
                <c:pt idx="932">
                  <c:v>5.17647058823529E-2</c:v>
                </c:pt>
                <c:pt idx="933">
                  <c:v>5.1948051948051903E-2</c:v>
                </c:pt>
                <c:pt idx="934">
                  <c:v>5.1948051948051903E-2</c:v>
                </c:pt>
                <c:pt idx="935">
                  <c:v>5.2083333333333197E-2</c:v>
                </c:pt>
                <c:pt idx="936">
                  <c:v>5.2106430155210499E-2</c:v>
                </c:pt>
                <c:pt idx="937">
                  <c:v>5.2238805970149203E-2</c:v>
                </c:pt>
                <c:pt idx="938">
                  <c:v>5.2542372881355798E-2</c:v>
                </c:pt>
                <c:pt idx="939">
                  <c:v>5.2542372881355798E-2</c:v>
                </c:pt>
                <c:pt idx="940">
                  <c:v>5.26315789473683E-2</c:v>
                </c:pt>
                <c:pt idx="941">
                  <c:v>5.26315789473683E-2</c:v>
                </c:pt>
                <c:pt idx="942">
                  <c:v>5.2724077328646798E-2</c:v>
                </c:pt>
                <c:pt idx="943">
                  <c:v>5.2863436123347901E-2</c:v>
                </c:pt>
                <c:pt idx="944">
                  <c:v>5.30303030303029E-2</c:v>
                </c:pt>
                <c:pt idx="945">
                  <c:v>5.3291536050156602E-2</c:v>
                </c:pt>
                <c:pt idx="946">
                  <c:v>5.3333333333333198E-2</c:v>
                </c:pt>
                <c:pt idx="947">
                  <c:v>5.3435114503816702E-2</c:v>
                </c:pt>
                <c:pt idx="948">
                  <c:v>5.3627760252366E-2</c:v>
                </c:pt>
                <c:pt idx="949">
                  <c:v>5.3672316384180699E-2</c:v>
                </c:pt>
                <c:pt idx="950">
                  <c:v>5.38720538720538E-2</c:v>
                </c:pt>
                <c:pt idx="951">
                  <c:v>5.3932584269662902E-2</c:v>
                </c:pt>
                <c:pt idx="952">
                  <c:v>5.4151624548736503E-2</c:v>
                </c:pt>
                <c:pt idx="953">
                  <c:v>5.4237288135593198E-2</c:v>
                </c:pt>
                <c:pt idx="954">
                  <c:v>5.4444444444444497E-2</c:v>
                </c:pt>
                <c:pt idx="955">
                  <c:v>5.45645330535151E-2</c:v>
                </c:pt>
                <c:pt idx="956">
                  <c:v>5.4577464788732398E-2</c:v>
                </c:pt>
                <c:pt idx="957">
                  <c:v>5.4802259887005697E-2</c:v>
                </c:pt>
                <c:pt idx="958">
                  <c:v>5.4809843400447297E-2</c:v>
                </c:pt>
                <c:pt idx="959">
                  <c:v>5.5045871559632899E-2</c:v>
                </c:pt>
                <c:pt idx="960">
                  <c:v>5.5099648300117099E-2</c:v>
                </c:pt>
                <c:pt idx="961">
                  <c:v>5.5181695827725301E-2</c:v>
                </c:pt>
                <c:pt idx="962">
                  <c:v>5.5248618784530398E-2</c:v>
                </c:pt>
                <c:pt idx="963">
                  <c:v>5.5374592833876198E-2</c:v>
                </c:pt>
                <c:pt idx="964">
                  <c:v>5.5389221556886303E-2</c:v>
                </c:pt>
                <c:pt idx="965">
                  <c:v>5.5480378890392298E-2</c:v>
                </c:pt>
                <c:pt idx="966">
                  <c:v>5.56257901390644E-2</c:v>
                </c:pt>
                <c:pt idx="967">
                  <c:v>5.5932203389830397E-2</c:v>
                </c:pt>
                <c:pt idx="968">
                  <c:v>5.5979643765903198E-2</c:v>
                </c:pt>
                <c:pt idx="969">
                  <c:v>5.5991041433370602E-2</c:v>
                </c:pt>
                <c:pt idx="970">
                  <c:v>5.6338028169014003E-2</c:v>
                </c:pt>
                <c:pt idx="971">
                  <c:v>5.6473829201101999E-2</c:v>
                </c:pt>
                <c:pt idx="972">
                  <c:v>5.6603773584905599E-2</c:v>
                </c:pt>
                <c:pt idx="973">
                  <c:v>5.6603773584905599E-2</c:v>
                </c:pt>
                <c:pt idx="974">
                  <c:v>5.6722689075630203E-2</c:v>
                </c:pt>
                <c:pt idx="975">
                  <c:v>5.6928034371643399E-2</c:v>
                </c:pt>
                <c:pt idx="976">
                  <c:v>5.69715142428786E-2</c:v>
                </c:pt>
                <c:pt idx="977">
                  <c:v>5.7103064066852303E-2</c:v>
                </c:pt>
                <c:pt idx="978">
                  <c:v>5.7182705718270499E-2</c:v>
                </c:pt>
                <c:pt idx="979">
                  <c:v>5.7201225740551601E-2</c:v>
                </c:pt>
                <c:pt idx="980">
                  <c:v>5.7324840764331197E-2</c:v>
                </c:pt>
                <c:pt idx="981">
                  <c:v>5.7356608478803001E-2</c:v>
                </c:pt>
                <c:pt idx="982">
                  <c:v>5.7488653555219198E-2</c:v>
                </c:pt>
                <c:pt idx="983">
                  <c:v>5.7553956834532398E-2</c:v>
                </c:pt>
                <c:pt idx="984">
                  <c:v>5.7553956834532398E-2</c:v>
                </c:pt>
                <c:pt idx="985">
                  <c:v>5.7579318448883698E-2</c:v>
                </c:pt>
                <c:pt idx="986">
                  <c:v>5.7797164667393597E-2</c:v>
                </c:pt>
                <c:pt idx="987">
                  <c:v>5.8156028368794299E-2</c:v>
                </c:pt>
                <c:pt idx="988">
                  <c:v>5.8241758241758201E-2</c:v>
                </c:pt>
                <c:pt idx="989">
                  <c:v>5.8267716535433001E-2</c:v>
                </c:pt>
                <c:pt idx="990">
                  <c:v>5.82822085889571E-2</c:v>
                </c:pt>
                <c:pt idx="991">
                  <c:v>5.83333333333333E-2</c:v>
                </c:pt>
                <c:pt idx="992">
                  <c:v>5.83333333333333E-2</c:v>
                </c:pt>
                <c:pt idx="993">
                  <c:v>5.83700440528633E-2</c:v>
                </c:pt>
                <c:pt idx="994">
                  <c:v>5.8375634517766298E-2</c:v>
                </c:pt>
                <c:pt idx="995">
                  <c:v>5.83850931677019E-2</c:v>
                </c:pt>
                <c:pt idx="996">
                  <c:v>5.8419243986254303E-2</c:v>
                </c:pt>
                <c:pt idx="997">
                  <c:v>5.8823529411764698E-2</c:v>
                </c:pt>
                <c:pt idx="998">
                  <c:v>5.8823529411764698E-2</c:v>
                </c:pt>
                <c:pt idx="999">
                  <c:v>5.9154929577464703E-2</c:v>
                </c:pt>
                <c:pt idx="1000">
                  <c:v>5.93220338983051E-2</c:v>
                </c:pt>
                <c:pt idx="1001">
                  <c:v>5.9384941675503601E-2</c:v>
                </c:pt>
                <c:pt idx="1002">
                  <c:v>5.9459459459459497E-2</c:v>
                </c:pt>
                <c:pt idx="1003">
                  <c:v>5.95238095238095E-2</c:v>
                </c:pt>
                <c:pt idx="1004">
                  <c:v>5.9535822401614397E-2</c:v>
                </c:pt>
                <c:pt idx="1005">
                  <c:v>5.9581320450885697E-2</c:v>
                </c:pt>
                <c:pt idx="1006">
                  <c:v>5.9659090909090801E-2</c:v>
                </c:pt>
                <c:pt idx="1007">
                  <c:v>5.9847660500543999E-2</c:v>
                </c:pt>
                <c:pt idx="1008">
                  <c:v>5.9859154929577399E-2</c:v>
                </c:pt>
                <c:pt idx="1009">
                  <c:v>5.98669623059866E-2</c:v>
                </c:pt>
                <c:pt idx="1010">
                  <c:v>5.98669623059866E-2</c:v>
                </c:pt>
                <c:pt idx="1011">
                  <c:v>5.99078341013825E-2</c:v>
                </c:pt>
                <c:pt idx="1012">
                  <c:v>5.99078341013825E-2</c:v>
                </c:pt>
                <c:pt idx="1013">
                  <c:v>5.99315068493151E-2</c:v>
                </c:pt>
                <c:pt idx="1014">
                  <c:v>6.0046189376443397E-2</c:v>
                </c:pt>
                <c:pt idx="1015">
                  <c:v>6.0176991150442297E-2</c:v>
                </c:pt>
                <c:pt idx="1016">
                  <c:v>6.0291060291060197E-2</c:v>
                </c:pt>
                <c:pt idx="1017">
                  <c:v>6.0324825986078898E-2</c:v>
                </c:pt>
                <c:pt idx="1018">
                  <c:v>6.0472787245739297E-2</c:v>
                </c:pt>
                <c:pt idx="1019">
                  <c:v>6.0556464811783998E-2</c:v>
                </c:pt>
                <c:pt idx="1020">
                  <c:v>6.0686015831134602E-2</c:v>
                </c:pt>
                <c:pt idx="1021">
                  <c:v>6.0975609756097601E-2</c:v>
                </c:pt>
                <c:pt idx="1022">
                  <c:v>6.1076604554865403E-2</c:v>
                </c:pt>
                <c:pt idx="1023">
                  <c:v>6.1135371179039201E-2</c:v>
                </c:pt>
                <c:pt idx="1024">
                  <c:v>6.11664295874823E-2</c:v>
                </c:pt>
                <c:pt idx="1025">
                  <c:v>6.11664295874823E-2</c:v>
                </c:pt>
                <c:pt idx="1026">
                  <c:v>6.11664295874823E-2</c:v>
                </c:pt>
                <c:pt idx="1027">
                  <c:v>6.1274509803921497E-2</c:v>
                </c:pt>
                <c:pt idx="1028">
                  <c:v>6.13287904599659E-2</c:v>
                </c:pt>
                <c:pt idx="1029">
                  <c:v>6.1624649859943897E-2</c:v>
                </c:pt>
                <c:pt idx="1030">
                  <c:v>6.1643835616438297E-2</c:v>
                </c:pt>
                <c:pt idx="1031">
                  <c:v>6.1728395061728399E-2</c:v>
                </c:pt>
                <c:pt idx="1032">
                  <c:v>6.1728395061728399E-2</c:v>
                </c:pt>
                <c:pt idx="1033">
                  <c:v>6.1784897025171502E-2</c:v>
                </c:pt>
                <c:pt idx="1034">
                  <c:v>6.1872909698996698E-2</c:v>
                </c:pt>
                <c:pt idx="1035">
                  <c:v>6.2193126022913103E-2</c:v>
                </c:pt>
                <c:pt idx="1036">
                  <c:v>6.2222222222222102E-2</c:v>
                </c:pt>
                <c:pt idx="1037">
                  <c:v>6.2222222222222102E-2</c:v>
                </c:pt>
                <c:pt idx="1038">
                  <c:v>6.2222222222222102E-2</c:v>
                </c:pt>
                <c:pt idx="1039">
                  <c:v>6.2222222222222102E-2</c:v>
                </c:pt>
                <c:pt idx="1040">
                  <c:v>6.2295081967212999E-2</c:v>
                </c:pt>
                <c:pt idx="1041">
                  <c:v>6.2388591800356601E-2</c:v>
                </c:pt>
                <c:pt idx="1042">
                  <c:v>6.2388591800356601E-2</c:v>
                </c:pt>
                <c:pt idx="1043">
                  <c:v>6.2388591800356601E-2</c:v>
                </c:pt>
                <c:pt idx="1044">
                  <c:v>6.25E-2</c:v>
                </c:pt>
                <c:pt idx="1045">
                  <c:v>6.2573789846517E-2</c:v>
                </c:pt>
                <c:pt idx="1046">
                  <c:v>6.2634989200863897E-2</c:v>
                </c:pt>
                <c:pt idx="1047">
                  <c:v>6.2726801451529202E-2</c:v>
                </c:pt>
                <c:pt idx="1048">
                  <c:v>6.2761506276150597E-2</c:v>
                </c:pt>
                <c:pt idx="1049">
                  <c:v>6.2761506276150597E-2</c:v>
                </c:pt>
                <c:pt idx="1050">
                  <c:v>6.2765055131467296E-2</c:v>
                </c:pt>
                <c:pt idx="1051">
                  <c:v>6.29139072847682E-2</c:v>
                </c:pt>
                <c:pt idx="1052">
                  <c:v>6.31494804156673E-2</c:v>
                </c:pt>
                <c:pt idx="1053">
                  <c:v>6.3291139240506195E-2</c:v>
                </c:pt>
                <c:pt idx="1054">
                  <c:v>6.3424947145877403E-2</c:v>
                </c:pt>
                <c:pt idx="1055">
                  <c:v>6.34730538922154E-2</c:v>
                </c:pt>
                <c:pt idx="1056">
                  <c:v>6.3545150501672198E-2</c:v>
                </c:pt>
                <c:pt idx="1057">
                  <c:v>6.3596491228070207E-2</c:v>
                </c:pt>
                <c:pt idx="1058">
                  <c:v>6.3775510204081495E-2</c:v>
                </c:pt>
                <c:pt idx="1059">
                  <c:v>6.3829787234042507E-2</c:v>
                </c:pt>
                <c:pt idx="1060">
                  <c:v>6.3897763578274702E-2</c:v>
                </c:pt>
                <c:pt idx="1061">
                  <c:v>6.3985374771480696E-2</c:v>
                </c:pt>
                <c:pt idx="1062">
                  <c:v>6.4056939501779306E-2</c:v>
                </c:pt>
                <c:pt idx="1063">
                  <c:v>6.4088397790055193E-2</c:v>
                </c:pt>
                <c:pt idx="1064">
                  <c:v>6.4194008559201196E-2</c:v>
                </c:pt>
                <c:pt idx="1065">
                  <c:v>6.4257028112449696E-2</c:v>
                </c:pt>
                <c:pt idx="1066">
                  <c:v>6.4382139148494194E-2</c:v>
                </c:pt>
                <c:pt idx="1067">
                  <c:v>6.4478986758779597E-2</c:v>
                </c:pt>
                <c:pt idx="1068">
                  <c:v>6.4798598949211902E-2</c:v>
                </c:pt>
                <c:pt idx="1069">
                  <c:v>6.4814814814814797E-2</c:v>
                </c:pt>
                <c:pt idx="1070">
                  <c:v>6.4957264957264907E-2</c:v>
                </c:pt>
                <c:pt idx="1071">
                  <c:v>6.4976228209191605E-2</c:v>
                </c:pt>
                <c:pt idx="1072">
                  <c:v>6.4981949458483707E-2</c:v>
                </c:pt>
                <c:pt idx="1073">
                  <c:v>6.5095398428731605E-2</c:v>
                </c:pt>
                <c:pt idx="1074">
                  <c:v>6.5217391304347894E-2</c:v>
                </c:pt>
                <c:pt idx="1075">
                  <c:v>6.5217391304347894E-2</c:v>
                </c:pt>
                <c:pt idx="1076">
                  <c:v>6.5306122448979403E-2</c:v>
                </c:pt>
                <c:pt idx="1077">
                  <c:v>6.5306122448979403E-2</c:v>
                </c:pt>
                <c:pt idx="1078">
                  <c:v>6.5359477124182996E-2</c:v>
                </c:pt>
                <c:pt idx="1079">
                  <c:v>6.5359477124182996E-2</c:v>
                </c:pt>
                <c:pt idx="1080">
                  <c:v>6.5600000000000103E-2</c:v>
                </c:pt>
                <c:pt idx="1081">
                  <c:v>6.5681444991789698E-2</c:v>
                </c:pt>
                <c:pt idx="1082">
                  <c:v>6.57142857142856E-2</c:v>
                </c:pt>
                <c:pt idx="1083">
                  <c:v>6.57142857142856E-2</c:v>
                </c:pt>
                <c:pt idx="1084">
                  <c:v>6.5804935370152806E-2</c:v>
                </c:pt>
                <c:pt idx="1085">
                  <c:v>6.5836298932384393E-2</c:v>
                </c:pt>
                <c:pt idx="1086">
                  <c:v>6.5836298932384393E-2</c:v>
                </c:pt>
                <c:pt idx="1087">
                  <c:v>6.5836298932384393E-2</c:v>
                </c:pt>
                <c:pt idx="1088">
                  <c:v>6.5836298932384393E-2</c:v>
                </c:pt>
                <c:pt idx="1089">
                  <c:v>6.5836298932384393E-2</c:v>
                </c:pt>
                <c:pt idx="1090">
                  <c:v>6.5843621399176794E-2</c:v>
                </c:pt>
                <c:pt idx="1091">
                  <c:v>6.5911431513903093E-2</c:v>
                </c:pt>
                <c:pt idx="1092">
                  <c:v>6.6026410564225604E-2</c:v>
                </c:pt>
                <c:pt idx="1093">
                  <c:v>6.6059225512528505E-2</c:v>
                </c:pt>
                <c:pt idx="1094">
                  <c:v>6.6189624329159299E-2</c:v>
                </c:pt>
                <c:pt idx="1095">
                  <c:v>6.6460587326120493E-2</c:v>
                </c:pt>
                <c:pt idx="1096">
                  <c:v>6.6666666666666596E-2</c:v>
                </c:pt>
                <c:pt idx="1097">
                  <c:v>6.6666666666666596E-2</c:v>
                </c:pt>
                <c:pt idx="1098">
                  <c:v>6.6737853710624601E-2</c:v>
                </c:pt>
                <c:pt idx="1099">
                  <c:v>6.6759388038942893E-2</c:v>
                </c:pt>
                <c:pt idx="1100">
                  <c:v>6.6822977725674096E-2</c:v>
                </c:pt>
                <c:pt idx="1101">
                  <c:v>6.6901408450704206E-2</c:v>
                </c:pt>
                <c:pt idx="1102">
                  <c:v>6.6974595842956106E-2</c:v>
                </c:pt>
                <c:pt idx="1103">
                  <c:v>6.7049808429118604E-2</c:v>
                </c:pt>
                <c:pt idx="1104">
                  <c:v>6.7073170731707293E-2</c:v>
                </c:pt>
                <c:pt idx="1105">
                  <c:v>6.7164179104477695E-2</c:v>
                </c:pt>
                <c:pt idx="1106">
                  <c:v>6.7256637168141495E-2</c:v>
                </c:pt>
                <c:pt idx="1107">
                  <c:v>6.7326732673267303E-2</c:v>
                </c:pt>
                <c:pt idx="1108">
                  <c:v>6.7375886524822598E-2</c:v>
                </c:pt>
                <c:pt idx="1109">
                  <c:v>6.7460317460317401E-2</c:v>
                </c:pt>
                <c:pt idx="1110">
                  <c:v>6.75453047775946E-2</c:v>
                </c:pt>
                <c:pt idx="1111">
                  <c:v>6.7627494456762693E-2</c:v>
                </c:pt>
                <c:pt idx="1112">
                  <c:v>6.7950169875424696E-2</c:v>
                </c:pt>
                <c:pt idx="1113">
                  <c:v>6.8111455108359004E-2</c:v>
                </c:pt>
                <c:pt idx="1114">
                  <c:v>6.81399631675874E-2</c:v>
                </c:pt>
                <c:pt idx="1115">
                  <c:v>6.8281938325991096E-2</c:v>
                </c:pt>
                <c:pt idx="1116">
                  <c:v>6.8333333333333302E-2</c:v>
                </c:pt>
                <c:pt idx="1117">
                  <c:v>6.8337129840546601E-2</c:v>
                </c:pt>
                <c:pt idx="1118">
                  <c:v>6.8337129840546601E-2</c:v>
                </c:pt>
                <c:pt idx="1119">
                  <c:v>6.8475452196382403E-2</c:v>
                </c:pt>
                <c:pt idx="1120">
                  <c:v>6.8493150684931503E-2</c:v>
                </c:pt>
                <c:pt idx="1121">
                  <c:v>6.86936936936937E-2</c:v>
                </c:pt>
                <c:pt idx="1122">
                  <c:v>6.8750000000000006E-2</c:v>
                </c:pt>
                <c:pt idx="1123">
                  <c:v>6.8859198355601198E-2</c:v>
                </c:pt>
                <c:pt idx="1124">
                  <c:v>6.8965517241379198E-2</c:v>
                </c:pt>
                <c:pt idx="1125">
                  <c:v>6.9029850746268495E-2</c:v>
                </c:pt>
                <c:pt idx="1126">
                  <c:v>6.9037656903765607E-2</c:v>
                </c:pt>
                <c:pt idx="1127">
                  <c:v>6.9097888675623706E-2</c:v>
                </c:pt>
                <c:pt idx="1128">
                  <c:v>6.9182389937106903E-2</c:v>
                </c:pt>
                <c:pt idx="1129">
                  <c:v>6.9248826291079701E-2</c:v>
                </c:pt>
                <c:pt idx="1130">
                  <c:v>6.9271758436944803E-2</c:v>
                </c:pt>
                <c:pt idx="1131">
                  <c:v>6.9306930693069299E-2</c:v>
                </c:pt>
                <c:pt idx="1132">
                  <c:v>6.9351230425055796E-2</c:v>
                </c:pt>
                <c:pt idx="1133">
                  <c:v>6.9459757442116896E-2</c:v>
                </c:pt>
                <c:pt idx="1134">
                  <c:v>6.9498069498069498E-2</c:v>
                </c:pt>
                <c:pt idx="1135">
                  <c:v>6.9577080491132398E-2</c:v>
                </c:pt>
                <c:pt idx="1136">
                  <c:v>6.9593147751605994E-2</c:v>
                </c:pt>
                <c:pt idx="1137">
                  <c:v>6.9642857142857104E-2</c:v>
                </c:pt>
                <c:pt idx="1138">
                  <c:v>6.9767441860465004E-2</c:v>
                </c:pt>
                <c:pt idx="1139">
                  <c:v>6.9984447900466498E-2</c:v>
                </c:pt>
                <c:pt idx="1140">
                  <c:v>7.0166041778253904E-2</c:v>
                </c:pt>
                <c:pt idx="1141">
                  <c:v>7.0301291248206596E-2</c:v>
                </c:pt>
                <c:pt idx="1142">
                  <c:v>7.0422535211267498E-2</c:v>
                </c:pt>
                <c:pt idx="1143">
                  <c:v>7.0422535211267498E-2</c:v>
                </c:pt>
                <c:pt idx="1144">
                  <c:v>7.0422535211267498E-2</c:v>
                </c:pt>
                <c:pt idx="1145">
                  <c:v>7.0446735395188906E-2</c:v>
                </c:pt>
                <c:pt idx="1146">
                  <c:v>7.0652173913043403E-2</c:v>
                </c:pt>
                <c:pt idx="1147">
                  <c:v>7.0671378091872794E-2</c:v>
                </c:pt>
                <c:pt idx="1148">
                  <c:v>7.0796460176991205E-2</c:v>
                </c:pt>
                <c:pt idx="1149">
                  <c:v>7.0934256055363396E-2</c:v>
                </c:pt>
                <c:pt idx="1150">
                  <c:v>7.0987654320987706E-2</c:v>
                </c:pt>
                <c:pt idx="1151">
                  <c:v>7.1038251366120297E-2</c:v>
                </c:pt>
                <c:pt idx="1152">
                  <c:v>7.1071071071071107E-2</c:v>
                </c:pt>
                <c:pt idx="1153">
                  <c:v>7.1074380165289303E-2</c:v>
                </c:pt>
                <c:pt idx="1154">
                  <c:v>7.1153846153846095E-2</c:v>
                </c:pt>
                <c:pt idx="1155">
                  <c:v>7.1153846153846095E-2</c:v>
                </c:pt>
                <c:pt idx="1156">
                  <c:v>7.1246819338422293E-2</c:v>
                </c:pt>
                <c:pt idx="1157">
                  <c:v>7.1428571428571397E-2</c:v>
                </c:pt>
                <c:pt idx="1158">
                  <c:v>7.1428571428571397E-2</c:v>
                </c:pt>
                <c:pt idx="1159">
                  <c:v>7.1428571428571397E-2</c:v>
                </c:pt>
                <c:pt idx="1160">
                  <c:v>7.1428571428571397E-2</c:v>
                </c:pt>
                <c:pt idx="1161">
                  <c:v>7.1570576540755396E-2</c:v>
                </c:pt>
                <c:pt idx="1162">
                  <c:v>7.1611253196930805E-2</c:v>
                </c:pt>
                <c:pt idx="1163">
                  <c:v>7.1684587813619999E-2</c:v>
                </c:pt>
                <c:pt idx="1164">
                  <c:v>7.1830985915492807E-2</c:v>
                </c:pt>
                <c:pt idx="1165">
                  <c:v>7.1856287425149601E-2</c:v>
                </c:pt>
                <c:pt idx="1166">
                  <c:v>7.1925754060324795E-2</c:v>
                </c:pt>
                <c:pt idx="1167">
                  <c:v>7.1942446043165395E-2</c:v>
                </c:pt>
                <c:pt idx="1168">
                  <c:v>7.1942446043165395E-2</c:v>
                </c:pt>
                <c:pt idx="1169">
                  <c:v>7.2033898305084706E-2</c:v>
                </c:pt>
                <c:pt idx="1170">
                  <c:v>7.2085889570551995E-2</c:v>
                </c:pt>
                <c:pt idx="1171">
                  <c:v>7.2088724584103495E-2</c:v>
                </c:pt>
                <c:pt idx="1172">
                  <c:v>7.2202166064981796E-2</c:v>
                </c:pt>
                <c:pt idx="1173">
                  <c:v>7.2386058981233195E-2</c:v>
                </c:pt>
                <c:pt idx="1174">
                  <c:v>7.2463768115942101E-2</c:v>
                </c:pt>
                <c:pt idx="1175">
                  <c:v>7.2512647554806103E-2</c:v>
                </c:pt>
                <c:pt idx="1176">
                  <c:v>7.2522982635342098E-2</c:v>
                </c:pt>
                <c:pt idx="1177">
                  <c:v>7.2580645161290203E-2</c:v>
                </c:pt>
                <c:pt idx="1178">
                  <c:v>7.2727272727272696E-2</c:v>
                </c:pt>
                <c:pt idx="1179">
                  <c:v>7.2727272727272696E-2</c:v>
                </c:pt>
                <c:pt idx="1180">
                  <c:v>7.2799999999999906E-2</c:v>
                </c:pt>
                <c:pt idx="1181">
                  <c:v>7.2847682119205198E-2</c:v>
                </c:pt>
                <c:pt idx="1182">
                  <c:v>7.2916666666666699E-2</c:v>
                </c:pt>
                <c:pt idx="1183">
                  <c:v>7.2916666666666699E-2</c:v>
                </c:pt>
                <c:pt idx="1184">
                  <c:v>7.2966507177033499E-2</c:v>
                </c:pt>
                <c:pt idx="1185">
                  <c:v>7.2988505747126398E-2</c:v>
                </c:pt>
                <c:pt idx="1186">
                  <c:v>7.3059360730593603E-2</c:v>
                </c:pt>
                <c:pt idx="1187">
                  <c:v>7.3170731707317097E-2</c:v>
                </c:pt>
                <c:pt idx="1188">
                  <c:v>7.3226544622425602E-2</c:v>
                </c:pt>
                <c:pt idx="1189">
                  <c:v>7.3426573426573299E-2</c:v>
                </c:pt>
                <c:pt idx="1190">
                  <c:v>7.3529411764705802E-2</c:v>
                </c:pt>
                <c:pt idx="1191">
                  <c:v>7.3684210526315796E-2</c:v>
                </c:pt>
                <c:pt idx="1192">
                  <c:v>7.3693230505569696E-2</c:v>
                </c:pt>
                <c:pt idx="1193">
                  <c:v>7.3791348600508802E-2</c:v>
                </c:pt>
                <c:pt idx="1194">
                  <c:v>7.3825503355704702E-2</c:v>
                </c:pt>
                <c:pt idx="1195">
                  <c:v>7.3860660031429895E-2</c:v>
                </c:pt>
                <c:pt idx="1196">
                  <c:v>7.3873873873873702E-2</c:v>
                </c:pt>
                <c:pt idx="1197">
                  <c:v>7.4053452115812907E-2</c:v>
                </c:pt>
                <c:pt idx="1198">
                  <c:v>7.4193548387096797E-2</c:v>
                </c:pt>
                <c:pt idx="1199">
                  <c:v>7.4285714285714205E-2</c:v>
                </c:pt>
                <c:pt idx="1200">
                  <c:v>7.4427480916030506E-2</c:v>
                </c:pt>
                <c:pt idx="1201">
                  <c:v>7.4450084602368793E-2</c:v>
                </c:pt>
                <c:pt idx="1202">
                  <c:v>7.4660633484162797E-2</c:v>
                </c:pt>
                <c:pt idx="1203">
                  <c:v>7.4681238615664697E-2</c:v>
                </c:pt>
                <c:pt idx="1204">
                  <c:v>7.4688796680497799E-2</c:v>
                </c:pt>
                <c:pt idx="1205">
                  <c:v>7.4766355140186896E-2</c:v>
                </c:pt>
                <c:pt idx="1206">
                  <c:v>7.4850299401197695E-2</c:v>
                </c:pt>
                <c:pt idx="1207">
                  <c:v>7.4873096446700593E-2</c:v>
                </c:pt>
                <c:pt idx="1208">
                  <c:v>7.5151515151515094E-2</c:v>
                </c:pt>
                <c:pt idx="1209">
                  <c:v>7.5221238938053103E-2</c:v>
                </c:pt>
                <c:pt idx="1210">
                  <c:v>7.5221238938053103E-2</c:v>
                </c:pt>
                <c:pt idx="1211">
                  <c:v>7.5268817204300995E-2</c:v>
                </c:pt>
                <c:pt idx="1212">
                  <c:v>7.5318655851680294E-2</c:v>
                </c:pt>
                <c:pt idx="1213">
                  <c:v>7.5349838536060199E-2</c:v>
                </c:pt>
                <c:pt idx="1214">
                  <c:v>7.5367647058823595E-2</c:v>
                </c:pt>
                <c:pt idx="1215">
                  <c:v>7.53846153846153E-2</c:v>
                </c:pt>
                <c:pt idx="1216">
                  <c:v>7.53846153846153E-2</c:v>
                </c:pt>
                <c:pt idx="1217">
                  <c:v>7.5445816186556894E-2</c:v>
                </c:pt>
                <c:pt idx="1218">
                  <c:v>7.5539568345323702E-2</c:v>
                </c:pt>
                <c:pt idx="1219">
                  <c:v>7.5688073394495306E-2</c:v>
                </c:pt>
                <c:pt idx="1220">
                  <c:v>7.5819672131147403E-2</c:v>
                </c:pt>
                <c:pt idx="1221">
                  <c:v>7.5850529838259906E-2</c:v>
                </c:pt>
                <c:pt idx="1222">
                  <c:v>7.6066790352504701E-2</c:v>
                </c:pt>
                <c:pt idx="1223">
                  <c:v>7.6396807297605507E-2</c:v>
                </c:pt>
                <c:pt idx="1224">
                  <c:v>7.6443057722308902E-2</c:v>
                </c:pt>
                <c:pt idx="1225">
                  <c:v>7.6479076479076299E-2</c:v>
                </c:pt>
                <c:pt idx="1226">
                  <c:v>7.6479076479076299E-2</c:v>
                </c:pt>
                <c:pt idx="1227">
                  <c:v>7.6495132127955404E-2</c:v>
                </c:pt>
                <c:pt idx="1228">
                  <c:v>7.6495132127955404E-2</c:v>
                </c:pt>
                <c:pt idx="1229">
                  <c:v>7.6670317634172896E-2</c:v>
                </c:pt>
                <c:pt idx="1230">
                  <c:v>7.6809453471196498E-2</c:v>
                </c:pt>
                <c:pt idx="1231">
                  <c:v>7.6923076923076802E-2</c:v>
                </c:pt>
                <c:pt idx="1232">
                  <c:v>7.7037037037037001E-2</c:v>
                </c:pt>
                <c:pt idx="1233">
                  <c:v>7.7162092180217398E-2</c:v>
                </c:pt>
                <c:pt idx="1234">
                  <c:v>7.7448747152619499E-2</c:v>
                </c:pt>
                <c:pt idx="1235">
                  <c:v>7.7551020408163293E-2</c:v>
                </c:pt>
                <c:pt idx="1236">
                  <c:v>7.7753779697624203E-2</c:v>
                </c:pt>
                <c:pt idx="1237">
                  <c:v>7.7795786061588296E-2</c:v>
                </c:pt>
                <c:pt idx="1238">
                  <c:v>7.7844311377245498E-2</c:v>
                </c:pt>
                <c:pt idx="1239">
                  <c:v>7.7850877192982407E-2</c:v>
                </c:pt>
                <c:pt idx="1240">
                  <c:v>7.7901430842607297E-2</c:v>
                </c:pt>
                <c:pt idx="1241">
                  <c:v>7.7966101694915302E-2</c:v>
                </c:pt>
                <c:pt idx="1242">
                  <c:v>7.8014184397163094E-2</c:v>
                </c:pt>
                <c:pt idx="1243">
                  <c:v>7.8023407022106597E-2</c:v>
                </c:pt>
                <c:pt idx="1244">
                  <c:v>7.8066914498141099E-2</c:v>
                </c:pt>
                <c:pt idx="1245">
                  <c:v>7.80984719864177E-2</c:v>
                </c:pt>
                <c:pt idx="1246">
                  <c:v>7.80984719864177E-2</c:v>
                </c:pt>
                <c:pt idx="1247">
                  <c:v>7.8125E-2</c:v>
                </c:pt>
                <c:pt idx="1248">
                  <c:v>7.8125E-2</c:v>
                </c:pt>
                <c:pt idx="1249">
                  <c:v>7.8125E-2</c:v>
                </c:pt>
                <c:pt idx="1250">
                  <c:v>7.8134110787172001E-2</c:v>
                </c:pt>
                <c:pt idx="1251">
                  <c:v>7.8160919540229898E-2</c:v>
                </c:pt>
                <c:pt idx="1252">
                  <c:v>7.8224101479915403E-2</c:v>
                </c:pt>
                <c:pt idx="1253">
                  <c:v>7.8313253012048195E-2</c:v>
                </c:pt>
                <c:pt idx="1254">
                  <c:v>7.8651685393258397E-2</c:v>
                </c:pt>
                <c:pt idx="1255">
                  <c:v>7.8703703703703706E-2</c:v>
                </c:pt>
                <c:pt idx="1256">
                  <c:v>7.8780177890724196E-2</c:v>
                </c:pt>
                <c:pt idx="1257">
                  <c:v>7.9136690647481897E-2</c:v>
                </c:pt>
                <c:pt idx="1258">
                  <c:v>7.9136690647481897E-2</c:v>
                </c:pt>
                <c:pt idx="1259">
                  <c:v>7.9219288174511904E-2</c:v>
                </c:pt>
                <c:pt idx="1260">
                  <c:v>7.9229122055674395E-2</c:v>
                </c:pt>
                <c:pt idx="1261">
                  <c:v>7.9242032730404796E-2</c:v>
                </c:pt>
                <c:pt idx="1262">
                  <c:v>7.9365079365079305E-2</c:v>
                </c:pt>
                <c:pt idx="1263">
                  <c:v>7.9399141630901199E-2</c:v>
                </c:pt>
                <c:pt idx="1264">
                  <c:v>7.9404466501240695E-2</c:v>
                </c:pt>
                <c:pt idx="1265">
                  <c:v>7.9427083333333204E-2</c:v>
                </c:pt>
                <c:pt idx="1266">
                  <c:v>7.9452054794520499E-2</c:v>
                </c:pt>
                <c:pt idx="1267">
                  <c:v>7.9545454545454503E-2</c:v>
                </c:pt>
                <c:pt idx="1268">
                  <c:v>7.9591836734693902E-2</c:v>
                </c:pt>
                <c:pt idx="1269">
                  <c:v>7.9594790159189494E-2</c:v>
                </c:pt>
                <c:pt idx="1270">
                  <c:v>7.9812206572769995E-2</c:v>
                </c:pt>
                <c:pt idx="1271">
                  <c:v>7.9847908745246998E-2</c:v>
                </c:pt>
                <c:pt idx="1272">
                  <c:v>7.9861111111111105E-2</c:v>
                </c:pt>
                <c:pt idx="1273">
                  <c:v>7.9861111111111105E-2</c:v>
                </c:pt>
                <c:pt idx="1274">
                  <c:v>7.9872204472843406E-2</c:v>
                </c:pt>
                <c:pt idx="1275">
                  <c:v>8.0213903743315607E-2</c:v>
                </c:pt>
                <c:pt idx="1276">
                  <c:v>8.0229226361031497E-2</c:v>
                </c:pt>
                <c:pt idx="1277">
                  <c:v>8.0303030303030307E-2</c:v>
                </c:pt>
                <c:pt idx="1278">
                  <c:v>8.0310880829015593E-2</c:v>
                </c:pt>
                <c:pt idx="1279">
                  <c:v>8.0370942812983001E-2</c:v>
                </c:pt>
                <c:pt idx="1280">
                  <c:v>8.0584099513250296E-2</c:v>
                </c:pt>
                <c:pt idx="1281">
                  <c:v>8.0614203454894395E-2</c:v>
                </c:pt>
                <c:pt idx="1282">
                  <c:v>8.0614203454894395E-2</c:v>
                </c:pt>
                <c:pt idx="1283">
                  <c:v>8.0717488789237596E-2</c:v>
                </c:pt>
                <c:pt idx="1284">
                  <c:v>8.0722891566264998E-2</c:v>
                </c:pt>
                <c:pt idx="1285">
                  <c:v>8.0851063829787198E-2</c:v>
                </c:pt>
                <c:pt idx="1286">
                  <c:v>8.08656036446469E-2</c:v>
                </c:pt>
                <c:pt idx="1287">
                  <c:v>8.0952380952380804E-2</c:v>
                </c:pt>
                <c:pt idx="1288">
                  <c:v>8.0996884735202501E-2</c:v>
                </c:pt>
                <c:pt idx="1289">
                  <c:v>8.1005586592178797E-2</c:v>
                </c:pt>
                <c:pt idx="1290">
                  <c:v>8.1188118811881205E-2</c:v>
                </c:pt>
                <c:pt idx="1291">
                  <c:v>8.1227436823104696E-2</c:v>
                </c:pt>
                <c:pt idx="1292">
                  <c:v>8.1300813008129996E-2</c:v>
                </c:pt>
                <c:pt idx="1293">
                  <c:v>8.1300813008129996E-2</c:v>
                </c:pt>
                <c:pt idx="1294">
                  <c:v>8.1325301204819095E-2</c:v>
                </c:pt>
                <c:pt idx="1295">
                  <c:v>8.1504702194357306E-2</c:v>
                </c:pt>
                <c:pt idx="1296">
                  <c:v>8.1504702194357306E-2</c:v>
                </c:pt>
                <c:pt idx="1297">
                  <c:v>8.1504702194357306E-2</c:v>
                </c:pt>
                <c:pt idx="1298">
                  <c:v>8.1578947368420904E-2</c:v>
                </c:pt>
                <c:pt idx="1299">
                  <c:v>8.1597222222222293E-2</c:v>
                </c:pt>
                <c:pt idx="1300">
                  <c:v>8.1730769230769107E-2</c:v>
                </c:pt>
                <c:pt idx="1301">
                  <c:v>8.1805359661495103E-2</c:v>
                </c:pt>
                <c:pt idx="1302">
                  <c:v>8.1850533807829196E-2</c:v>
                </c:pt>
                <c:pt idx="1303">
                  <c:v>8.1932773109243601E-2</c:v>
                </c:pt>
                <c:pt idx="1304">
                  <c:v>8.2004555808655899E-2</c:v>
                </c:pt>
                <c:pt idx="1305">
                  <c:v>8.2026537997587495E-2</c:v>
                </c:pt>
                <c:pt idx="1306">
                  <c:v>8.2098061573546197E-2</c:v>
                </c:pt>
                <c:pt idx="1307">
                  <c:v>8.2098061573546197E-2</c:v>
                </c:pt>
                <c:pt idx="1308">
                  <c:v>8.2309582309582296E-2</c:v>
                </c:pt>
                <c:pt idx="1309">
                  <c:v>8.2474226804123599E-2</c:v>
                </c:pt>
                <c:pt idx="1310">
                  <c:v>8.2508250825082494E-2</c:v>
                </c:pt>
                <c:pt idx="1311">
                  <c:v>8.2568807339449393E-2</c:v>
                </c:pt>
                <c:pt idx="1312">
                  <c:v>8.2692307692307607E-2</c:v>
                </c:pt>
                <c:pt idx="1313">
                  <c:v>8.2738944365192593E-2</c:v>
                </c:pt>
                <c:pt idx="1314">
                  <c:v>8.3032490974729298E-2</c:v>
                </c:pt>
                <c:pt idx="1315">
                  <c:v>8.3202511773940294E-2</c:v>
                </c:pt>
                <c:pt idx="1316">
                  <c:v>8.3333333333333204E-2</c:v>
                </c:pt>
                <c:pt idx="1317">
                  <c:v>8.3333333333333204E-2</c:v>
                </c:pt>
                <c:pt idx="1318">
                  <c:v>8.3333333333333204E-2</c:v>
                </c:pt>
                <c:pt idx="1319">
                  <c:v>8.3333333333333204E-2</c:v>
                </c:pt>
                <c:pt idx="1320">
                  <c:v>8.3333333333333204E-2</c:v>
                </c:pt>
                <c:pt idx="1321">
                  <c:v>8.3682008368200805E-2</c:v>
                </c:pt>
                <c:pt idx="1322">
                  <c:v>8.3753784056508504E-2</c:v>
                </c:pt>
                <c:pt idx="1323">
                  <c:v>8.3811710677382301E-2</c:v>
                </c:pt>
                <c:pt idx="1324">
                  <c:v>8.4158415841584205E-2</c:v>
                </c:pt>
                <c:pt idx="1325">
                  <c:v>8.42105263157895E-2</c:v>
                </c:pt>
                <c:pt idx="1326">
                  <c:v>8.42105263157895E-2</c:v>
                </c:pt>
                <c:pt idx="1327">
                  <c:v>8.4291187739463605E-2</c:v>
                </c:pt>
                <c:pt idx="1328">
                  <c:v>8.4291187739463605E-2</c:v>
                </c:pt>
                <c:pt idx="1329">
                  <c:v>8.43373493975903E-2</c:v>
                </c:pt>
                <c:pt idx="1330">
                  <c:v>8.4452975047984505E-2</c:v>
                </c:pt>
                <c:pt idx="1331">
                  <c:v>8.4592145015105702E-2</c:v>
                </c:pt>
                <c:pt idx="1332">
                  <c:v>8.4632516703786201E-2</c:v>
                </c:pt>
                <c:pt idx="1333">
                  <c:v>8.4643288996372398E-2</c:v>
                </c:pt>
                <c:pt idx="1334">
                  <c:v>8.4895259095920605E-2</c:v>
                </c:pt>
                <c:pt idx="1335">
                  <c:v>8.4905660377358499E-2</c:v>
                </c:pt>
                <c:pt idx="1336">
                  <c:v>8.5271317829457294E-2</c:v>
                </c:pt>
                <c:pt idx="1337">
                  <c:v>8.5470085470085305E-2</c:v>
                </c:pt>
                <c:pt idx="1338">
                  <c:v>8.5714285714285604E-2</c:v>
                </c:pt>
                <c:pt idx="1339">
                  <c:v>8.5769980506822593E-2</c:v>
                </c:pt>
                <c:pt idx="1340">
                  <c:v>8.5788561525129897E-2</c:v>
                </c:pt>
                <c:pt idx="1341">
                  <c:v>8.5788561525129897E-2</c:v>
                </c:pt>
                <c:pt idx="1342">
                  <c:v>8.5872576177285304E-2</c:v>
                </c:pt>
                <c:pt idx="1343">
                  <c:v>8.5880640465793204E-2</c:v>
                </c:pt>
                <c:pt idx="1344">
                  <c:v>8.61618798955614E-2</c:v>
                </c:pt>
                <c:pt idx="1345">
                  <c:v>8.61618798955614E-2</c:v>
                </c:pt>
                <c:pt idx="1346">
                  <c:v>8.6321381142098197E-2</c:v>
                </c:pt>
                <c:pt idx="1347">
                  <c:v>8.6642599277978197E-2</c:v>
                </c:pt>
                <c:pt idx="1348">
                  <c:v>8.6956521739130294E-2</c:v>
                </c:pt>
                <c:pt idx="1349">
                  <c:v>8.7051142546245894E-2</c:v>
                </c:pt>
                <c:pt idx="1350">
                  <c:v>8.71021775544389E-2</c:v>
                </c:pt>
                <c:pt idx="1351">
                  <c:v>8.7104072398189902E-2</c:v>
                </c:pt>
                <c:pt idx="1352">
                  <c:v>8.73015873015872E-2</c:v>
                </c:pt>
                <c:pt idx="1353">
                  <c:v>8.7392550143266398E-2</c:v>
                </c:pt>
                <c:pt idx="1354">
                  <c:v>8.7603305785123903E-2</c:v>
                </c:pt>
                <c:pt idx="1355">
                  <c:v>8.7636932707355106E-2</c:v>
                </c:pt>
                <c:pt idx="1356">
                  <c:v>8.7673611111111105E-2</c:v>
                </c:pt>
                <c:pt idx="1357">
                  <c:v>8.7774294670846395E-2</c:v>
                </c:pt>
                <c:pt idx="1358">
                  <c:v>8.7866108786610803E-2</c:v>
                </c:pt>
                <c:pt idx="1359">
                  <c:v>8.7926509186351698E-2</c:v>
                </c:pt>
                <c:pt idx="1360">
                  <c:v>8.7943262411347395E-2</c:v>
                </c:pt>
                <c:pt idx="1361">
                  <c:v>8.7956698240865896E-2</c:v>
                </c:pt>
                <c:pt idx="1362">
                  <c:v>8.8019559902200395E-2</c:v>
                </c:pt>
                <c:pt idx="1363">
                  <c:v>8.8235294117646898E-2</c:v>
                </c:pt>
                <c:pt idx="1364">
                  <c:v>8.8305489260143102E-2</c:v>
                </c:pt>
                <c:pt idx="1365">
                  <c:v>8.8328075709779005E-2</c:v>
                </c:pt>
                <c:pt idx="1366">
                  <c:v>8.8328075709779005E-2</c:v>
                </c:pt>
                <c:pt idx="1367">
                  <c:v>8.8405797101449302E-2</c:v>
                </c:pt>
                <c:pt idx="1368">
                  <c:v>8.8435374149659907E-2</c:v>
                </c:pt>
                <c:pt idx="1369">
                  <c:v>8.8435374149659907E-2</c:v>
                </c:pt>
                <c:pt idx="1370">
                  <c:v>8.8507265521796594E-2</c:v>
                </c:pt>
                <c:pt idx="1371">
                  <c:v>8.8607594936708806E-2</c:v>
                </c:pt>
                <c:pt idx="1372">
                  <c:v>8.8803088803088806E-2</c:v>
                </c:pt>
                <c:pt idx="1373">
                  <c:v>8.8803088803088806E-2</c:v>
                </c:pt>
                <c:pt idx="1374">
                  <c:v>8.8888888888888795E-2</c:v>
                </c:pt>
                <c:pt idx="1375">
                  <c:v>8.8888888888888795E-2</c:v>
                </c:pt>
                <c:pt idx="1376">
                  <c:v>8.9193825042881605E-2</c:v>
                </c:pt>
                <c:pt idx="1377">
                  <c:v>8.9264173703256899E-2</c:v>
                </c:pt>
                <c:pt idx="1378">
                  <c:v>8.9356110381077603E-2</c:v>
                </c:pt>
                <c:pt idx="1379">
                  <c:v>8.9356110381077603E-2</c:v>
                </c:pt>
                <c:pt idx="1380">
                  <c:v>8.9361702127659495E-2</c:v>
                </c:pt>
                <c:pt idx="1381">
                  <c:v>8.9385474860335101E-2</c:v>
                </c:pt>
                <c:pt idx="1382">
                  <c:v>8.9403973509933607E-2</c:v>
                </c:pt>
                <c:pt idx="1383">
                  <c:v>8.9449541284403605E-2</c:v>
                </c:pt>
                <c:pt idx="1384">
                  <c:v>8.9462129527991097E-2</c:v>
                </c:pt>
                <c:pt idx="1385">
                  <c:v>8.9552238805970102E-2</c:v>
                </c:pt>
                <c:pt idx="1386">
                  <c:v>8.9552238805970102E-2</c:v>
                </c:pt>
                <c:pt idx="1387">
                  <c:v>8.9569829110194496E-2</c:v>
                </c:pt>
                <c:pt idx="1388">
                  <c:v>8.9588377723970894E-2</c:v>
                </c:pt>
                <c:pt idx="1389">
                  <c:v>8.9605734767025103E-2</c:v>
                </c:pt>
                <c:pt idx="1390">
                  <c:v>8.9644513137558002E-2</c:v>
                </c:pt>
                <c:pt idx="1391">
                  <c:v>8.9673913043478201E-2</c:v>
                </c:pt>
                <c:pt idx="1392">
                  <c:v>8.98876404494382E-2</c:v>
                </c:pt>
                <c:pt idx="1393">
                  <c:v>8.9947089947089998E-2</c:v>
                </c:pt>
                <c:pt idx="1394">
                  <c:v>9.0047393364928799E-2</c:v>
                </c:pt>
                <c:pt idx="1395">
                  <c:v>9.0090090090090003E-2</c:v>
                </c:pt>
                <c:pt idx="1396">
                  <c:v>9.0225563909774403E-2</c:v>
                </c:pt>
                <c:pt idx="1397">
                  <c:v>9.0387374461979794E-2</c:v>
                </c:pt>
                <c:pt idx="1398">
                  <c:v>9.0476190476190294E-2</c:v>
                </c:pt>
                <c:pt idx="1399">
                  <c:v>9.0517241379310207E-2</c:v>
                </c:pt>
                <c:pt idx="1400">
                  <c:v>9.0517241379310207E-2</c:v>
                </c:pt>
                <c:pt idx="1401">
                  <c:v>9.0558766859344803E-2</c:v>
                </c:pt>
                <c:pt idx="1402">
                  <c:v>9.06217070600632E-2</c:v>
                </c:pt>
                <c:pt idx="1403">
                  <c:v>9.0697674418604504E-2</c:v>
                </c:pt>
                <c:pt idx="1404">
                  <c:v>9.0909090909090801E-2</c:v>
                </c:pt>
                <c:pt idx="1405">
                  <c:v>9.0909090909090801E-2</c:v>
                </c:pt>
                <c:pt idx="1406">
                  <c:v>9.0909090909090801E-2</c:v>
                </c:pt>
                <c:pt idx="1407">
                  <c:v>9.0909090909090801E-2</c:v>
                </c:pt>
                <c:pt idx="1408">
                  <c:v>9.1058244462674395E-2</c:v>
                </c:pt>
                <c:pt idx="1409">
                  <c:v>9.1085271317829397E-2</c:v>
                </c:pt>
                <c:pt idx="1410">
                  <c:v>9.1463414634146395E-2</c:v>
                </c:pt>
                <c:pt idx="1411">
                  <c:v>9.1561938958707401E-2</c:v>
                </c:pt>
                <c:pt idx="1412">
                  <c:v>9.1561938958707401E-2</c:v>
                </c:pt>
                <c:pt idx="1413">
                  <c:v>9.1591591591591595E-2</c:v>
                </c:pt>
                <c:pt idx="1414">
                  <c:v>9.1687041564792099E-2</c:v>
                </c:pt>
                <c:pt idx="1415">
                  <c:v>9.1703056768558999E-2</c:v>
                </c:pt>
                <c:pt idx="1416">
                  <c:v>9.1954022988505801E-2</c:v>
                </c:pt>
                <c:pt idx="1417">
                  <c:v>9.2016238159675107E-2</c:v>
                </c:pt>
                <c:pt idx="1418">
                  <c:v>9.2059838895282006E-2</c:v>
                </c:pt>
                <c:pt idx="1419">
                  <c:v>9.2097445038621606E-2</c:v>
                </c:pt>
                <c:pt idx="1420">
                  <c:v>9.2105263157894607E-2</c:v>
                </c:pt>
                <c:pt idx="1421">
                  <c:v>9.2127303182579501E-2</c:v>
                </c:pt>
                <c:pt idx="1422">
                  <c:v>9.2134831460674194E-2</c:v>
                </c:pt>
                <c:pt idx="1423">
                  <c:v>9.2156862745097906E-2</c:v>
                </c:pt>
                <c:pt idx="1424">
                  <c:v>9.2187500000000006E-2</c:v>
                </c:pt>
                <c:pt idx="1425">
                  <c:v>9.2233009708737795E-2</c:v>
                </c:pt>
                <c:pt idx="1426">
                  <c:v>9.2233009708737795E-2</c:v>
                </c:pt>
                <c:pt idx="1427">
                  <c:v>9.2240117130307497E-2</c:v>
                </c:pt>
                <c:pt idx="1428">
                  <c:v>9.2399403874813699E-2</c:v>
                </c:pt>
                <c:pt idx="1429">
                  <c:v>9.2400218698742403E-2</c:v>
                </c:pt>
                <c:pt idx="1430">
                  <c:v>9.2436974789915805E-2</c:v>
                </c:pt>
                <c:pt idx="1431">
                  <c:v>9.2457420924574304E-2</c:v>
                </c:pt>
                <c:pt idx="1432">
                  <c:v>9.2473118279569902E-2</c:v>
                </c:pt>
                <c:pt idx="1433">
                  <c:v>9.2592592592592504E-2</c:v>
                </c:pt>
                <c:pt idx="1434">
                  <c:v>9.2664092664092701E-2</c:v>
                </c:pt>
                <c:pt idx="1435">
                  <c:v>9.3023255813953404E-2</c:v>
                </c:pt>
                <c:pt idx="1436">
                  <c:v>9.3085106382978705E-2</c:v>
                </c:pt>
                <c:pt idx="1437">
                  <c:v>9.3085106382978705E-2</c:v>
                </c:pt>
                <c:pt idx="1438">
                  <c:v>9.3220338983050793E-2</c:v>
                </c:pt>
                <c:pt idx="1439">
                  <c:v>9.3355761143818203E-2</c:v>
                </c:pt>
                <c:pt idx="1440">
                  <c:v>9.3434343434343398E-2</c:v>
                </c:pt>
                <c:pt idx="1441">
                  <c:v>9.3502377179080803E-2</c:v>
                </c:pt>
                <c:pt idx="1442">
                  <c:v>9.3514328808446304E-2</c:v>
                </c:pt>
                <c:pt idx="1443">
                  <c:v>9.3548387096774099E-2</c:v>
                </c:pt>
                <c:pt idx="1444">
                  <c:v>9.3585699263932703E-2</c:v>
                </c:pt>
                <c:pt idx="1445">
                  <c:v>9.3596059113300406E-2</c:v>
                </c:pt>
                <c:pt idx="1446">
                  <c:v>9.3788063337393299E-2</c:v>
                </c:pt>
                <c:pt idx="1447">
                  <c:v>9.3821510297482799E-2</c:v>
                </c:pt>
                <c:pt idx="1448">
                  <c:v>9.3841642228738906E-2</c:v>
                </c:pt>
                <c:pt idx="1449">
                  <c:v>9.3841642228738906E-2</c:v>
                </c:pt>
                <c:pt idx="1450">
                  <c:v>9.3841642228738906E-2</c:v>
                </c:pt>
                <c:pt idx="1451">
                  <c:v>9.3959731543624206E-2</c:v>
                </c:pt>
                <c:pt idx="1452">
                  <c:v>9.4017094017094099E-2</c:v>
                </c:pt>
                <c:pt idx="1453">
                  <c:v>9.4273127753303904E-2</c:v>
                </c:pt>
                <c:pt idx="1454">
                  <c:v>9.4276094276094194E-2</c:v>
                </c:pt>
                <c:pt idx="1455">
                  <c:v>9.4276094276094194E-2</c:v>
                </c:pt>
                <c:pt idx="1456">
                  <c:v>9.4339622641509399E-2</c:v>
                </c:pt>
                <c:pt idx="1457">
                  <c:v>9.4435075885328706E-2</c:v>
                </c:pt>
                <c:pt idx="1458">
                  <c:v>9.4435075885328706E-2</c:v>
                </c:pt>
                <c:pt idx="1459">
                  <c:v>9.4435075885328706E-2</c:v>
                </c:pt>
                <c:pt idx="1460">
                  <c:v>9.4512195121951095E-2</c:v>
                </c:pt>
                <c:pt idx="1461">
                  <c:v>9.4650205761316705E-2</c:v>
                </c:pt>
                <c:pt idx="1462">
                  <c:v>9.4654788418708294E-2</c:v>
                </c:pt>
                <c:pt idx="1463">
                  <c:v>9.4827586206896505E-2</c:v>
                </c:pt>
                <c:pt idx="1464">
                  <c:v>9.4999999999999904E-2</c:v>
                </c:pt>
                <c:pt idx="1465">
                  <c:v>9.5032397408207195E-2</c:v>
                </c:pt>
                <c:pt idx="1466">
                  <c:v>9.5041322314049603E-2</c:v>
                </c:pt>
                <c:pt idx="1467">
                  <c:v>9.5041322314049603E-2</c:v>
                </c:pt>
                <c:pt idx="1468">
                  <c:v>9.5063985374771398E-2</c:v>
                </c:pt>
                <c:pt idx="1469">
                  <c:v>9.5238095238095302E-2</c:v>
                </c:pt>
                <c:pt idx="1470">
                  <c:v>9.5367847411444107E-2</c:v>
                </c:pt>
                <c:pt idx="1471">
                  <c:v>9.5435684647302996E-2</c:v>
                </c:pt>
                <c:pt idx="1472">
                  <c:v>9.5447870778267302E-2</c:v>
                </c:pt>
                <c:pt idx="1473">
                  <c:v>9.5483870967741899E-2</c:v>
                </c:pt>
                <c:pt idx="1474">
                  <c:v>9.6183206106870103E-2</c:v>
                </c:pt>
                <c:pt idx="1475">
                  <c:v>9.6216216216216094E-2</c:v>
                </c:pt>
                <c:pt idx="1476">
                  <c:v>9.6224116930572395E-2</c:v>
                </c:pt>
                <c:pt idx="1477">
                  <c:v>9.6247960848287101E-2</c:v>
                </c:pt>
                <c:pt idx="1478">
                  <c:v>9.6306068601583E-2</c:v>
                </c:pt>
                <c:pt idx="1479">
                  <c:v>9.63172804532577E-2</c:v>
                </c:pt>
                <c:pt idx="1480">
                  <c:v>9.6330275229357706E-2</c:v>
                </c:pt>
                <c:pt idx="1481">
                  <c:v>9.6398305084745603E-2</c:v>
                </c:pt>
                <c:pt idx="1482">
                  <c:v>9.6514745308311001E-2</c:v>
                </c:pt>
                <c:pt idx="1483">
                  <c:v>9.6577017114914496E-2</c:v>
                </c:pt>
                <c:pt idx="1484">
                  <c:v>9.6597145993413805E-2</c:v>
                </c:pt>
                <c:pt idx="1485">
                  <c:v>9.6649484536082506E-2</c:v>
                </c:pt>
                <c:pt idx="1486">
                  <c:v>9.6774193548386997E-2</c:v>
                </c:pt>
                <c:pt idx="1487">
                  <c:v>9.6818810511756601E-2</c:v>
                </c:pt>
                <c:pt idx="1488">
                  <c:v>9.697933227345E-2</c:v>
                </c:pt>
                <c:pt idx="1489">
                  <c:v>9.7109826589595299E-2</c:v>
                </c:pt>
                <c:pt idx="1490">
                  <c:v>9.7247706422018299E-2</c:v>
                </c:pt>
                <c:pt idx="1491">
                  <c:v>9.7447795823665903E-2</c:v>
                </c:pt>
                <c:pt idx="1492">
                  <c:v>9.7457627118644002E-2</c:v>
                </c:pt>
                <c:pt idx="1493">
                  <c:v>9.7520661157024693E-2</c:v>
                </c:pt>
                <c:pt idx="1494">
                  <c:v>9.7560975609756101E-2</c:v>
                </c:pt>
                <c:pt idx="1495">
                  <c:v>9.7713097713097705E-2</c:v>
                </c:pt>
                <c:pt idx="1496">
                  <c:v>9.7744360902255606E-2</c:v>
                </c:pt>
                <c:pt idx="1497">
                  <c:v>9.7744360902255606E-2</c:v>
                </c:pt>
                <c:pt idx="1498">
                  <c:v>9.7799511002444994E-2</c:v>
                </c:pt>
                <c:pt idx="1499">
                  <c:v>9.8013245033112595E-2</c:v>
                </c:pt>
                <c:pt idx="1500">
                  <c:v>9.8081023454157798E-2</c:v>
                </c:pt>
                <c:pt idx="1501">
                  <c:v>9.8092643051770997E-2</c:v>
                </c:pt>
                <c:pt idx="1502">
                  <c:v>9.8159509202454004E-2</c:v>
                </c:pt>
                <c:pt idx="1503">
                  <c:v>9.8324022346368598E-2</c:v>
                </c:pt>
                <c:pt idx="1504">
                  <c:v>9.8416289592760206E-2</c:v>
                </c:pt>
                <c:pt idx="1505">
                  <c:v>9.8461538461538295E-2</c:v>
                </c:pt>
                <c:pt idx="1506">
                  <c:v>9.8461538461538295E-2</c:v>
                </c:pt>
                <c:pt idx="1507">
                  <c:v>9.8461538461538295E-2</c:v>
                </c:pt>
                <c:pt idx="1508">
                  <c:v>9.8726114649681604E-2</c:v>
                </c:pt>
                <c:pt idx="1509">
                  <c:v>9.8901098901098994E-2</c:v>
                </c:pt>
                <c:pt idx="1510">
                  <c:v>9.8930481283422397E-2</c:v>
                </c:pt>
                <c:pt idx="1511">
                  <c:v>9.8958333333333204E-2</c:v>
                </c:pt>
                <c:pt idx="1512">
                  <c:v>9.9115044247787706E-2</c:v>
                </c:pt>
                <c:pt idx="1513">
                  <c:v>9.9122807017543793E-2</c:v>
                </c:pt>
                <c:pt idx="1514">
                  <c:v>9.9137931034482596E-2</c:v>
                </c:pt>
                <c:pt idx="1515">
                  <c:v>9.9264705882353005E-2</c:v>
                </c:pt>
                <c:pt idx="1516">
                  <c:v>9.9415204678362498E-2</c:v>
                </c:pt>
                <c:pt idx="1517">
                  <c:v>9.94694960212201E-2</c:v>
                </c:pt>
                <c:pt idx="1518">
                  <c:v>9.9526066350710901E-2</c:v>
                </c:pt>
                <c:pt idx="1519">
                  <c:v>9.9547511312217202E-2</c:v>
                </c:pt>
                <c:pt idx="1520">
                  <c:v>9.9562363238512003E-2</c:v>
                </c:pt>
                <c:pt idx="1521">
                  <c:v>9.9585062240663894E-2</c:v>
                </c:pt>
                <c:pt idx="1522">
                  <c:v>9.9585062240663894E-2</c:v>
                </c:pt>
                <c:pt idx="1523">
                  <c:v>9.9652375434530593E-2</c:v>
                </c:pt>
                <c:pt idx="1524">
                  <c:v>9.9740932642486901E-2</c:v>
                </c:pt>
                <c:pt idx="1525">
                  <c:v>0.1</c:v>
                </c:pt>
                <c:pt idx="1526">
                  <c:v>0.1</c:v>
                </c:pt>
                <c:pt idx="1527">
                  <c:v>0.1</c:v>
                </c:pt>
                <c:pt idx="1528">
                  <c:v>0.1</c:v>
                </c:pt>
                <c:pt idx="1529">
                  <c:v>0.1</c:v>
                </c:pt>
                <c:pt idx="1530">
                  <c:v>0.100082712985938</c:v>
                </c:pt>
                <c:pt idx="1531">
                  <c:v>0.100107642626479</c:v>
                </c:pt>
                <c:pt idx="1532">
                  <c:v>0.100135317997293</c:v>
                </c:pt>
                <c:pt idx="1533">
                  <c:v>0.10037573805689699</c:v>
                </c:pt>
                <c:pt idx="1534">
                  <c:v>0.100478468899521</c:v>
                </c:pt>
                <c:pt idx="1535">
                  <c:v>0.10050251256281401</c:v>
                </c:pt>
                <c:pt idx="1536">
                  <c:v>0.100790513833992</c:v>
                </c:pt>
                <c:pt idx="1537">
                  <c:v>0.100790513833992</c:v>
                </c:pt>
                <c:pt idx="1538">
                  <c:v>0.1008</c:v>
                </c:pt>
                <c:pt idx="1539">
                  <c:v>0.10091743119266</c:v>
                </c:pt>
                <c:pt idx="1540">
                  <c:v>0.10096153846153801</c:v>
                </c:pt>
                <c:pt idx="1541">
                  <c:v>0.101021566401816</c:v>
                </c:pt>
                <c:pt idx="1542">
                  <c:v>0.101198402130492</c:v>
                </c:pt>
                <c:pt idx="1543">
                  <c:v>0.101382488479262</c:v>
                </c:pt>
                <c:pt idx="1544">
                  <c:v>0.10160427807486599</c:v>
                </c:pt>
                <c:pt idx="1545">
                  <c:v>0.10172413793103401</c:v>
                </c:pt>
                <c:pt idx="1546">
                  <c:v>0.101736972704714</c:v>
                </c:pt>
                <c:pt idx="1547">
                  <c:v>0.10178117048346</c:v>
                </c:pt>
                <c:pt idx="1548">
                  <c:v>0.101871101871101</c:v>
                </c:pt>
                <c:pt idx="1549">
                  <c:v>0.101871101871101</c:v>
                </c:pt>
                <c:pt idx="1550">
                  <c:v>0.10204081632653</c:v>
                </c:pt>
                <c:pt idx="1551">
                  <c:v>0.102127659574468</c:v>
                </c:pt>
                <c:pt idx="1552">
                  <c:v>0.10217755443886101</c:v>
                </c:pt>
                <c:pt idx="1553">
                  <c:v>0.10222222222222201</c:v>
                </c:pt>
                <c:pt idx="1554">
                  <c:v>0.102236421725239</c:v>
                </c:pt>
                <c:pt idx="1555">
                  <c:v>0.10228571428571399</c:v>
                </c:pt>
                <c:pt idx="1556">
                  <c:v>0.10249999999999999</c:v>
                </c:pt>
                <c:pt idx="1557">
                  <c:v>0.10256410256410201</c:v>
                </c:pt>
                <c:pt idx="1558">
                  <c:v>0.10259740259740199</c:v>
                </c:pt>
                <c:pt idx="1559">
                  <c:v>0.102639296187683</c:v>
                </c:pt>
                <c:pt idx="1560">
                  <c:v>0.102639296187683</c:v>
                </c:pt>
                <c:pt idx="1561">
                  <c:v>0.10267229254571</c:v>
                </c:pt>
                <c:pt idx="1562">
                  <c:v>0.102739726027397</c:v>
                </c:pt>
                <c:pt idx="1563">
                  <c:v>0.102766798418972</c:v>
                </c:pt>
                <c:pt idx="1564">
                  <c:v>0.102766798418972</c:v>
                </c:pt>
                <c:pt idx="1565">
                  <c:v>0.10280373831775599</c:v>
                </c:pt>
                <c:pt idx="1566">
                  <c:v>0.10285714285714199</c:v>
                </c:pt>
                <c:pt idx="1567">
                  <c:v>0.102918586789554</c:v>
                </c:pt>
                <c:pt idx="1568">
                  <c:v>0.10297029702970301</c:v>
                </c:pt>
                <c:pt idx="1569">
                  <c:v>0.103076923076923</c:v>
                </c:pt>
                <c:pt idx="1570">
                  <c:v>0.103076923076923</c:v>
                </c:pt>
                <c:pt idx="1571">
                  <c:v>0.103202846975088</c:v>
                </c:pt>
                <c:pt idx="1572">
                  <c:v>0.10344827586206801</c:v>
                </c:pt>
                <c:pt idx="1573">
                  <c:v>0.103571428571428</c:v>
                </c:pt>
                <c:pt idx="1574">
                  <c:v>0.103741496598639</c:v>
                </c:pt>
                <c:pt idx="1575">
                  <c:v>0.103741496598639</c:v>
                </c:pt>
                <c:pt idx="1576">
                  <c:v>0.10377358490565999</c:v>
                </c:pt>
                <c:pt idx="1577">
                  <c:v>0.10377358490565999</c:v>
                </c:pt>
                <c:pt idx="1578">
                  <c:v>0.10392609699769</c:v>
                </c:pt>
                <c:pt idx="1579">
                  <c:v>0.104</c:v>
                </c:pt>
                <c:pt idx="1580">
                  <c:v>0.10408921933085399</c:v>
                </c:pt>
                <c:pt idx="1581">
                  <c:v>0.10416666666666601</c:v>
                </c:pt>
                <c:pt idx="1582">
                  <c:v>0.104225352112676</c:v>
                </c:pt>
                <c:pt idx="1583">
                  <c:v>0.104308390022675</c:v>
                </c:pt>
                <c:pt idx="1584">
                  <c:v>0.104347826086956</c:v>
                </c:pt>
                <c:pt idx="1585">
                  <c:v>0.104477611940298</c:v>
                </c:pt>
                <c:pt idx="1586">
                  <c:v>0.104477611940298</c:v>
                </c:pt>
                <c:pt idx="1587">
                  <c:v>0.10449438202247099</c:v>
                </c:pt>
                <c:pt idx="1588">
                  <c:v>0.104529616724738</c:v>
                </c:pt>
                <c:pt idx="1589">
                  <c:v>0.10455104551045501</c:v>
                </c:pt>
                <c:pt idx="1590">
                  <c:v>0.10458715596330199</c:v>
                </c:pt>
                <c:pt idx="1591">
                  <c:v>0.10458715596330199</c:v>
                </c:pt>
                <c:pt idx="1592">
                  <c:v>0.10462776659959699</c:v>
                </c:pt>
                <c:pt idx="1593">
                  <c:v>0.104712041884816</c:v>
                </c:pt>
                <c:pt idx="1594">
                  <c:v>0.104712041884816</c:v>
                </c:pt>
                <c:pt idx="1595">
                  <c:v>0.104761904761904</c:v>
                </c:pt>
                <c:pt idx="1596">
                  <c:v>0.104938271604938</c:v>
                </c:pt>
                <c:pt idx="1597">
                  <c:v>0.104938271604938</c:v>
                </c:pt>
                <c:pt idx="1598">
                  <c:v>0.10518518518518501</c:v>
                </c:pt>
                <c:pt idx="1599">
                  <c:v>0.105263157894736</c:v>
                </c:pt>
                <c:pt idx="1600">
                  <c:v>0.105263157894736</c:v>
                </c:pt>
                <c:pt idx="1601">
                  <c:v>0.105442176870748</c:v>
                </c:pt>
                <c:pt idx="1602">
                  <c:v>0.105782792665726</c:v>
                </c:pt>
                <c:pt idx="1603">
                  <c:v>0.10585305105853</c:v>
                </c:pt>
                <c:pt idx="1604">
                  <c:v>0.105882352941176</c:v>
                </c:pt>
                <c:pt idx="1605">
                  <c:v>0.105911330049261</c:v>
                </c:pt>
                <c:pt idx="1606">
                  <c:v>0.10593220338983</c:v>
                </c:pt>
                <c:pt idx="1607">
                  <c:v>0.10593220338983</c:v>
                </c:pt>
                <c:pt idx="1608">
                  <c:v>0.10604192355117099</c:v>
                </c:pt>
                <c:pt idx="1609">
                  <c:v>0.106042654028436</c:v>
                </c:pt>
                <c:pt idx="1610">
                  <c:v>0.106043329532497</c:v>
                </c:pt>
                <c:pt idx="1611">
                  <c:v>0.10606060606060499</c:v>
                </c:pt>
                <c:pt idx="1612">
                  <c:v>0.106280193236715</c:v>
                </c:pt>
                <c:pt idx="1613">
                  <c:v>0.10638297872340401</c:v>
                </c:pt>
                <c:pt idx="1614">
                  <c:v>0.106481481481481</c:v>
                </c:pt>
                <c:pt idx="1615">
                  <c:v>0.106481481481481</c:v>
                </c:pt>
                <c:pt idx="1616">
                  <c:v>0.106481481481481</c:v>
                </c:pt>
                <c:pt idx="1617">
                  <c:v>0.106631989596879</c:v>
                </c:pt>
                <c:pt idx="1618">
                  <c:v>0.10682819383259901</c:v>
                </c:pt>
                <c:pt idx="1619">
                  <c:v>0.106910039113429</c:v>
                </c:pt>
                <c:pt idx="1620">
                  <c:v>0.106931757119828</c:v>
                </c:pt>
                <c:pt idx="1621">
                  <c:v>0.10695187165775399</c:v>
                </c:pt>
                <c:pt idx="1622">
                  <c:v>0.106971793507184</c:v>
                </c:pt>
                <c:pt idx="1623">
                  <c:v>0.107142857142857</c:v>
                </c:pt>
                <c:pt idx="1624">
                  <c:v>0.10727496917385899</c:v>
                </c:pt>
                <c:pt idx="1625">
                  <c:v>0.107355864811133</c:v>
                </c:pt>
                <c:pt idx="1626">
                  <c:v>0.107410491257285</c:v>
                </c:pt>
                <c:pt idx="1627">
                  <c:v>0.107544141252006</c:v>
                </c:pt>
                <c:pt idx="1628">
                  <c:v>0.107544141252006</c:v>
                </c:pt>
                <c:pt idx="1629">
                  <c:v>0.107561235356762</c:v>
                </c:pt>
                <c:pt idx="1630">
                  <c:v>0.10759493670886</c:v>
                </c:pt>
                <c:pt idx="1631">
                  <c:v>0.107732406602953</c:v>
                </c:pt>
                <c:pt idx="1632">
                  <c:v>0.10813704496788</c:v>
                </c:pt>
                <c:pt idx="1633">
                  <c:v>0.108202443280977</c:v>
                </c:pt>
                <c:pt idx="1634">
                  <c:v>0.108229988726042</c:v>
                </c:pt>
                <c:pt idx="1635">
                  <c:v>0.108333333333333</c:v>
                </c:pt>
                <c:pt idx="1636">
                  <c:v>0.108333333333333</c:v>
                </c:pt>
                <c:pt idx="1637">
                  <c:v>0.108333333333333</c:v>
                </c:pt>
                <c:pt idx="1638">
                  <c:v>0.10840108401084</c:v>
                </c:pt>
                <c:pt idx="1639">
                  <c:v>0.108444444444444</c:v>
                </c:pt>
                <c:pt idx="1640">
                  <c:v>0.108695652173913</c:v>
                </c:pt>
                <c:pt idx="1641">
                  <c:v>0.10874439461883401</c:v>
                </c:pt>
                <c:pt idx="1642">
                  <c:v>0.109048723897911</c:v>
                </c:pt>
                <c:pt idx="1643">
                  <c:v>0.10919540229885</c:v>
                </c:pt>
                <c:pt idx="1644">
                  <c:v>0.109401709401709</c:v>
                </c:pt>
                <c:pt idx="1645">
                  <c:v>0.109401709401709</c:v>
                </c:pt>
                <c:pt idx="1646">
                  <c:v>0.109445277361319</c:v>
                </c:pt>
                <c:pt idx="1647">
                  <c:v>0.109515260323159</c:v>
                </c:pt>
                <c:pt idx="1648">
                  <c:v>0.109727626459144</c:v>
                </c:pt>
                <c:pt idx="1649">
                  <c:v>0.10973724884080301</c:v>
                </c:pt>
                <c:pt idx="1650">
                  <c:v>0.10979729729729699</c:v>
                </c:pt>
                <c:pt idx="1651">
                  <c:v>0.109826589595375</c:v>
                </c:pt>
                <c:pt idx="1652">
                  <c:v>0.11013986013986</c:v>
                </c:pt>
                <c:pt idx="1653">
                  <c:v>0.11018711018711</c:v>
                </c:pt>
                <c:pt idx="1654">
                  <c:v>0.11044776119402901</c:v>
                </c:pt>
                <c:pt idx="1655">
                  <c:v>0.110599078341013</c:v>
                </c:pt>
                <c:pt idx="1656">
                  <c:v>0.11070110701107</c:v>
                </c:pt>
                <c:pt idx="1657">
                  <c:v>0.11070110701107</c:v>
                </c:pt>
                <c:pt idx="1658">
                  <c:v>0.11071682044002799</c:v>
                </c:pt>
                <c:pt idx="1659">
                  <c:v>0.110730593607305</c:v>
                </c:pt>
                <c:pt idx="1660">
                  <c:v>0.110831234256926</c:v>
                </c:pt>
                <c:pt idx="1661">
                  <c:v>0.110831234256926</c:v>
                </c:pt>
                <c:pt idx="1662">
                  <c:v>0.110898661567877</c:v>
                </c:pt>
                <c:pt idx="1663">
                  <c:v>0.11096774193548301</c:v>
                </c:pt>
                <c:pt idx="1664">
                  <c:v>0.110982658959537</c:v>
                </c:pt>
                <c:pt idx="1665">
                  <c:v>0.11111111111111099</c:v>
                </c:pt>
                <c:pt idx="1666">
                  <c:v>0.11111111111111099</c:v>
                </c:pt>
                <c:pt idx="1667">
                  <c:v>0.11130136986301301</c:v>
                </c:pt>
                <c:pt idx="1668">
                  <c:v>0.111332007952286</c:v>
                </c:pt>
                <c:pt idx="1669">
                  <c:v>0.111392405063291</c:v>
                </c:pt>
                <c:pt idx="1670">
                  <c:v>0.111392405063291</c:v>
                </c:pt>
                <c:pt idx="1671">
                  <c:v>0.111486486486486</c:v>
                </c:pt>
                <c:pt idx="1672">
                  <c:v>0.111492281303602</c:v>
                </c:pt>
                <c:pt idx="1673">
                  <c:v>0.111492281303602</c:v>
                </c:pt>
                <c:pt idx="1674">
                  <c:v>0.111524163568773</c:v>
                </c:pt>
                <c:pt idx="1675">
                  <c:v>0.111587982832618</c:v>
                </c:pt>
                <c:pt idx="1676">
                  <c:v>0.111597374179431</c:v>
                </c:pt>
                <c:pt idx="1677">
                  <c:v>0.111607142857142</c:v>
                </c:pt>
                <c:pt idx="1678">
                  <c:v>0.111627906976744</c:v>
                </c:pt>
                <c:pt idx="1679">
                  <c:v>0.111627906976744</c:v>
                </c:pt>
                <c:pt idx="1680">
                  <c:v>0.111650485436893</c:v>
                </c:pt>
                <c:pt idx="1681">
                  <c:v>0.11183355006501899</c:v>
                </c:pt>
                <c:pt idx="1682">
                  <c:v>0.111869031377898</c:v>
                </c:pt>
                <c:pt idx="1683">
                  <c:v>0.11190053285968</c:v>
                </c:pt>
                <c:pt idx="1684">
                  <c:v>0.11198428290766201</c:v>
                </c:pt>
                <c:pt idx="1685">
                  <c:v>0.112028301886792</c:v>
                </c:pt>
                <c:pt idx="1686">
                  <c:v>0.112028301886792</c:v>
                </c:pt>
                <c:pt idx="1687">
                  <c:v>0.11205673758865201</c:v>
                </c:pt>
                <c:pt idx="1688">
                  <c:v>0.112079701120797</c:v>
                </c:pt>
                <c:pt idx="1689">
                  <c:v>0.11208406304728501</c:v>
                </c:pt>
                <c:pt idx="1690">
                  <c:v>0.112107623318385</c:v>
                </c:pt>
                <c:pt idx="1691">
                  <c:v>0.112107623318385</c:v>
                </c:pt>
                <c:pt idx="1692">
                  <c:v>0.11231101511879001</c:v>
                </c:pt>
                <c:pt idx="1693">
                  <c:v>0.11232279171210401</c:v>
                </c:pt>
                <c:pt idx="1694">
                  <c:v>0.112403100775193</c:v>
                </c:pt>
                <c:pt idx="1695">
                  <c:v>0.112426035502958</c:v>
                </c:pt>
                <c:pt idx="1696">
                  <c:v>0.112426035502958</c:v>
                </c:pt>
                <c:pt idx="1697">
                  <c:v>0.1125</c:v>
                </c:pt>
                <c:pt idx="1698">
                  <c:v>0.112612612612612</c:v>
                </c:pt>
                <c:pt idx="1699">
                  <c:v>0.11275167785234801</c:v>
                </c:pt>
                <c:pt idx="1700">
                  <c:v>0.11275626423690099</c:v>
                </c:pt>
                <c:pt idx="1701">
                  <c:v>0.112763320941759</c:v>
                </c:pt>
                <c:pt idx="1702">
                  <c:v>0.112813370473537</c:v>
                </c:pt>
                <c:pt idx="1703">
                  <c:v>0.11287477954144599</c:v>
                </c:pt>
                <c:pt idx="1704">
                  <c:v>0.11292517006802701</c:v>
                </c:pt>
                <c:pt idx="1705">
                  <c:v>0.11297071129707099</c:v>
                </c:pt>
                <c:pt idx="1706">
                  <c:v>0.11297071129707099</c:v>
                </c:pt>
                <c:pt idx="1707">
                  <c:v>0.112980769230769</c:v>
                </c:pt>
                <c:pt idx="1708">
                  <c:v>0.11302681992337101</c:v>
                </c:pt>
                <c:pt idx="1709">
                  <c:v>0.113057324840764</c:v>
                </c:pt>
                <c:pt idx="1710">
                  <c:v>0.113069016152716</c:v>
                </c:pt>
                <c:pt idx="1711">
                  <c:v>0.113086770981507</c:v>
                </c:pt>
                <c:pt idx="1712">
                  <c:v>0.113086770981507</c:v>
                </c:pt>
                <c:pt idx="1713">
                  <c:v>0.113122171945701</c:v>
                </c:pt>
                <c:pt idx="1714">
                  <c:v>0.113207547169811</c:v>
                </c:pt>
                <c:pt idx="1715">
                  <c:v>0.11325028312570699</c:v>
                </c:pt>
                <c:pt idx="1716">
                  <c:v>0.11327433628318501</c:v>
                </c:pt>
                <c:pt idx="1717">
                  <c:v>0.11330049261083699</c:v>
                </c:pt>
                <c:pt idx="1718">
                  <c:v>0.11334120425029499</c:v>
                </c:pt>
                <c:pt idx="1719">
                  <c:v>0.11351351351351301</c:v>
                </c:pt>
                <c:pt idx="1720">
                  <c:v>0.11353711790392999</c:v>
                </c:pt>
                <c:pt idx="1721">
                  <c:v>0.11353711790392999</c:v>
                </c:pt>
                <c:pt idx="1722">
                  <c:v>0.113567839195979</c:v>
                </c:pt>
                <c:pt idx="1723">
                  <c:v>0.11363636363636299</c:v>
                </c:pt>
                <c:pt idx="1724">
                  <c:v>0.11368909512761</c:v>
                </c:pt>
                <c:pt idx="1725">
                  <c:v>0.113698630136986</c:v>
                </c:pt>
                <c:pt idx="1726">
                  <c:v>0.113849765258216</c:v>
                </c:pt>
                <c:pt idx="1727">
                  <c:v>0.113849765258216</c:v>
                </c:pt>
                <c:pt idx="1728">
                  <c:v>0.11387900355871799</c:v>
                </c:pt>
                <c:pt idx="1729">
                  <c:v>0.113888888888888</c:v>
                </c:pt>
                <c:pt idx="1730">
                  <c:v>0.113902847571189</c:v>
                </c:pt>
                <c:pt idx="1731">
                  <c:v>0.113924050632911</c:v>
                </c:pt>
                <c:pt idx="1732">
                  <c:v>0.113956466069142</c:v>
                </c:pt>
                <c:pt idx="1733">
                  <c:v>0.114</c:v>
                </c:pt>
                <c:pt idx="1734">
                  <c:v>0.114</c:v>
                </c:pt>
                <c:pt idx="1735">
                  <c:v>0.114247311827957</c:v>
                </c:pt>
                <c:pt idx="1736">
                  <c:v>0.114250614250614</c:v>
                </c:pt>
                <c:pt idx="1737">
                  <c:v>0.114318706697459</c:v>
                </c:pt>
                <c:pt idx="1738">
                  <c:v>0.114529914529914</c:v>
                </c:pt>
                <c:pt idx="1739">
                  <c:v>0.114616193480546</c:v>
                </c:pt>
                <c:pt idx="1740">
                  <c:v>0.114718614718614</c:v>
                </c:pt>
                <c:pt idx="1741">
                  <c:v>0.114911080711354</c:v>
                </c:pt>
                <c:pt idx="1742">
                  <c:v>0.114942528735632</c:v>
                </c:pt>
                <c:pt idx="1743">
                  <c:v>0.11506276150627601</c:v>
                </c:pt>
                <c:pt idx="1744">
                  <c:v>0.11512027491408899</c:v>
                </c:pt>
                <c:pt idx="1745">
                  <c:v>0.11512027491408899</c:v>
                </c:pt>
                <c:pt idx="1746">
                  <c:v>0.11515863689776699</c:v>
                </c:pt>
                <c:pt idx="1747">
                  <c:v>0.115183246073298</c:v>
                </c:pt>
                <c:pt idx="1748">
                  <c:v>0.11527377521613801</c:v>
                </c:pt>
                <c:pt idx="1749">
                  <c:v>0.11527377521613801</c:v>
                </c:pt>
                <c:pt idx="1750">
                  <c:v>0.115449915110356</c:v>
                </c:pt>
                <c:pt idx="1751">
                  <c:v>0.115485564304461</c:v>
                </c:pt>
                <c:pt idx="1752">
                  <c:v>0.11551155115511499</c:v>
                </c:pt>
                <c:pt idx="1753">
                  <c:v>0.115596330275229</c:v>
                </c:pt>
                <c:pt idx="1754">
                  <c:v>0.11562500000000001</c:v>
                </c:pt>
                <c:pt idx="1755">
                  <c:v>0.11572052401746701</c:v>
                </c:pt>
                <c:pt idx="1756">
                  <c:v>0.11587982832618</c:v>
                </c:pt>
                <c:pt idx="1757">
                  <c:v>0.115890083632019</c:v>
                </c:pt>
                <c:pt idx="1758">
                  <c:v>0.116246498599439</c:v>
                </c:pt>
                <c:pt idx="1759">
                  <c:v>0.116465863453815</c:v>
                </c:pt>
                <c:pt idx="1760">
                  <c:v>0.116465863453815</c:v>
                </c:pt>
                <c:pt idx="1761">
                  <c:v>0.11647058823529401</c:v>
                </c:pt>
                <c:pt idx="1762">
                  <c:v>0.116478797638218</c:v>
                </c:pt>
                <c:pt idx="1763">
                  <c:v>0.11648745519713199</c:v>
                </c:pt>
                <c:pt idx="1764">
                  <c:v>0.116541353383458</c:v>
                </c:pt>
                <c:pt idx="1765">
                  <c:v>0.116541353383458</c:v>
                </c:pt>
                <c:pt idx="1766">
                  <c:v>0.11669128508124001</c:v>
                </c:pt>
                <c:pt idx="1767">
                  <c:v>0.11670480549199</c:v>
                </c:pt>
                <c:pt idx="1768">
                  <c:v>0.116726835138387</c:v>
                </c:pt>
                <c:pt idx="1769">
                  <c:v>0.116758241758241</c:v>
                </c:pt>
                <c:pt idx="1770">
                  <c:v>0.116766467065868</c:v>
                </c:pt>
                <c:pt idx="1771">
                  <c:v>0.116822429906542</c:v>
                </c:pt>
                <c:pt idx="1772">
                  <c:v>0.116822429906542</c:v>
                </c:pt>
                <c:pt idx="1773">
                  <c:v>0.116822429906542</c:v>
                </c:pt>
                <c:pt idx="1774">
                  <c:v>0.116822429906542</c:v>
                </c:pt>
                <c:pt idx="1775">
                  <c:v>0.116830065359477</c:v>
                </c:pt>
                <c:pt idx="1776">
                  <c:v>0.116847826086956</c:v>
                </c:pt>
                <c:pt idx="1777">
                  <c:v>0.116847826086956</c:v>
                </c:pt>
                <c:pt idx="1778">
                  <c:v>0.117021276595744</c:v>
                </c:pt>
                <c:pt idx="1779">
                  <c:v>0.117039586919104</c:v>
                </c:pt>
                <c:pt idx="1780">
                  <c:v>0.11705685618729</c:v>
                </c:pt>
                <c:pt idx="1781">
                  <c:v>0.11705685618729</c:v>
                </c:pt>
                <c:pt idx="1782">
                  <c:v>0.117082533589251</c:v>
                </c:pt>
                <c:pt idx="1783">
                  <c:v>0.117117117117117</c:v>
                </c:pt>
                <c:pt idx="1784">
                  <c:v>0.117196056955093</c:v>
                </c:pt>
                <c:pt idx="1785">
                  <c:v>0.117196056955093</c:v>
                </c:pt>
                <c:pt idx="1786">
                  <c:v>0.11724137931034399</c:v>
                </c:pt>
                <c:pt idx="1787">
                  <c:v>0.117333333333333</c:v>
                </c:pt>
                <c:pt idx="1788">
                  <c:v>0.11734693877551</c:v>
                </c:pt>
                <c:pt idx="1789">
                  <c:v>0.117384843982169</c:v>
                </c:pt>
                <c:pt idx="1790">
                  <c:v>0.117400419287211</c:v>
                </c:pt>
                <c:pt idx="1791">
                  <c:v>0.11744966442953</c:v>
                </c:pt>
                <c:pt idx="1792">
                  <c:v>0.11744966442953</c:v>
                </c:pt>
                <c:pt idx="1793">
                  <c:v>0.11754068716094</c:v>
                </c:pt>
                <c:pt idx="1794">
                  <c:v>0.11764705882352899</c:v>
                </c:pt>
                <c:pt idx="1795">
                  <c:v>0.117717003567181</c:v>
                </c:pt>
                <c:pt idx="1796">
                  <c:v>0.117782909930715</c:v>
                </c:pt>
                <c:pt idx="1797">
                  <c:v>0.11782477341389699</c:v>
                </c:pt>
                <c:pt idx="1798">
                  <c:v>0.11785714285714199</c:v>
                </c:pt>
                <c:pt idx="1799">
                  <c:v>0.11785714285714199</c:v>
                </c:pt>
                <c:pt idx="1800">
                  <c:v>0.117957746478873</c:v>
                </c:pt>
                <c:pt idx="1801">
                  <c:v>0.117962466487935</c:v>
                </c:pt>
                <c:pt idx="1802">
                  <c:v>0.118090452261306</c:v>
                </c:pt>
                <c:pt idx="1803">
                  <c:v>0.118257261410788</c:v>
                </c:pt>
                <c:pt idx="1804">
                  <c:v>0.118314424635332</c:v>
                </c:pt>
                <c:pt idx="1805">
                  <c:v>0.118421052631578</c:v>
                </c:pt>
                <c:pt idx="1806">
                  <c:v>0.118483412322274</c:v>
                </c:pt>
                <c:pt idx="1807">
                  <c:v>0.11854103343465</c:v>
                </c:pt>
                <c:pt idx="1808">
                  <c:v>0.11856823266219201</c:v>
                </c:pt>
                <c:pt idx="1809">
                  <c:v>0.11859838274932601</c:v>
                </c:pt>
                <c:pt idx="1810">
                  <c:v>0.118657937806873</c:v>
                </c:pt>
                <c:pt idx="1811">
                  <c:v>0.118681318681318</c:v>
                </c:pt>
                <c:pt idx="1812">
                  <c:v>0.118790496760259</c:v>
                </c:pt>
                <c:pt idx="1813">
                  <c:v>0.11879432624113399</c:v>
                </c:pt>
                <c:pt idx="1814">
                  <c:v>0.11883408071748799</c:v>
                </c:pt>
                <c:pt idx="1815">
                  <c:v>0.11886304909560701</c:v>
                </c:pt>
                <c:pt idx="1816">
                  <c:v>0.118918918918918</c:v>
                </c:pt>
                <c:pt idx="1817">
                  <c:v>0.118918918918918</c:v>
                </c:pt>
                <c:pt idx="1818">
                  <c:v>0.118959107806691</c:v>
                </c:pt>
                <c:pt idx="1819">
                  <c:v>0.119047619047619</c:v>
                </c:pt>
                <c:pt idx="1820">
                  <c:v>0.119047619047619</c:v>
                </c:pt>
                <c:pt idx="1821">
                  <c:v>0.119540229885057</c:v>
                </c:pt>
                <c:pt idx="1822">
                  <c:v>0.119760479041916</c:v>
                </c:pt>
                <c:pt idx="1823">
                  <c:v>0.119820828667413</c:v>
                </c:pt>
                <c:pt idx="1824">
                  <c:v>0.119901112484548</c:v>
                </c:pt>
                <c:pt idx="1825">
                  <c:v>0.11990407673860901</c:v>
                </c:pt>
                <c:pt idx="1826">
                  <c:v>0.119909502262443</c:v>
                </c:pt>
                <c:pt idx="1827">
                  <c:v>0.12</c:v>
                </c:pt>
                <c:pt idx="1828">
                  <c:v>0.12004530011325</c:v>
                </c:pt>
                <c:pt idx="1829">
                  <c:v>0.12012480499219901</c:v>
                </c:pt>
                <c:pt idx="1830">
                  <c:v>0.12012480499219901</c:v>
                </c:pt>
                <c:pt idx="1831">
                  <c:v>0.12012987012987</c:v>
                </c:pt>
                <c:pt idx="1832">
                  <c:v>0.120162932790224</c:v>
                </c:pt>
                <c:pt idx="1833">
                  <c:v>0.120171673819742</c:v>
                </c:pt>
                <c:pt idx="1834">
                  <c:v>0.120184899845916</c:v>
                </c:pt>
                <c:pt idx="1835">
                  <c:v>0.12035010940919</c:v>
                </c:pt>
                <c:pt idx="1836">
                  <c:v>0.120425029515938</c:v>
                </c:pt>
                <c:pt idx="1837">
                  <c:v>0.120535714285714</c:v>
                </c:pt>
                <c:pt idx="1838">
                  <c:v>0.12062256809338499</c:v>
                </c:pt>
                <c:pt idx="1839">
                  <c:v>0.120715350223546</c:v>
                </c:pt>
                <c:pt idx="1840">
                  <c:v>0.12087912087912001</c:v>
                </c:pt>
                <c:pt idx="1841">
                  <c:v>0.12087912087912001</c:v>
                </c:pt>
                <c:pt idx="1842">
                  <c:v>0.12093023255813901</c:v>
                </c:pt>
                <c:pt idx="1843">
                  <c:v>0.12093023255813901</c:v>
                </c:pt>
                <c:pt idx="1844">
                  <c:v>0.121004566210045</c:v>
                </c:pt>
                <c:pt idx="1845">
                  <c:v>0.121004566210045</c:v>
                </c:pt>
                <c:pt idx="1846">
                  <c:v>0.121052631578947</c:v>
                </c:pt>
                <c:pt idx="1847">
                  <c:v>0.12106135986733001</c:v>
                </c:pt>
                <c:pt idx="1848">
                  <c:v>0.12121212121212099</c:v>
                </c:pt>
                <c:pt idx="1849">
                  <c:v>0.12124849939976</c:v>
                </c:pt>
                <c:pt idx="1850">
                  <c:v>0.121301775147929</c:v>
                </c:pt>
                <c:pt idx="1851">
                  <c:v>0.121343445287107</c:v>
                </c:pt>
                <c:pt idx="1852">
                  <c:v>0.12138728323699401</c:v>
                </c:pt>
                <c:pt idx="1853">
                  <c:v>0.121399176954732</c:v>
                </c:pt>
                <c:pt idx="1854">
                  <c:v>0.12141652613828</c:v>
                </c:pt>
                <c:pt idx="1855">
                  <c:v>0.12141652613828</c:v>
                </c:pt>
                <c:pt idx="1856">
                  <c:v>0.121495327102803</c:v>
                </c:pt>
                <c:pt idx="1857">
                  <c:v>0.121495327102803</c:v>
                </c:pt>
                <c:pt idx="1858">
                  <c:v>0.12153518123667301</c:v>
                </c:pt>
                <c:pt idx="1859">
                  <c:v>0.121580547112462</c:v>
                </c:pt>
                <c:pt idx="1860">
                  <c:v>0.121588089330024</c:v>
                </c:pt>
                <c:pt idx="1861">
                  <c:v>0.121739130434782</c:v>
                </c:pt>
                <c:pt idx="1862">
                  <c:v>0.121771217712177</c:v>
                </c:pt>
                <c:pt idx="1863">
                  <c:v>0.121874999999999</c:v>
                </c:pt>
                <c:pt idx="1864">
                  <c:v>0.121874999999999</c:v>
                </c:pt>
                <c:pt idx="1865">
                  <c:v>0.12195121951219499</c:v>
                </c:pt>
                <c:pt idx="1866">
                  <c:v>0.12206572769953</c:v>
                </c:pt>
                <c:pt idx="1867">
                  <c:v>0.12206572769953</c:v>
                </c:pt>
                <c:pt idx="1868">
                  <c:v>0.12206572769953</c:v>
                </c:pt>
                <c:pt idx="1869">
                  <c:v>0.12206572769953</c:v>
                </c:pt>
                <c:pt idx="1870">
                  <c:v>0.122093023255813</c:v>
                </c:pt>
                <c:pt idx="1871">
                  <c:v>0.122093023255813</c:v>
                </c:pt>
                <c:pt idx="1872">
                  <c:v>0.122171945701357</c:v>
                </c:pt>
                <c:pt idx="1873">
                  <c:v>0.122171945701357</c:v>
                </c:pt>
                <c:pt idx="1874">
                  <c:v>0.122171945701357</c:v>
                </c:pt>
                <c:pt idx="1875">
                  <c:v>0.122175732217573</c:v>
                </c:pt>
                <c:pt idx="1876">
                  <c:v>0.12219451371571</c:v>
                </c:pt>
                <c:pt idx="1877">
                  <c:v>0.12230215827338101</c:v>
                </c:pt>
                <c:pt idx="1878">
                  <c:v>0.122362869198312</c:v>
                </c:pt>
                <c:pt idx="1879">
                  <c:v>0.122362869198312</c:v>
                </c:pt>
                <c:pt idx="1880">
                  <c:v>0.122362869198312</c:v>
                </c:pt>
                <c:pt idx="1881">
                  <c:v>0.122401847575057</c:v>
                </c:pt>
                <c:pt idx="1882">
                  <c:v>0.122471910112359</c:v>
                </c:pt>
                <c:pt idx="1883">
                  <c:v>0.122471910112359</c:v>
                </c:pt>
                <c:pt idx="1884">
                  <c:v>0.122559652928416</c:v>
                </c:pt>
                <c:pt idx="1885">
                  <c:v>0.12258064516129</c:v>
                </c:pt>
                <c:pt idx="1886">
                  <c:v>0.12258953168044</c:v>
                </c:pt>
                <c:pt idx="1887">
                  <c:v>0.122619047619047</c:v>
                </c:pt>
                <c:pt idx="1888">
                  <c:v>0.12266666666666599</c:v>
                </c:pt>
                <c:pt idx="1889">
                  <c:v>0.12267657992565</c:v>
                </c:pt>
                <c:pt idx="1890">
                  <c:v>0.12268518518518499</c:v>
                </c:pt>
                <c:pt idx="1891">
                  <c:v>0.12268518518518499</c:v>
                </c:pt>
                <c:pt idx="1892">
                  <c:v>0.12268518518518499</c:v>
                </c:pt>
                <c:pt idx="1893">
                  <c:v>0.122727272727272</c:v>
                </c:pt>
                <c:pt idx="1894">
                  <c:v>0.12274578243164599</c:v>
                </c:pt>
                <c:pt idx="1895">
                  <c:v>0.122837370242214</c:v>
                </c:pt>
                <c:pt idx="1896">
                  <c:v>0.122837370242214</c:v>
                </c:pt>
                <c:pt idx="1897">
                  <c:v>0.122837370242214</c:v>
                </c:pt>
                <c:pt idx="1898">
                  <c:v>0.123076923076923</c:v>
                </c:pt>
                <c:pt idx="1899">
                  <c:v>0.123076923076923</c:v>
                </c:pt>
                <c:pt idx="1900">
                  <c:v>0.123076923076923</c:v>
                </c:pt>
                <c:pt idx="1901">
                  <c:v>0.12311557788944701</c:v>
                </c:pt>
                <c:pt idx="1902">
                  <c:v>0.123222748815165</c:v>
                </c:pt>
                <c:pt idx="1903">
                  <c:v>0.12325285895806801</c:v>
                </c:pt>
                <c:pt idx="1904">
                  <c:v>0.12336719883889601</c:v>
                </c:pt>
                <c:pt idx="1905">
                  <c:v>0.123411978221415</c:v>
                </c:pt>
                <c:pt idx="1906">
                  <c:v>0.123473541383989</c:v>
                </c:pt>
                <c:pt idx="1907">
                  <c:v>0.123486682808716</c:v>
                </c:pt>
                <c:pt idx="1908">
                  <c:v>0.123595505617977</c:v>
                </c:pt>
                <c:pt idx="1909">
                  <c:v>0.12366412213740401</c:v>
                </c:pt>
                <c:pt idx="1910">
                  <c:v>0.12378640776699</c:v>
                </c:pt>
                <c:pt idx="1911">
                  <c:v>0.12384473197781801</c:v>
                </c:pt>
                <c:pt idx="1912">
                  <c:v>0.123863636363636</c:v>
                </c:pt>
                <c:pt idx="1913">
                  <c:v>0.123873873873873</c:v>
                </c:pt>
                <c:pt idx="1914">
                  <c:v>0.12393162393162301</c:v>
                </c:pt>
                <c:pt idx="1915">
                  <c:v>0.123955431754874</c:v>
                </c:pt>
                <c:pt idx="1916">
                  <c:v>0.12418627941912801</c:v>
                </c:pt>
                <c:pt idx="1917">
                  <c:v>0.12430426716141001</c:v>
                </c:pt>
                <c:pt idx="1918">
                  <c:v>0.12430426716141001</c:v>
                </c:pt>
                <c:pt idx="1919">
                  <c:v>0.124401913875598</c:v>
                </c:pt>
                <c:pt idx="1920">
                  <c:v>0.124444444444444</c:v>
                </c:pt>
                <c:pt idx="1921">
                  <c:v>0.124444444444444</c:v>
                </c:pt>
                <c:pt idx="1922">
                  <c:v>0.124546553808948</c:v>
                </c:pt>
                <c:pt idx="1923">
                  <c:v>0.124567474048442</c:v>
                </c:pt>
                <c:pt idx="1924">
                  <c:v>0.124586549062844</c:v>
                </c:pt>
                <c:pt idx="1925">
                  <c:v>0.124726477024069</c:v>
                </c:pt>
                <c:pt idx="1926">
                  <c:v>0.124824684431977</c:v>
                </c:pt>
                <c:pt idx="1927">
                  <c:v>0.12486187845303801</c:v>
                </c:pt>
                <c:pt idx="1928">
                  <c:v>0.125</c:v>
                </c:pt>
                <c:pt idx="1929">
                  <c:v>0.125</c:v>
                </c:pt>
                <c:pt idx="1930">
                  <c:v>0.125</c:v>
                </c:pt>
                <c:pt idx="1931">
                  <c:v>0.125150421179301</c:v>
                </c:pt>
                <c:pt idx="1932">
                  <c:v>0.125150421179301</c:v>
                </c:pt>
                <c:pt idx="1933">
                  <c:v>0.12526539278131599</c:v>
                </c:pt>
                <c:pt idx="1934">
                  <c:v>0.125279642058165</c:v>
                </c:pt>
                <c:pt idx="1935">
                  <c:v>0.12541254125412499</c:v>
                </c:pt>
                <c:pt idx="1936">
                  <c:v>0.12545454545454501</c:v>
                </c:pt>
                <c:pt idx="1937">
                  <c:v>0.12545454545454501</c:v>
                </c:pt>
                <c:pt idx="1938">
                  <c:v>0.12552891396332799</c:v>
                </c:pt>
                <c:pt idx="1939">
                  <c:v>0.12556053811659099</c:v>
                </c:pt>
                <c:pt idx="1940">
                  <c:v>0.125748502994011</c:v>
                </c:pt>
                <c:pt idx="1941">
                  <c:v>0.125886524822695</c:v>
                </c:pt>
                <c:pt idx="1942">
                  <c:v>0.125886524822695</c:v>
                </c:pt>
                <c:pt idx="1943">
                  <c:v>0.12596401028277601</c:v>
                </c:pt>
                <c:pt idx="1944">
                  <c:v>0.126019945602901</c:v>
                </c:pt>
                <c:pt idx="1945">
                  <c:v>0.126019945602901</c:v>
                </c:pt>
                <c:pt idx="1946">
                  <c:v>0.126033057851239</c:v>
                </c:pt>
                <c:pt idx="1947">
                  <c:v>0.12606837606837601</c:v>
                </c:pt>
                <c:pt idx="1948">
                  <c:v>0.12608695652173901</c:v>
                </c:pt>
                <c:pt idx="1949">
                  <c:v>0.12618296529968401</c:v>
                </c:pt>
                <c:pt idx="1950">
                  <c:v>0.12619047619047599</c:v>
                </c:pt>
                <c:pt idx="1951">
                  <c:v>0.12621359223300899</c:v>
                </c:pt>
                <c:pt idx="1952">
                  <c:v>0.12635379061371799</c:v>
                </c:pt>
                <c:pt idx="1953">
                  <c:v>0.126436781609195</c:v>
                </c:pt>
                <c:pt idx="1954">
                  <c:v>0.126442548921224</c:v>
                </c:pt>
                <c:pt idx="1955">
                  <c:v>0.126491646778043</c:v>
                </c:pt>
                <c:pt idx="1956">
                  <c:v>0.12652068126520599</c:v>
                </c:pt>
                <c:pt idx="1957">
                  <c:v>0.12653061224489701</c:v>
                </c:pt>
                <c:pt idx="1958">
                  <c:v>0.12668161434977501</c:v>
                </c:pt>
                <c:pt idx="1959">
                  <c:v>0.12673611111111099</c:v>
                </c:pt>
                <c:pt idx="1960">
                  <c:v>0.12673611111111099</c:v>
                </c:pt>
                <c:pt idx="1961">
                  <c:v>0.12673611111111099</c:v>
                </c:pt>
                <c:pt idx="1962">
                  <c:v>0.12673611111111099</c:v>
                </c:pt>
                <c:pt idx="1963">
                  <c:v>0.12673611111111099</c:v>
                </c:pt>
                <c:pt idx="1964">
                  <c:v>0.12673611111111099</c:v>
                </c:pt>
                <c:pt idx="1965">
                  <c:v>0.12681638044914101</c:v>
                </c:pt>
                <c:pt idx="1966">
                  <c:v>0.126888217522658</c:v>
                </c:pt>
                <c:pt idx="1967">
                  <c:v>0.126890756302521</c:v>
                </c:pt>
                <c:pt idx="1968">
                  <c:v>0.12690355329949199</c:v>
                </c:pt>
                <c:pt idx="1969">
                  <c:v>0.12692763938315499</c:v>
                </c:pt>
                <c:pt idx="1970">
                  <c:v>0.126948775055679</c:v>
                </c:pt>
                <c:pt idx="1971">
                  <c:v>0.12711864406779599</c:v>
                </c:pt>
                <c:pt idx="1972">
                  <c:v>0.127158555729984</c:v>
                </c:pt>
                <c:pt idx="1973">
                  <c:v>0.127158555729984</c:v>
                </c:pt>
                <c:pt idx="1974">
                  <c:v>0.12716763005780299</c:v>
                </c:pt>
                <c:pt idx="1975">
                  <c:v>0.12724550898203499</c:v>
                </c:pt>
                <c:pt idx="1976">
                  <c:v>0.12727272727272701</c:v>
                </c:pt>
                <c:pt idx="1977">
                  <c:v>0.12734082397003699</c:v>
                </c:pt>
                <c:pt idx="1978">
                  <c:v>0.12735849056603701</c:v>
                </c:pt>
                <c:pt idx="1979">
                  <c:v>0.12735849056603701</c:v>
                </c:pt>
                <c:pt idx="1980">
                  <c:v>0.12735849056603701</c:v>
                </c:pt>
                <c:pt idx="1981">
                  <c:v>0.12755102040816299</c:v>
                </c:pt>
                <c:pt idx="1982">
                  <c:v>0.12758201701093499</c:v>
                </c:pt>
                <c:pt idx="1983">
                  <c:v>0.12763320941759601</c:v>
                </c:pt>
                <c:pt idx="1984">
                  <c:v>0.12765957446808501</c:v>
                </c:pt>
                <c:pt idx="1985">
                  <c:v>0.12765957446808501</c:v>
                </c:pt>
                <c:pt idx="1986">
                  <c:v>0.127710843373493</c:v>
                </c:pt>
                <c:pt idx="1987">
                  <c:v>0.127737226277372</c:v>
                </c:pt>
                <c:pt idx="1988">
                  <c:v>0.12780269058295901</c:v>
                </c:pt>
                <c:pt idx="1989">
                  <c:v>0.12781954887218</c:v>
                </c:pt>
                <c:pt idx="1990">
                  <c:v>0.12782956058588499</c:v>
                </c:pt>
                <c:pt idx="1991">
                  <c:v>0.12788632326820601</c:v>
                </c:pt>
                <c:pt idx="1992">
                  <c:v>0.12788632326820601</c:v>
                </c:pt>
                <c:pt idx="1993">
                  <c:v>0.127919320594479</c:v>
                </c:pt>
                <c:pt idx="1994">
                  <c:v>0.12797167425392</c:v>
                </c:pt>
                <c:pt idx="1995">
                  <c:v>0.12801484230055599</c:v>
                </c:pt>
                <c:pt idx="1996">
                  <c:v>0.12803532008829999</c:v>
                </c:pt>
                <c:pt idx="1997">
                  <c:v>0.128084606345475</c:v>
                </c:pt>
                <c:pt idx="1998">
                  <c:v>0.12817617165443199</c:v>
                </c:pt>
                <c:pt idx="1999">
                  <c:v>0.12831858407079599</c:v>
                </c:pt>
                <c:pt idx="2000">
                  <c:v>0.12847965738757999</c:v>
                </c:pt>
                <c:pt idx="2001">
                  <c:v>0.12849162011173099</c:v>
                </c:pt>
                <c:pt idx="2002">
                  <c:v>0.128571428571428</c:v>
                </c:pt>
                <c:pt idx="2003">
                  <c:v>0.128571428571428</c:v>
                </c:pt>
                <c:pt idx="2004">
                  <c:v>0.12869565217391299</c:v>
                </c:pt>
                <c:pt idx="2005">
                  <c:v>0.128755364806866</c:v>
                </c:pt>
                <c:pt idx="2006">
                  <c:v>0.128755364806866</c:v>
                </c:pt>
                <c:pt idx="2007">
                  <c:v>0.12881355932203301</c:v>
                </c:pt>
                <c:pt idx="2008">
                  <c:v>0.128826530612244</c:v>
                </c:pt>
                <c:pt idx="2009">
                  <c:v>0.128953771289537</c:v>
                </c:pt>
                <c:pt idx="2010">
                  <c:v>0.12903225806451599</c:v>
                </c:pt>
                <c:pt idx="2011">
                  <c:v>0.12909090909090901</c:v>
                </c:pt>
                <c:pt idx="2012">
                  <c:v>0.129117959617428</c:v>
                </c:pt>
                <c:pt idx="2013">
                  <c:v>0.12912912912912899</c:v>
                </c:pt>
                <c:pt idx="2014">
                  <c:v>0.12916666666666601</c:v>
                </c:pt>
                <c:pt idx="2015">
                  <c:v>0.12921348314606701</c:v>
                </c:pt>
                <c:pt idx="2016">
                  <c:v>0.129263913824057</c:v>
                </c:pt>
                <c:pt idx="2017">
                  <c:v>0.12932604735883399</c:v>
                </c:pt>
                <c:pt idx="2018">
                  <c:v>0.12939001848428799</c:v>
                </c:pt>
                <c:pt idx="2019">
                  <c:v>0.129411764705882</c:v>
                </c:pt>
                <c:pt idx="2020">
                  <c:v>0.12946158499697499</c:v>
                </c:pt>
                <c:pt idx="2021">
                  <c:v>0.12956810631229199</c:v>
                </c:pt>
                <c:pt idx="2022">
                  <c:v>0.12956810631229199</c:v>
                </c:pt>
                <c:pt idx="2023">
                  <c:v>0.12967914438502601</c:v>
                </c:pt>
                <c:pt idx="2024">
                  <c:v>0.129707112970711</c:v>
                </c:pt>
                <c:pt idx="2025">
                  <c:v>0.12977099236641201</c:v>
                </c:pt>
                <c:pt idx="2026">
                  <c:v>0.12980769230769201</c:v>
                </c:pt>
                <c:pt idx="2027">
                  <c:v>0.12984822934232701</c:v>
                </c:pt>
                <c:pt idx="2028">
                  <c:v>0.129870129870129</c:v>
                </c:pt>
                <c:pt idx="2029">
                  <c:v>0.129947722180731</c:v>
                </c:pt>
                <c:pt idx="2030">
                  <c:v>0.12998266897746899</c:v>
                </c:pt>
                <c:pt idx="2031">
                  <c:v>0.13009049773755599</c:v>
                </c:pt>
                <c:pt idx="2032">
                  <c:v>0.130111524163568</c:v>
                </c:pt>
                <c:pt idx="2033">
                  <c:v>0.13023255813953399</c:v>
                </c:pt>
                <c:pt idx="2034">
                  <c:v>0.13026052104208399</c:v>
                </c:pt>
                <c:pt idx="2035">
                  <c:v>0.13026819923371599</c:v>
                </c:pt>
                <c:pt idx="2036">
                  <c:v>0.13030303030303</c:v>
                </c:pt>
                <c:pt idx="2037">
                  <c:v>0.13038277511961699</c:v>
                </c:pt>
                <c:pt idx="2038">
                  <c:v>0.13053613053613</c:v>
                </c:pt>
                <c:pt idx="2039">
                  <c:v>0.13062568605927499</c:v>
                </c:pt>
                <c:pt idx="2040">
                  <c:v>0.13069544364508401</c:v>
                </c:pt>
                <c:pt idx="2041">
                  <c:v>0.13073005093378601</c:v>
                </c:pt>
                <c:pt idx="2042">
                  <c:v>0.13081395348837199</c:v>
                </c:pt>
                <c:pt idx="2043">
                  <c:v>0.13085234093637399</c:v>
                </c:pt>
                <c:pt idx="2044">
                  <c:v>0.130968622100954</c:v>
                </c:pt>
                <c:pt idx="2045">
                  <c:v>0.13100436681222699</c:v>
                </c:pt>
                <c:pt idx="2046">
                  <c:v>0.131108462455303</c:v>
                </c:pt>
                <c:pt idx="2047">
                  <c:v>0.13118279569892399</c:v>
                </c:pt>
                <c:pt idx="2048">
                  <c:v>0.13131313131313099</c:v>
                </c:pt>
                <c:pt idx="2049">
                  <c:v>0.13138686131386801</c:v>
                </c:pt>
                <c:pt idx="2050">
                  <c:v>0.13153153153153099</c:v>
                </c:pt>
                <c:pt idx="2051">
                  <c:v>0.131537242472266</c:v>
                </c:pt>
                <c:pt idx="2052">
                  <c:v>0.13164556962025301</c:v>
                </c:pt>
                <c:pt idx="2053">
                  <c:v>0.13167259786476801</c:v>
                </c:pt>
                <c:pt idx="2054">
                  <c:v>0.13170731707316999</c:v>
                </c:pt>
                <c:pt idx="2055">
                  <c:v>0.13186813186813101</c:v>
                </c:pt>
                <c:pt idx="2056">
                  <c:v>0.13190730837789599</c:v>
                </c:pt>
                <c:pt idx="2057">
                  <c:v>0.131914893617021</c:v>
                </c:pt>
                <c:pt idx="2058">
                  <c:v>0.131914893617021</c:v>
                </c:pt>
                <c:pt idx="2059">
                  <c:v>0.131944444444444</c:v>
                </c:pt>
                <c:pt idx="2060">
                  <c:v>0.131991051454138</c:v>
                </c:pt>
                <c:pt idx="2061">
                  <c:v>0.13211382113821099</c:v>
                </c:pt>
                <c:pt idx="2062">
                  <c:v>0.132216014897579</c:v>
                </c:pt>
                <c:pt idx="2063">
                  <c:v>0.132216014897579</c:v>
                </c:pt>
                <c:pt idx="2064">
                  <c:v>0.132216014897579</c:v>
                </c:pt>
                <c:pt idx="2065">
                  <c:v>0.13229571984435701</c:v>
                </c:pt>
                <c:pt idx="2066">
                  <c:v>0.13233082706766899</c:v>
                </c:pt>
                <c:pt idx="2067">
                  <c:v>0.13238512035010899</c:v>
                </c:pt>
                <c:pt idx="2068">
                  <c:v>0.13240418118466901</c:v>
                </c:pt>
                <c:pt idx="2069">
                  <c:v>0.13240857503152501</c:v>
                </c:pt>
                <c:pt idx="2070">
                  <c:v>0.132416787264833</c:v>
                </c:pt>
                <c:pt idx="2071">
                  <c:v>0.13248847926267199</c:v>
                </c:pt>
                <c:pt idx="2072">
                  <c:v>0.132492113564668</c:v>
                </c:pt>
                <c:pt idx="2073">
                  <c:v>0.132530120481927</c:v>
                </c:pt>
                <c:pt idx="2074">
                  <c:v>0.132569558101472</c:v>
                </c:pt>
                <c:pt idx="2075">
                  <c:v>0.13263525305410101</c:v>
                </c:pt>
                <c:pt idx="2076">
                  <c:v>0.13270142180094699</c:v>
                </c:pt>
                <c:pt idx="2077">
                  <c:v>0.13270142180094699</c:v>
                </c:pt>
                <c:pt idx="2078">
                  <c:v>0.13276836158192001</c:v>
                </c:pt>
                <c:pt idx="2079">
                  <c:v>0.13283582089552201</c:v>
                </c:pt>
                <c:pt idx="2080">
                  <c:v>0.133089133089133</c:v>
                </c:pt>
                <c:pt idx="2081">
                  <c:v>0.13317191283292901</c:v>
                </c:pt>
                <c:pt idx="2082">
                  <c:v>0.13317757009345699</c:v>
                </c:pt>
                <c:pt idx="2083">
                  <c:v>0.133187772925764</c:v>
                </c:pt>
                <c:pt idx="2084">
                  <c:v>0.13321492007104699</c:v>
                </c:pt>
                <c:pt idx="2085">
                  <c:v>0.133333333333333</c:v>
                </c:pt>
                <c:pt idx="2086">
                  <c:v>0.133333333333333</c:v>
                </c:pt>
                <c:pt idx="2087">
                  <c:v>0.133333333333333</c:v>
                </c:pt>
                <c:pt idx="2088">
                  <c:v>0.133333333333333</c:v>
                </c:pt>
                <c:pt idx="2089">
                  <c:v>0.13344051446945299</c:v>
                </c:pt>
                <c:pt idx="2090">
                  <c:v>0.13358778625954201</c:v>
                </c:pt>
                <c:pt idx="2091">
                  <c:v>0.13362068965517199</c:v>
                </c:pt>
                <c:pt idx="2092">
                  <c:v>0.133786848072562</c:v>
                </c:pt>
                <c:pt idx="2093">
                  <c:v>0.13387978142076501</c:v>
                </c:pt>
                <c:pt idx="2094">
                  <c:v>0.13388625592417</c:v>
                </c:pt>
                <c:pt idx="2095">
                  <c:v>0.13389626055488499</c:v>
                </c:pt>
                <c:pt idx="2096">
                  <c:v>0.13392857142857101</c:v>
                </c:pt>
                <c:pt idx="2097">
                  <c:v>0.13393810032017001</c:v>
                </c:pt>
                <c:pt idx="2098">
                  <c:v>0.13396226415094301</c:v>
                </c:pt>
                <c:pt idx="2099">
                  <c:v>0.13396226415094301</c:v>
                </c:pt>
                <c:pt idx="2100">
                  <c:v>0.134042553191489</c:v>
                </c:pt>
                <c:pt idx="2101">
                  <c:v>0.13424657534246501</c:v>
                </c:pt>
                <c:pt idx="2102">
                  <c:v>0.13441955193482599</c:v>
                </c:pt>
                <c:pt idx="2103">
                  <c:v>0.13443983402489601</c:v>
                </c:pt>
                <c:pt idx="2104">
                  <c:v>0.13445378151260501</c:v>
                </c:pt>
                <c:pt idx="2105">
                  <c:v>0.13448735019973301</c:v>
                </c:pt>
                <c:pt idx="2106">
                  <c:v>0.134499726626571</c:v>
                </c:pt>
                <c:pt idx="2107">
                  <c:v>0.134499726626571</c:v>
                </c:pt>
                <c:pt idx="2108">
                  <c:v>0.134517766497461</c:v>
                </c:pt>
                <c:pt idx="2109">
                  <c:v>0.13459399332591701</c:v>
                </c:pt>
                <c:pt idx="2110">
                  <c:v>0.134615384615384</c:v>
                </c:pt>
                <c:pt idx="2111">
                  <c:v>0.134615384615384</c:v>
                </c:pt>
                <c:pt idx="2112">
                  <c:v>0.134751773049645</c:v>
                </c:pt>
                <c:pt idx="2113">
                  <c:v>0.134765625</c:v>
                </c:pt>
                <c:pt idx="2114">
                  <c:v>0.134812286689419</c:v>
                </c:pt>
                <c:pt idx="2115">
                  <c:v>0.134812286689419</c:v>
                </c:pt>
                <c:pt idx="2116">
                  <c:v>0.134930643127364</c:v>
                </c:pt>
                <c:pt idx="2117">
                  <c:v>0.13493530499075701</c:v>
                </c:pt>
                <c:pt idx="2118">
                  <c:v>0.13509749303621099</c:v>
                </c:pt>
                <c:pt idx="2119">
                  <c:v>0.13512035010940901</c:v>
                </c:pt>
                <c:pt idx="2120">
                  <c:v>0.135135135135135</c:v>
                </c:pt>
                <c:pt idx="2121">
                  <c:v>0.135135135135135</c:v>
                </c:pt>
                <c:pt idx="2122">
                  <c:v>0.13529411764705801</c:v>
                </c:pt>
                <c:pt idx="2123">
                  <c:v>0.13535589264877401</c:v>
                </c:pt>
                <c:pt idx="2124">
                  <c:v>0.13549160671462801</c:v>
                </c:pt>
                <c:pt idx="2125">
                  <c:v>0.13549160671462801</c:v>
                </c:pt>
                <c:pt idx="2126">
                  <c:v>0.13553113553113499</c:v>
                </c:pt>
                <c:pt idx="2127">
                  <c:v>0.135672514619882</c:v>
                </c:pt>
                <c:pt idx="2128">
                  <c:v>0.135749385749385</c:v>
                </c:pt>
                <c:pt idx="2129">
                  <c:v>0.135749385749385</c:v>
                </c:pt>
                <c:pt idx="2130">
                  <c:v>0.135838150289017</c:v>
                </c:pt>
                <c:pt idx="2131">
                  <c:v>0.13590263691683499</c:v>
                </c:pt>
                <c:pt idx="2132">
                  <c:v>0.13590263691683499</c:v>
                </c:pt>
                <c:pt idx="2133">
                  <c:v>0.13596491228070101</c:v>
                </c:pt>
                <c:pt idx="2134">
                  <c:v>0.136038186157517</c:v>
                </c:pt>
                <c:pt idx="2135">
                  <c:v>0.13609467455621299</c:v>
                </c:pt>
                <c:pt idx="2136">
                  <c:v>0.13636363636363599</c:v>
                </c:pt>
                <c:pt idx="2137">
                  <c:v>0.13636363636363599</c:v>
                </c:pt>
                <c:pt idx="2138">
                  <c:v>0.136416184971098</c:v>
                </c:pt>
                <c:pt idx="2139">
                  <c:v>0.13647058823529401</c:v>
                </c:pt>
                <c:pt idx="2140">
                  <c:v>0.13649425287356301</c:v>
                </c:pt>
                <c:pt idx="2141">
                  <c:v>0.136563876651982</c:v>
                </c:pt>
                <c:pt idx="2142">
                  <c:v>0.136579572446555</c:v>
                </c:pt>
                <c:pt idx="2143">
                  <c:v>0.13660245183887901</c:v>
                </c:pt>
                <c:pt idx="2144">
                  <c:v>0.13663133097762001</c:v>
                </c:pt>
                <c:pt idx="2145">
                  <c:v>0.13667425968109301</c:v>
                </c:pt>
                <c:pt idx="2146">
                  <c:v>0.13671875</c:v>
                </c:pt>
                <c:pt idx="2147">
                  <c:v>0.13673469387755099</c:v>
                </c:pt>
                <c:pt idx="2148">
                  <c:v>0.13675213675213599</c:v>
                </c:pt>
                <c:pt idx="2149">
                  <c:v>0.13687782805429799</c:v>
                </c:pt>
                <c:pt idx="2150">
                  <c:v>0.13695652173913</c:v>
                </c:pt>
                <c:pt idx="2151">
                  <c:v>0.136994568497284</c:v>
                </c:pt>
                <c:pt idx="2152">
                  <c:v>0.13701067615658299</c:v>
                </c:pt>
                <c:pt idx="2153">
                  <c:v>0.13725490196078399</c:v>
                </c:pt>
                <c:pt idx="2154">
                  <c:v>0.13744075829383801</c:v>
                </c:pt>
                <c:pt idx="2155">
                  <c:v>0.13753213367609199</c:v>
                </c:pt>
                <c:pt idx="2156">
                  <c:v>0.137637028014616</c:v>
                </c:pt>
                <c:pt idx="2157">
                  <c:v>0.13764510779436101</c:v>
                </c:pt>
                <c:pt idx="2158">
                  <c:v>0.13773148148148101</c:v>
                </c:pt>
                <c:pt idx="2159">
                  <c:v>0.13775510204081601</c:v>
                </c:pt>
                <c:pt idx="2160">
                  <c:v>0.13778990450204601</c:v>
                </c:pt>
                <c:pt idx="2161">
                  <c:v>0.137876386687797</c:v>
                </c:pt>
                <c:pt idx="2162">
                  <c:v>0.13788098693758999</c:v>
                </c:pt>
                <c:pt idx="2163">
                  <c:v>0.13788968824940001</c:v>
                </c:pt>
                <c:pt idx="2164">
                  <c:v>0.13793103448275801</c:v>
                </c:pt>
                <c:pt idx="2165">
                  <c:v>0.13793103448275801</c:v>
                </c:pt>
                <c:pt idx="2166">
                  <c:v>0.13793103448275801</c:v>
                </c:pt>
                <c:pt idx="2167">
                  <c:v>0.13793103448275801</c:v>
                </c:pt>
                <c:pt idx="2168">
                  <c:v>0.13793103448275801</c:v>
                </c:pt>
                <c:pt idx="2169">
                  <c:v>0.13793103448275801</c:v>
                </c:pt>
                <c:pt idx="2170">
                  <c:v>0.137992831541218</c:v>
                </c:pt>
                <c:pt idx="2171">
                  <c:v>0.138004246284501</c:v>
                </c:pt>
                <c:pt idx="2172">
                  <c:v>0.138041733547351</c:v>
                </c:pt>
                <c:pt idx="2173">
                  <c:v>0.13809523809523799</c:v>
                </c:pt>
                <c:pt idx="2174">
                  <c:v>0.13809523809523799</c:v>
                </c:pt>
                <c:pt idx="2175">
                  <c:v>0.13818181818181799</c:v>
                </c:pt>
                <c:pt idx="2176">
                  <c:v>0.13822894168466501</c:v>
                </c:pt>
                <c:pt idx="2177">
                  <c:v>0.13823368074602199</c:v>
                </c:pt>
                <c:pt idx="2178">
                  <c:v>0.13831258644536601</c:v>
                </c:pt>
                <c:pt idx="2179">
                  <c:v>0.138461538461538</c:v>
                </c:pt>
                <c:pt idx="2180">
                  <c:v>0.138461538461538</c:v>
                </c:pt>
                <c:pt idx="2181">
                  <c:v>0.138461538461538</c:v>
                </c:pt>
                <c:pt idx="2182">
                  <c:v>0.138461538461538</c:v>
                </c:pt>
                <c:pt idx="2183">
                  <c:v>0.138528138528138</c:v>
                </c:pt>
                <c:pt idx="2184">
                  <c:v>0.13857677902621701</c:v>
                </c:pt>
                <c:pt idx="2185">
                  <c:v>0.13859790491539001</c:v>
                </c:pt>
                <c:pt idx="2186">
                  <c:v>0.13868613138686101</c:v>
                </c:pt>
                <c:pt idx="2187">
                  <c:v>0.13868613138686101</c:v>
                </c:pt>
                <c:pt idx="2188">
                  <c:v>0.13871635610766</c:v>
                </c:pt>
                <c:pt idx="2189">
                  <c:v>0.13872832369942101</c:v>
                </c:pt>
                <c:pt idx="2190">
                  <c:v>0.13875598086124299</c:v>
                </c:pt>
                <c:pt idx="2191">
                  <c:v>0.13888888888888801</c:v>
                </c:pt>
                <c:pt idx="2192">
                  <c:v>0.13893129770992299</c:v>
                </c:pt>
                <c:pt idx="2193">
                  <c:v>0.13893129770992299</c:v>
                </c:pt>
                <c:pt idx="2194">
                  <c:v>0.13893653516294999</c:v>
                </c:pt>
                <c:pt idx="2195">
                  <c:v>0.13898916967509001</c:v>
                </c:pt>
                <c:pt idx="2196">
                  <c:v>0.13898916967509001</c:v>
                </c:pt>
                <c:pt idx="2197">
                  <c:v>0.139013452914798</c:v>
                </c:pt>
                <c:pt idx="2198">
                  <c:v>0.139047619047619</c:v>
                </c:pt>
                <c:pt idx="2199">
                  <c:v>0.13905930470347599</c:v>
                </c:pt>
                <c:pt idx="2200">
                  <c:v>0.13908872901678601</c:v>
                </c:pt>
                <c:pt idx="2201">
                  <c:v>0.13914656771799599</c:v>
                </c:pt>
                <c:pt idx="2202">
                  <c:v>0.13916666666666599</c:v>
                </c:pt>
                <c:pt idx="2203">
                  <c:v>0.13931523022432099</c:v>
                </c:pt>
                <c:pt idx="2204">
                  <c:v>0.13934426229508201</c:v>
                </c:pt>
                <c:pt idx="2205">
                  <c:v>0.13938053097345099</c:v>
                </c:pt>
                <c:pt idx="2206">
                  <c:v>0.13951612903225699</c:v>
                </c:pt>
                <c:pt idx="2207">
                  <c:v>0.13953488372093001</c:v>
                </c:pt>
                <c:pt idx="2208">
                  <c:v>0.13953488372093001</c:v>
                </c:pt>
                <c:pt idx="2209">
                  <c:v>0.13953488372093001</c:v>
                </c:pt>
                <c:pt idx="2210">
                  <c:v>0.13953488372093001</c:v>
                </c:pt>
                <c:pt idx="2211">
                  <c:v>0.13957934990439699</c:v>
                </c:pt>
                <c:pt idx="2212">
                  <c:v>0.13959390862944099</c:v>
                </c:pt>
                <c:pt idx="2213">
                  <c:v>0.13960113960113901</c:v>
                </c:pt>
                <c:pt idx="2214">
                  <c:v>0.13966480446927301</c:v>
                </c:pt>
                <c:pt idx="2215">
                  <c:v>0.13973799126637501</c:v>
                </c:pt>
                <c:pt idx="2216">
                  <c:v>0.139763779527559</c:v>
                </c:pt>
                <c:pt idx="2217">
                  <c:v>0.14002828854314001</c:v>
                </c:pt>
                <c:pt idx="2218">
                  <c:v>0.140035906642728</c:v>
                </c:pt>
                <c:pt idx="2219">
                  <c:v>0.14004914004913999</c:v>
                </c:pt>
                <c:pt idx="2220">
                  <c:v>0.14007782101167299</c:v>
                </c:pt>
                <c:pt idx="2221">
                  <c:v>0.14016736401673599</c:v>
                </c:pt>
                <c:pt idx="2222">
                  <c:v>0.14024390243902399</c:v>
                </c:pt>
                <c:pt idx="2223">
                  <c:v>0.140350877192982</c:v>
                </c:pt>
                <c:pt idx="2224">
                  <c:v>0.140397350993377</c:v>
                </c:pt>
                <c:pt idx="2225">
                  <c:v>0.14045618247298899</c:v>
                </c:pt>
                <c:pt idx="2226">
                  <c:v>0.14052583862194001</c:v>
                </c:pt>
                <c:pt idx="2227">
                  <c:v>0.14053487152595601</c:v>
                </c:pt>
                <c:pt idx="2228">
                  <c:v>0.14057971014492701</c:v>
                </c:pt>
                <c:pt idx="2229">
                  <c:v>0.14058956916099699</c:v>
                </c:pt>
                <c:pt idx="2230">
                  <c:v>0.14058956916099699</c:v>
                </c:pt>
                <c:pt idx="2231">
                  <c:v>0.14074074074074</c:v>
                </c:pt>
                <c:pt idx="2232">
                  <c:v>0.14077669902912601</c:v>
                </c:pt>
                <c:pt idx="2233">
                  <c:v>0.140845070422535</c:v>
                </c:pt>
                <c:pt idx="2234">
                  <c:v>0.14093959731543601</c:v>
                </c:pt>
                <c:pt idx="2235">
                  <c:v>0.14093959731543601</c:v>
                </c:pt>
                <c:pt idx="2236">
                  <c:v>0.14096916299559401</c:v>
                </c:pt>
                <c:pt idx="2237">
                  <c:v>0.140996602491506</c:v>
                </c:pt>
                <c:pt idx="2238">
                  <c:v>0.14101057579318399</c:v>
                </c:pt>
                <c:pt idx="2239">
                  <c:v>0.14102564102564</c:v>
                </c:pt>
                <c:pt idx="2240">
                  <c:v>0.14102564102564</c:v>
                </c:pt>
                <c:pt idx="2241">
                  <c:v>0.14104193138500601</c:v>
                </c:pt>
                <c:pt idx="2242">
                  <c:v>0.141078838174273</c:v>
                </c:pt>
                <c:pt idx="2243">
                  <c:v>0.141263940520446</c:v>
                </c:pt>
                <c:pt idx="2244">
                  <c:v>0.141263940520446</c:v>
                </c:pt>
                <c:pt idx="2245">
                  <c:v>0.141304347826086</c:v>
                </c:pt>
                <c:pt idx="2246">
                  <c:v>0.141358024691357</c:v>
                </c:pt>
                <c:pt idx="2247">
                  <c:v>0.141494435612082</c:v>
                </c:pt>
                <c:pt idx="2248">
                  <c:v>0.141552511415525</c:v>
                </c:pt>
                <c:pt idx="2249">
                  <c:v>0.14155844155844099</c:v>
                </c:pt>
                <c:pt idx="2250">
                  <c:v>0.14159292035398199</c:v>
                </c:pt>
                <c:pt idx="2251">
                  <c:v>0.14163090128755301</c:v>
                </c:pt>
                <c:pt idx="2252">
                  <c:v>0.14163090128755301</c:v>
                </c:pt>
                <c:pt idx="2253">
                  <c:v>0.14170040485829899</c:v>
                </c:pt>
                <c:pt idx="2254">
                  <c:v>0.14171428571428499</c:v>
                </c:pt>
                <c:pt idx="2255">
                  <c:v>0.14189602446483099</c:v>
                </c:pt>
                <c:pt idx="2256">
                  <c:v>0.14190093708165899</c:v>
                </c:pt>
                <c:pt idx="2257">
                  <c:v>0.14191419141914099</c:v>
                </c:pt>
                <c:pt idx="2258">
                  <c:v>0.141993957703927</c:v>
                </c:pt>
                <c:pt idx="2259">
                  <c:v>0.14199759326113101</c:v>
                </c:pt>
                <c:pt idx="2260">
                  <c:v>0.14218009478672899</c:v>
                </c:pt>
                <c:pt idx="2261">
                  <c:v>0.142208774583963</c:v>
                </c:pt>
                <c:pt idx="2262">
                  <c:v>0.14221218961625201</c:v>
                </c:pt>
                <c:pt idx="2263">
                  <c:v>0.142231947483588</c:v>
                </c:pt>
                <c:pt idx="2264">
                  <c:v>0.142241379310344</c:v>
                </c:pt>
                <c:pt idx="2265">
                  <c:v>0.142307692307692</c:v>
                </c:pt>
                <c:pt idx="2266">
                  <c:v>0.14231499051233301</c:v>
                </c:pt>
                <c:pt idx="2267">
                  <c:v>0.142355008787346</c:v>
                </c:pt>
                <c:pt idx="2268">
                  <c:v>0.1424</c:v>
                </c:pt>
                <c:pt idx="2269">
                  <c:v>0.142510612492419</c:v>
                </c:pt>
                <c:pt idx="2270">
                  <c:v>0.14260563380281699</c:v>
                </c:pt>
                <c:pt idx="2271">
                  <c:v>0.14260563380281699</c:v>
                </c:pt>
                <c:pt idx="2272">
                  <c:v>0.14261168384879699</c:v>
                </c:pt>
                <c:pt idx="2273">
                  <c:v>0.14264487369985099</c:v>
                </c:pt>
                <c:pt idx="2274">
                  <c:v>0.14285714285714199</c:v>
                </c:pt>
                <c:pt idx="2275">
                  <c:v>0.14285714285714199</c:v>
                </c:pt>
                <c:pt idx="2276">
                  <c:v>0.14285714285714199</c:v>
                </c:pt>
                <c:pt idx="2277">
                  <c:v>0.14285714285714199</c:v>
                </c:pt>
                <c:pt idx="2278">
                  <c:v>0.14285714285714199</c:v>
                </c:pt>
                <c:pt idx="2279">
                  <c:v>0.14285714285714199</c:v>
                </c:pt>
                <c:pt idx="2280">
                  <c:v>0.14285714285714199</c:v>
                </c:pt>
                <c:pt idx="2281">
                  <c:v>0.143042912873862</c:v>
                </c:pt>
                <c:pt idx="2282">
                  <c:v>0.14319248826291001</c:v>
                </c:pt>
                <c:pt idx="2283">
                  <c:v>0.14333519241494699</c:v>
                </c:pt>
                <c:pt idx="2284">
                  <c:v>0.14345991561181401</c:v>
                </c:pt>
                <c:pt idx="2285">
                  <c:v>0.14351851851851799</c:v>
                </c:pt>
                <c:pt idx="2286">
                  <c:v>0.143540669856459</c:v>
                </c:pt>
                <c:pt idx="2287">
                  <c:v>0.143540669856459</c:v>
                </c:pt>
                <c:pt idx="2288">
                  <c:v>0.143544506816359</c:v>
                </c:pt>
                <c:pt idx="2289">
                  <c:v>0.143583227445997</c:v>
                </c:pt>
                <c:pt idx="2290">
                  <c:v>0.143624161073825</c:v>
                </c:pt>
                <c:pt idx="2291">
                  <c:v>0.143646408839779</c:v>
                </c:pt>
                <c:pt idx="2292">
                  <c:v>0.143695014662756</c:v>
                </c:pt>
                <c:pt idx="2293">
                  <c:v>0.143695014662756</c:v>
                </c:pt>
                <c:pt idx="2294">
                  <c:v>0.143703703703703</c:v>
                </c:pt>
                <c:pt idx="2295">
                  <c:v>0.14379084967320199</c:v>
                </c:pt>
                <c:pt idx="2296">
                  <c:v>0.14379084967320199</c:v>
                </c:pt>
                <c:pt idx="2297">
                  <c:v>0.14383561643835599</c:v>
                </c:pt>
                <c:pt idx="2298">
                  <c:v>0.143953934740882</c:v>
                </c:pt>
                <c:pt idx="2299">
                  <c:v>0.144086021505376</c:v>
                </c:pt>
                <c:pt idx="2300">
                  <c:v>0.144144144144144</c:v>
                </c:pt>
                <c:pt idx="2301">
                  <c:v>0.14416475972539999</c:v>
                </c:pt>
                <c:pt idx="2302">
                  <c:v>0.144248326232501</c:v>
                </c:pt>
                <c:pt idx="2303">
                  <c:v>0.14430379746835401</c:v>
                </c:pt>
                <c:pt idx="2304">
                  <c:v>0.14432989690721601</c:v>
                </c:pt>
                <c:pt idx="2305">
                  <c:v>0.14432989690721601</c:v>
                </c:pt>
                <c:pt idx="2306">
                  <c:v>0.14434782608695601</c:v>
                </c:pt>
                <c:pt idx="2307">
                  <c:v>0.14436619718309801</c:v>
                </c:pt>
                <c:pt idx="2308">
                  <c:v>0.144414168937329</c:v>
                </c:pt>
                <c:pt idx="2309">
                  <c:v>0.14448051948051899</c:v>
                </c:pt>
                <c:pt idx="2310">
                  <c:v>0.144796380090497</c:v>
                </c:pt>
                <c:pt idx="2311">
                  <c:v>0.144796380090497</c:v>
                </c:pt>
                <c:pt idx="2312">
                  <c:v>0.144796380090497</c:v>
                </c:pt>
                <c:pt idx="2313">
                  <c:v>0.144796380090497</c:v>
                </c:pt>
                <c:pt idx="2314">
                  <c:v>0.14484272128749001</c:v>
                </c:pt>
                <c:pt idx="2315">
                  <c:v>0.144859813084112</c:v>
                </c:pt>
                <c:pt idx="2316">
                  <c:v>0.144871794871794</c:v>
                </c:pt>
                <c:pt idx="2317">
                  <c:v>0.14495798319327699</c:v>
                </c:pt>
                <c:pt idx="2318">
                  <c:v>0.145114942528735</c:v>
                </c:pt>
                <c:pt idx="2319">
                  <c:v>0.145143487858719</c:v>
                </c:pt>
                <c:pt idx="2320">
                  <c:v>0.145143487858719</c:v>
                </c:pt>
                <c:pt idx="2321">
                  <c:v>0.14516129032257999</c:v>
                </c:pt>
                <c:pt idx="2322">
                  <c:v>0.14516129032257999</c:v>
                </c:pt>
                <c:pt idx="2323">
                  <c:v>0.14519056261343</c:v>
                </c:pt>
                <c:pt idx="2324">
                  <c:v>0.14536928487690501</c:v>
                </c:pt>
                <c:pt idx="2325">
                  <c:v>0.14537444933920701</c:v>
                </c:pt>
                <c:pt idx="2326">
                  <c:v>0.14538152610441701</c:v>
                </c:pt>
                <c:pt idx="2327">
                  <c:v>0.14540059347181</c:v>
                </c:pt>
                <c:pt idx="2328">
                  <c:v>0.14540816326530601</c:v>
                </c:pt>
                <c:pt idx="2329">
                  <c:v>0.145584725536992</c:v>
                </c:pt>
                <c:pt idx="2330">
                  <c:v>0.14563106796116401</c:v>
                </c:pt>
                <c:pt idx="2331">
                  <c:v>0.145669291338582</c:v>
                </c:pt>
                <c:pt idx="2332">
                  <c:v>0.145675265553869</c:v>
                </c:pt>
                <c:pt idx="2333">
                  <c:v>0.145675265553869</c:v>
                </c:pt>
                <c:pt idx="2334">
                  <c:v>0.14567901234567901</c:v>
                </c:pt>
                <c:pt idx="2335">
                  <c:v>0.14583333333333301</c:v>
                </c:pt>
                <c:pt idx="2336">
                  <c:v>0.14596949891067501</c:v>
                </c:pt>
                <c:pt idx="2337">
                  <c:v>0.14611872146118701</c:v>
                </c:pt>
                <c:pt idx="2338">
                  <c:v>0.146153846153846</c:v>
                </c:pt>
                <c:pt idx="2339">
                  <c:v>0.146198830409356</c:v>
                </c:pt>
                <c:pt idx="2340">
                  <c:v>0.14628297362110301</c:v>
                </c:pt>
                <c:pt idx="2341">
                  <c:v>0.146341463414634</c:v>
                </c:pt>
                <c:pt idx="2342">
                  <c:v>0.14652567975830799</c:v>
                </c:pt>
                <c:pt idx="2343">
                  <c:v>0.14655172413793099</c:v>
                </c:pt>
                <c:pt idx="2344">
                  <c:v>0.14655172413793099</c:v>
                </c:pt>
                <c:pt idx="2345">
                  <c:v>0.146643109540635</c:v>
                </c:pt>
                <c:pt idx="2346">
                  <c:v>0.14668547249647301</c:v>
                </c:pt>
                <c:pt idx="2347">
                  <c:v>0.14670658682634699</c:v>
                </c:pt>
                <c:pt idx="2348">
                  <c:v>0.14671361502347399</c:v>
                </c:pt>
                <c:pt idx="2349">
                  <c:v>0.146726862302483</c:v>
                </c:pt>
                <c:pt idx="2350">
                  <c:v>0.14676390154968</c:v>
                </c:pt>
                <c:pt idx="2351">
                  <c:v>0.14680589680589601</c:v>
                </c:pt>
                <c:pt idx="2352">
                  <c:v>0.14680589680589601</c:v>
                </c:pt>
                <c:pt idx="2353">
                  <c:v>0.14682080924855501</c:v>
                </c:pt>
                <c:pt idx="2354">
                  <c:v>0.14683544303797399</c:v>
                </c:pt>
                <c:pt idx="2355">
                  <c:v>0.14691943127962001</c:v>
                </c:pt>
                <c:pt idx="2356">
                  <c:v>0.147016011644832</c:v>
                </c:pt>
                <c:pt idx="2357">
                  <c:v>0.14702450408401299</c:v>
                </c:pt>
                <c:pt idx="2358">
                  <c:v>0.147095179233621</c:v>
                </c:pt>
                <c:pt idx="2359">
                  <c:v>0.147095179233621</c:v>
                </c:pt>
                <c:pt idx="2360">
                  <c:v>0.14715719063545099</c:v>
                </c:pt>
                <c:pt idx="2361">
                  <c:v>0.14725274725274701</c:v>
                </c:pt>
                <c:pt idx="2362">
                  <c:v>0.147342995169082</c:v>
                </c:pt>
                <c:pt idx="2363">
                  <c:v>0.147353361945636</c:v>
                </c:pt>
                <c:pt idx="2364">
                  <c:v>0.14736842105263101</c:v>
                </c:pt>
                <c:pt idx="2365">
                  <c:v>0.14736842105263101</c:v>
                </c:pt>
                <c:pt idx="2366">
                  <c:v>0.147386461011139</c:v>
                </c:pt>
                <c:pt idx="2367">
                  <c:v>0.147420147420147</c:v>
                </c:pt>
                <c:pt idx="2368">
                  <c:v>0.147521160822249</c:v>
                </c:pt>
                <c:pt idx="2369">
                  <c:v>0.14754098360655701</c:v>
                </c:pt>
                <c:pt idx="2370">
                  <c:v>0.14754098360655701</c:v>
                </c:pt>
                <c:pt idx="2371">
                  <c:v>0.14754098360655701</c:v>
                </c:pt>
                <c:pt idx="2372">
                  <c:v>0.14754098360655701</c:v>
                </c:pt>
                <c:pt idx="2373">
                  <c:v>0.14761904761904701</c:v>
                </c:pt>
                <c:pt idx="2374">
                  <c:v>0.14766355140186899</c:v>
                </c:pt>
                <c:pt idx="2375">
                  <c:v>0.147666411629686</c:v>
                </c:pt>
                <c:pt idx="2376">
                  <c:v>0.14769647696476901</c:v>
                </c:pt>
                <c:pt idx="2377">
                  <c:v>0.14776632302405401</c:v>
                </c:pt>
                <c:pt idx="2378">
                  <c:v>0.14795144157814799</c:v>
                </c:pt>
                <c:pt idx="2379">
                  <c:v>0.14799999999999899</c:v>
                </c:pt>
                <c:pt idx="2380">
                  <c:v>0.14807302231237299</c:v>
                </c:pt>
                <c:pt idx="2381">
                  <c:v>0.14828897338402999</c:v>
                </c:pt>
                <c:pt idx="2382">
                  <c:v>0.14831460674157301</c:v>
                </c:pt>
                <c:pt idx="2383">
                  <c:v>0.148325358851674</c:v>
                </c:pt>
                <c:pt idx="2384">
                  <c:v>0.14833906071019401</c:v>
                </c:pt>
                <c:pt idx="2385">
                  <c:v>0.14835164835164799</c:v>
                </c:pt>
                <c:pt idx="2386">
                  <c:v>0.14836223506743701</c:v>
                </c:pt>
                <c:pt idx="2387">
                  <c:v>0.14836795252225499</c:v>
                </c:pt>
                <c:pt idx="2388">
                  <c:v>0.14837398373983701</c:v>
                </c:pt>
                <c:pt idx="2389">
                  <c:v>0.14841849148418401</c:v>
                </c:pt>
                <c:pt idx="2390">
                  <c:v>0.148471615720523</c:v>
                </c:pt>
                <c:pt idx="2391">
                  <c:v>0.14851485148514801</c:v>
                </c:pt>
                <c:pt idx="2392">
                  <c:v>0.148531951640759</c:v>
                </c:pt>
                <c:pt idx="2393">
                  <c:v>0.14854111405835499</c:v>
                </c:pt>
                <c:pt idx="2394">
                  <c:v>0.14854111405835499</c:v>
                </c:pt>
                <c:pt idx="2395">
                  <c:v>0.14855875831485499</c:v>
                </c:pt>
                <c:pt idx="2396">
                  <c:v>0.14864864864864799</c:v>
                </c:pt>
                <c:pt idx="2397">
                  <c:v>0.148672566371681</c:v>
                </c:pt>
                <c:pt idx="2398">
                  <c:v>0.14873949579831899</c:v>
                </c:pt>
                <c:pt idx="2399">
                  <c:v>0.14875444839857599</c:v>
                </c:pt>
                <c:pt idx="2400">
                  <c:v>0.14876033057851201</c:v>
                </c:pt>
                <c:pt idx="2401">
                  <c:v>0.14879649890590799</c:v>
                </c:pt>
                <c:pt idx="2402">
                  <c:v>0.148809523809523</c:v>
                </c:pt>
                <c:pt idx="2403">
                  <c:v>0.14888628370457199</c:v>
                </c:pt>
                <c:pt idx="2404">
                  <c:v>0.14888628370457199</c:v>
                </c:pt>
                <c:pt idx="2405">
                  <c:v>0.14893617021276601</c:v>
                </c:pt>
                <c:pt idx="2406">
                  <c:v>0.14903846153846101</c:v>
                </c:pt>
                <c:pt idx="2407">
                  <c:v>0.14903846153846101</c:v>
                </c:pt>
                <c:pt idx="2408">
                  <c:v>0.14903846153846101</c:v>
                </c:pt>
                <c:pt idx="2409">
                  <c:v>0.14903846153846101</c:v>
                </c:pt>
                <c:pt idx="2410">
                  <c:v>0.14903846153846101</c:v>
                </c:pt>
                <c:pt idx="2411">
                  <c:v>0.14914425427872799</c:v>
                </c:pt>
                <c:pt idx="2412">
                  <c:v>0.149280575539568</c:v>
                </c:pt>
                <c:pt idx="2413">
                  <c:v>0.149289099526066</c:v>
                </c:pt>
                <c:pt idx="2414">
                  <c:v>0.14929214929214901</c:v>
                </c:pt>
                <c:pt idx="2415">
                  <c:v>0.14942528735632099</c:v>
                </c:pt>
                <c:pt idx="2416">
                  <c:v>0.14946070878274201</c:v>
                </c:pt>
                <c:pt idx="2417">
                  <c:v>0.14960629921259799</c:v>
                </c:pt>
                <c:pt idx="2418">
                  <c:v>0.14960629921259799</c:v>
                </c:pt>
                <c:pt idx="2419">
                  <c:v>0.14967462039045501</c:v>
                </c:pt>
                <c:pt idx="2420">
                  <c:v>0.14978902953586501</c:v>
                </c:pt>
                <c:pt idx="2421">
                  <c:v>0.14979757085020201</c:v>
                </c:pt>
                <c:pt idx="2422">
                  <c:v>0.14984709480122299</c:v>
                </c:pt>
                <c:pt idx="2423">
                  <c:v>0.149999999999999</c:v>
                </c:pt>
                <c:pt idx="2424">
                  <c:v>0.149999999999999</c:v>
                </c:pt>
                <c:pt idx="2425">
                  <c:v>0.149999999999999</c:v>
                </c:pt>
                <c:pt idx="2426">
                  <c:v>0.15012106537530201</c:v>
                </c:pt>
                <c:pt idx="2427">
                  <c:v>0.15012106537530201</c:v>
                </c:pt>
                <c:pt idx="2428">
                  <c:v>0.15015015015015001</c:v>
                </c:pt>
                <c:pt idx="2429">
                  <c:v>0.15019011406843999</c:v>
                </c:pt>
                <c:pt idx="2430">
                  <c:v>0.15021459227467801</c:v>
                </c:pt>
                <c:pt idx="2431">
                  <c:v>0.15023474178403701</c:v>
                </c:pt>
                <c:pt idx="2432">
                  <c:v>0.15028901734104</c:v>
                </c:pt>
                <c:pt idx="2433">
                  <c:v>0.150306748466257</c:v>
                </c:pt>
                <c:pt idx="2434">
                  <c:v>0.150306748466257</c:v>
                </c:pt>
                <c:pt idx="2435">
                  <c:v>0.15034965034965</c:v>
                </c:pt>
                <c:pt idx="2436">
                  <c:v>0.15034965034965</c:v>
                </c:pt>
                <c:pt idx="2437">
                  <c:v>0.15044247787610601</c:v>
                </c:pt>
                <c:pt idx="2438">
                  <c:v>0.15044247787610601</c:v>
                </c:pt>
                <c:pt idx="2439">
                  <c:v>0.15044247787610601</c:v>
                </c:pt>
                <c:pt idx="2440">
                  <c:v>0.15044247787610601</c:v>
                </c:pt>
                <c:pt idx="2441">
                  <c:v>0.15044247787610601</c:v>
                </c:pt>
                <c:pt idx="2442">
                  <c:v>0.15049751243781001</c:v>
                </c:pt>
                <c:pt idx="2443">
                  <c:v>0.15049751243781001</c:v>
                </c:pt>
                <c:pt idx="2444">
                  <c:v>0.15049751243781001</c:v>
                </c:pt>
                <c:pt idx="2445">
                  <c:v>0.15057915057915</c:v>
                </c:pt>
                <c:pt idx="2446">
                  <c:v>0.150684931506849</c:v>
                </c:pt>
                <c:pt idx="2447">
                  <c:v>0.15071031500926499</c:v>
                </c:pt>
                <c:pt idx="2448">
                  <c:v>0.150744416873449</c:v>
                </c:pt>
                <c:pt idx="2449">
                  <c:v>0.15076335877862501</c:v>
                </c:pt>
                <c:pt idx="2450">
                  <c:v>0.15079365079365001</c:v>
                </c:pt>
                <c:pt idx="2451">
                  <c:v>0.15089514066496101</c:v>
                </c:pt>
                <c:pt idx="2452">
                  <c:v>0.15090543259557301</c:v>
                </c:pt>
                <c:pt idx="2453">
                  <c:v>0.150984682713347</c:v>
                </c:pt>
                <c:pt idx="2454">
                  <c:v>0.15102040816326501</c:v>
                </c:pt>
                <c:pt idx="2455">
                  <c:v>0.151048951048951</c:v>
                </c:pt>
                <c:pt idx="2456">
                  <c:v>0.15107296137338999</c:v>
                </c:pt>
                <c:pt idx="2457">
                  <c:v>0.15107913669064699</c:v>
                </c:pt>
                <c:pt idx="2458">
                  <c:v>0.151111111111111</c:v>
                </c:pt>
                <c:pt idx="2459">
                  <c:v>0.15112994350282399</c:v>
                </c:pt>
                <c:pt idx="2460">
                  <c:v>0.15116279069767399</c:v>
                </c:pt>
                <c:pt idx="2461">
                  <c:v>0.15116279069767399</c:v>
                </c:pt>
                <c:pt idx="2462">
                  <c:v>0.15118790496760201</c:v>
                </c:pt>
                <c:pt idx="2463">
                  <c:v>0.15120274914089299</c:v>
                </c:pt>
                <c:pt idx="2464">
                  <c:v>0.15128205128205099</c:v>
                </c:pt>
                <c:pt idx="2465">
                  <c:v>0.1513353115727</c:v>
                </c:pt>
                <c:pt idx="2466">
                  <c:v>0.15138888888888799</c:v>
                </c:pt>
                <c:pt idx="2467">
                  <c:v>0.15144596651445899</c:v>
                </c:pt>
                <c:pt idx="2468">
                  <c:v>0.151477832512315</c:v>
                </c:pt>
                <c:pt idx="2469">
                  <c:v>0.15151515151515099</c:v>
                </c:pt>
                <c:pt idx="2470">
                  <c:v>0.151567944250871</c:v>
                </c:pt>
                <c:pt idx="2471">
                  <c:v>0.15157894736842101</c:v>
                </c:pt>
                <c:pt idx="2472">
                  <c:v>0.151586368977673</c:v>
                </c:pt>
                <c:pt idx="2473">
                  <c:v>0.151592356687898</c:v>
                </c:pt>
                <c:pt idx="2474">
                  <c:v>0.15163699023549601</c:v>
                </c:pt>
                <c:pt idx="2475">
                  <c:v>0.15172413793103401</c:v>
                </c:pt>
                <c:pt idx="2476">
                  <c:v>0.151898734177215</c:v>
                </c:pt>
                <c:pt idx="2477">
                  <c:v>0.15196078431372501</c:v>
                </c:pt>
                <c:pt idx="2478">
                  <c:v>0.152014652014651</c:v>
                </c:pt>
                <c:pt idx="2479">
                  <c:v>0.15209125475285101</c:v>
                </c:pt>
                <c:pt idx="2480">
                  <c:v>0.15222929936305701</c:v>
                </c:pt>
                <c:pt idx="2481">
                  <c:v>0.15225563909774401</c:v>
                </c:pt>
                <c:pt idx="2482">
                  <c:v>0.15226337448559599</c:v>
                </c:pt>
                <c:pt idx="2483">
                  <c:v>0.15226337448559599</c:v>
                </c:pt>
                <c:pt idx="2484">
                  <c:v>0.152293577981651</c:v>
                </c:pt>
                <c:pt idx="2485">
                  <c:v>0.15231788079470099</c:v>
                </c:pt>
                <c:pt idx="2486">
                  <c:v>0.15232292460015201</c:v>
                </c:pt>
                <c:pt idx="2487">
                  <c:v>0.15235792019347</c:v>
                </c:pt>
                <c:pt idx="2488">
                  <c:v>0.15241635687732299</c:v>
                </c:pt>
                <c:pt idx="2489">
                  <c:v>0.15242165242165201</c:v>
                </c:pt>
                <c:pt idx="2490">
                  <c:v>0.15245009074410101</c:v>
                </c:pt>
                <c:pt idx="2491">
                  <c:v>0.15263157894736801</c:v>
                </c:pt>
                <c:pt idx="2492">
                  <c:v>0.152713891444342</c:v>
                </c:pt>
                <c:pt idx="2493">
                  <c:v>0.152713891444342</c:v>
                </c:pt>
                <c:pt idx="2494">
                  <c:v>0.15274949083503001</c:v>
                </c:pt>
                <c:pt idx="2495">
                  <c:v>0.15275310834813499</c:v>
                </c:pt>
                <c:pt idx="2496">
                  <c:v>0.15281173594132</c:v>
                </c:pt>
                <c:pt idx="2497">
                  <c:v>0.152857142857142</c:v>
                </c:pt>
                <c:pt idx="2498">
                  <c:v>0.152877697841726</c:v>
                </c:pt>
                <c:pt idx="2499">
                  <c:v>0.152959262106072</c:v>
                </c:pt>
                <c:pt idx="2500">
                  <c:v>0.15300230946882201</c:v>
                </c:pt>
                <c:pt idx="2501">
                  <c:v>0.15307402760351299</c:v>
                </c:pt>
                <c:pt idx="2502">
                  <c:v>0.15309842041312199</c:v>
                </c:pt>
                <c:pt idx="2503">
                  <c:v>0.15313225058004601</c:v>
                </c:pt>
                <c:pt idx="2504">
                  <c:v>0.153153153153153</c:v>
                </c:pt>
                <c:pt idx="2505">
                  <c:v>0.15325670498084201</c:v>
                </c:pt>
                <c:pt idx="2506">
                  <c:v>0.15325670498084201</c:v>
                </c:pt>
                <c:pt idx="2507">
                  <c:v>0.15349887133182799</c:v>
                </c:pt>
                <c:pt idx="2508">
                  <c:v>0.15351257588898501</c:v>
                </c:pt>
                <c:pt idx="2509">
                  <c:v>0.15370018975332</c:v>
                </c:pt>
                <c:pt idx="2510">
                  <c:v>0.15370018975332</c:v>
                </c:pt>
                <c:pt idx="2511">
                  <c:v>0.15370370370370301</c:v>
                </c:pt>
                <c:pt idx="2512">
                  <c:v>0.15377532228360899</c:v>
                </c:pt>
                <c:pt idx="2513">
                  <c:v>0.15384615384615299</c:v>
                </c:pt>
                <c:pt idx="2514">
                  <c:v>0.15384615384615299</c:v>
                </c:pt>
                <c:pt idx="2515">
                  <c:v>0.15384615384615299</c:v>
                </c:pt>
                <c:pt idx="2516">
                  <c:v>0.15384615384615299</c:v>
                </c:pt>
                <c:pt idx="2517">
                  <c:v>0.15384615384615299</c:v>
                </c:pt>
                <c:pt idx="2518">
                  <c:v>0.15384615384615299</c:v>
                </c:pt>
                <c:pt idx="2519">
                  <c:v>0.15384615384615299</c:v>
                </c:pt>
                <c:pt idx="2520">
                  <c:v>0.15406006674082301</c:v>
                </c:pt>
                <c:pt idx="2521">
                  <c:v>0.15413533834586399</c:v>
                </c:pt>
                <c:pt idx="2522">
                  <c:v>0.154285714285714</c:v>
                </c:pt>
                <c:pt idx="2523">
                  <c:v>0.154299175500588</c:v>
                </c:pt>
                <c:pt idx="2524">
                  <c:v>0.154411764705882</c:v>
                </c:pt>
                <c:pt idx="2525">
                  <c:v>0.15442561205273</c:v>
                </c:pt>
                <c:pt idx="2526">
                  <c:v>0.154471544715447</c:v>
                </c:pt>
                <c:pt idx="2527">
                  <c:v>0.15449438202247201</c:v>
                </c:pt>
                <c:pt idx="2528">
                  <c:v>0.154533844189016</c:v>
                </c:pt>
                <c:pt idx="2529">
                  <c:v>0.15454545454545399</c:v>
                </c:pt>
                <c:pt idx="2530">
                  <c:v>0.15458937198067599</c:v>
                </c:pt>
                <c:pt idx="2531">
                  <c:v>0.15458937198067599</c:v>
                </c:pt>
                <c:pt idx="2532">
                  <c:v>0.15458937198067599</c:v>
                </c:pt>
                <c:pt idx="2533">
                  <c:v>0.15458937198067599</c:v>
                </c:pt>
                <c:pt idx="2534">
                  <c:v>0.15458937198067599</c:v>
                </c:pt>
                <c:pt idx="2535">
                  <c:v>0.154596100278551</c:v>
                </c:pt>
                <c:pt idx="2536">
                  <c:v>0.15459882583170201</c:v>
                </c:pt>
                <c:pt idx="2537">
                  <c:v>0.15488215488215401</c:v>
                </c:pt>
                <c:pt idx="2538">
                  <c:v>0.15488215488215401</c:v>
                </c:pt>
                <c:pt idx="2539">
                  <c:v>0.154907975460122</c:v>
                </c:pt>
                <c:pt idx="2540">
                  <c:v>0.15491329479768701</c:v>
                </c:pt>
                <c:pt idx="2541">
                  <c:v>0.15491329479768701</c:v>
                </c:pt>
                <c:pt idx="2542">
                  <c:v>0.15507246376811601</c:v>
                </c:pt>
                <c:pt idx="2543">
                  <c:v>0.15512465373961201</c:v>
                </c:pt>
                <c:pt idx="2544">
                  <c:v>0.15514592933947699</c:v>
                </c:pt>
                <c:pt idx="2545">
                  <c:v>0.155223880597014</c:v>
                </c:pt>
                <c:pt idx="2546">
                  <c:v>0.155223880597014</c:v>
                </c:pt>
                <c:pt idx="2547">
                  <c:v>0.15525114155251099</c:v>
                </c:pt>
                <c:pt idx="2548">
                  <c:v>0.15530629853321801</c:v>
                </c:pt>
                <c:pt idx="2549">
                  <c:v>0.15532734274711099</c:v>
                </c:pt>
                <c:pt idx="2550">
                  <c:v>0.155371900826446</c:v>
                </c:pt>
                <c:pt idx="2551">
                  <c:v>0.15544041450777199</c:v>
                </c:pt>
                <c:pt idx="2552">
                  <c:v>0.15551694178974701</c:v>
                </c:pt>
                <c:pt idx="2553">
                  <c:v>0.155525238744884</c:v>
                </c:pt>
                <c:pt idx="2554">
                  <c:v>0.155555555555555</c:v>
                </c:pt>
                <c:pt idx="2555">
                  <c:v>0.155555555555555</c:v>
                </c:pt>
                <c:pt idx="2556">
                  <c:v>0.155555555555555</c:v>
                </c:pt>
                <c:pt idx="2557">
                  <c:v>0.155555555555555</c:v>
                </c:pt>
                <c:pt idx="2558">
                  <c:v>0.155555555555555</c:v>
                </c:pt>
                <c:pt idx="2559">
                  <c:v>0.155642023346303</c:v>
                </c:pt>
                <c:pt idx="2560">
                  <c:v>0.155642023346303</c:v>
                </c:pt>
                <c:pt idx="2561">
                  <c:v>0.15566037735849</c:v>
                </c:pt>
                <c:pt idx="2562">
                  <c:v>0.155666251556662</c:v>
                </c:pt>
                <c:pt idx="2563">
                  <c:v>0.15570469798657699</c:v>
                </c:pt>
                <c:pt idx="2564">
                  <c:v>0.15581395348837199</c:v>
                </c:pt>
                <c:pt idx="2565">
                  <c:v>0.155821917808219</c:v>
                </c:pt>
                <c:pt idx="2566">
                  <c:v>0.15584415584415501</c:v>
                </c:pt>
                <c:pt idx="2567">
                  <c:v>0.15586206896551699</c:v>
                </c:pt>
                <c:pt idx="2568">
                  <c:v>0.15589353612167201</c:v>
                </c:pt>
                <c:pt idx="2569">
                  <c:v>0.15595075239398001</c:v>
                </c:pt>
                <c:pt idx="2570">
                  <c:v>0.155963302752293</c:v>
                </c:pt>
                <c:pt idx="2571">
                  <c:v>0.15601882985877599</c:v>
                </c:pt>
                <c:pt idx="2572">
                  <c:v>0.15601882985877599</c:v>
                </c:pt>
                <c:pt idx="2573">
                  <c:v>0.15604395604395499</c:v>
                </c:pt>
                <c:pt idx="2574">
                  <c:v>0.15608919382504199</c:v>
                </c:pt>
                <c:pt idx="2575">
                  <c:v>0.156140350877193</c:v>
                </c:pt>
                <c:pt idx="2576">
                  <c:v>0.156197887715397</c:v>
                </c:pt>
                <c:pt idx="2577">
                  <c:v>0.15620214395099499</c:v>
                </c:pt>
                <c:pt idx="2578">
                  <c:v>0.15625</c:v>
                </c:pt>
                <c:pt idx="2579">
                  <c:v>0.15625</c:v>
                </c:pt>
                <c:pt idx="2580">
                  <c:v>0.15628970775095299</c:v>
                </c:pt>
                <c:pt idx="2581">
                  <c:v>0.15632183908045899</c:v>
                </c:pt>
                <c:pt idx="2582">
                  <c:v>0.15636363636363601</c:v>
                </c:pt>
                <c:pt idx="2583">
                  <c:v>0.156378600823045</c:v>
                </c:pt>
                <c:pt idx="2584">
                  <c:v>0.15641025641025599</c:v>
                </c:pt>
                <c:pt idx="2585">
                  <c:v>0.156553398058252</c:v>
                </c:pt>
                <c:pt idx="2586">
                  <c:v>0.15659340659340601</c:v>
                </c:pt>
                <c:pt idx="2587">
                  <c:v>0.156648451730418</c:v>
                </c:pt>
                <c:pt idx="2588">
                  <c:v>0.156649616368286</c:v>
                </c:pt>
                <c:pt idx="2589">
                  <c:v>0.15677966101694901</c:v>
                </c:pt>
                <c:pt idx="2590">
                  <c:v>0.15677966101694901</c:v>
                </c:pt>
                <c:pt idx="2591">
                  <c:v>0.15681233933161901</c:v>
                </c:pt>
                <c:pt idx="2592">
                  <c:v>0.15682967959527799</c:v>
                </c:pt>
                <c:pt idx="2593">
                  <c:v>0.15689381933438901</c:v>
                </c:pt>
                <c:pt idx="2594">
                  <c:v>0.15690376569037601</c:v>
                </c:pt>
                <c:pt idx="2595">
                  <c:v>0.15691489361702099</c:v>
                </c:pt>
                <c:pt idx="2596">
                  <c:v>0.15697674418604601</c:v>
                </c:pt>
                <c:pt idx="2597">
                  <c:v>0.15697674418604601</c:v>
                </c:pt>
                <c:pt idx="2598">
                  <c:v>0.157055214723926</c:v>
                </c:pt>
                <c:pt idx="2599">
                  <c:v>0.157055214723926</c:v>
                </c:pt>
                <c:pt idx="2600">
                  <c:v>0.15709261430246099</c:v>
                </c:pt>
                <c:pt idx="2601">
                  <c:v>0.15715007579585599</c:v>
                </c:pt>
                <c:pt idx="2602">
                  <c:v>0.15717821782178201</c:v>
                </c:pt>
                <c:pt idx="2603">
                  <c:v>0.15718157181571801</c:v>
                </c:pt>
                <c:pt idx="2604">
                  <c:v>0.157384987893462</c:v>
                </c:pt>
                <c:pt idx="2605">
                  <c:v>0.157480314960629</c:v>
                </c:pt>
                <c:pt idx="2606">
                  <c:v>0.157528285465622</c:v>
                </c:pt>
                <c:pt idx="2607">
                  <c:v>0.157528285465622</c:v>
                </c:pt>
                <c:pt idx="2608">
                  <c:v>0.157556270096463</c:v>
                </c:pt>
                <c:pt idx="2609">
                  <c:v>0.157647058823529</c:v>
                </c:pt>
                <c:pt idx="2610">
                  <c:v>0.15768056968463801</c:v>
                </c:pt>
                <c:pt idx="2611">
                  <c:v>0.157742402315484</c:v>
                </c:pt>
                <c:pt idx="2612">
                  <c:v>0.15776699029126201</c:v>
                </c:pt>
                <c:pt idx="2613">
                  <c:v>0.15782747603833799</c:v>
                </c:pt>
                <c:pt idx="2614">
                  <c:v>0.157894736842105</c:v>
                </c:pt>
                <c:pt idx="2615">
                  <c:v>0.157894736842105</c:v>
                </c:pt>
                <c:pt idx="2616">
                  <c:v>0.157894736842105</c:v>
                </c:pt>
                <c:pt idx="2617">
                  <c:v>0.15792410714285701</c:v>
                </c:pt>
                <c:pt idx="2618">
                  <c:v>0.15802469135802399</c:v>
                </c:pt>
                <c:pt idx="2619">
                  <c:v>0.15802469135802399</c:v>
                </c:pt>
                <c:pt idx="2620">
                  <c:v>0.15805946791862199</c:v>
                </c:pt>
                <c:pt idx="2621">
                  <c:v>0.15805946791862199</c:v>
                </c:pt>
                <c:pt idx="2622">
                  <c:v>0.15809523809523801</c:v>
                </c:pt>
                <c:pt idx="2623">
                  <c:v>0.158119658119658</c:v>
                </c:pt>
                <c:pt idx="2624">
                  <c:v>0.15819209039547999</c:v>
                </c:pt>
                <c:pt idx="2625">
                  <c:v>0.15830115830115801</c:v>
                </c:pt>
                <c:pt idx="2626">
                  <c:v>0.15839243498817901</c:v>
                </c:pt>
                <c:pt idx="2627">
                  <c:v>0.15843621399176899</c:v>
                </c:pt>
                <c:pt idx="2628">
                  <c:v>0.15845070422535201</c:v>
                </c:pt>
                <c:pt idx="2629">
                  <c:v>0.15845070422535201</c:v>
                </c:pt>
                <c:pt idx="2630">
                  <c:v>0.15845070422535201</c:v>
                </c:pt>
                <c:pt idx="2631">
                  <c:v>0.15850144092219001</c:v>
                </c:pt>
                <c:pt idx="2632">
                  <c:v>0.15857063093243901</c:v>
                </c:pt>
                <c:pt idx="2633">
                  <c:v>0.15868263473053901</c:v>
                </c:pt>
                <c:pt idx="2634">
                  <c:v>0.158690176322418</c:v>
                </c:pt>
                <c:pt idx="2635">
                  <c:v>0.158690176322418</c:v>
                </c:pt>
                <c:pt idx="2636">
                  <c:v>0.15869565217391299</c:v>
                </c:pt>
                <c:pt idx="2637">
                  <c:v>0.158730158730158</c:v>
                </c:pt>
                <c:pt idx="2638">
                  <c:v>0.15887850467289699</c:v>
                </c:pt>
                <c:pt idx="2639">
                  <c:v>0.15891472868216999</c:v>
                </c:pt>
                <c:pt idx="2640">
                  <c:v>0.15891472868216999</c:v>
                </c:pt>
                <c:pt idx="2641">
                  <c:v>0.15891472868216999</c:v>
                </c:pt>
                <c:pt idx="2642">
                  <c:v>0.158928571428571</c:v>
                </c:pt>
                <c:pt idx="2643">
                  <c:v>0.15907746895328201</c:v>
                </c:pt>
                <c:pt idx="2644">
                  <c:v>0.159132007233273</c:v>
                </c:pt>
                <c:pt idx="2645">
                  <c:v>0.159132007233273</c:v>
                </c:pt>
                <c:pt idx="2646">
                  <c:v>0.15917602996254601</c:v>
                </c:pt>
                <c:pt idx="2647">
                  <c:v>0.15964912280701701</c:v>
                </c:pt>
                <c:pt idx="2648">
                  <c:v>0.159685863874345</c:v>
                </c:pt>
                <c:pt idx="2649">
                  <c:v>0.15971223021582701</c:v>
                </c:pt>
                <c:pt idx="2650">
                  <c:v>0.15974025974025899</c:v>
                </c:pt>
                <c:pt idx="2651">
                  <c:v>0.15975422427035299</c:v>
                </c:pt>
                <c:pt idx="2652">
                  <c:v>0.15975422427035299</c:v>
                </c:pt>
                <c:pt idx="2653">
                  <c:v>0.15975422427035299</c:v>
                </c:pt>
                <c:pt idx="2654">
                  <c:v>0.15983606557377</c:v>
                </c:pt>
                <c:pt idx="2655">
                  <c:v>0.15990159901598999</c:v>
                </c:pt>
                <c:pt idx="2656">
                  <c:v>0.15990159901598999</c:v>
                </c:pt>
                <c:pt idx="2657">
                  <c:v>0.159909909909909</c:v>
                </c:pt>
                <c:pt idx="2658">
                  <c:v>0.159999999999999</c:v>
                </c:pt>
                <c:pt idx="2659">
                  <c:v>0.16005121638924399</c:v>
                </c:pt>
                <c:pt idx="2660">
                  <c:v>0.160092807424593</c:v>
                </c:pt>
                <c:pt idx="2661">
                  <c:v>0.16014669926650299</c:v>
                </c:pt>
                <c:pt idx="2662">
                  <c:v>0.16019417475728101</c:v>
                </c:pt>
                <c:pt idx="2663">
                  <c:v>0.16019417475728101</c:v>
                </c:pt>
                <c:pt idx="2664">
                  <c:v>0.16019417475728101</c:v>
                </c:pt>
                <c:pt idx="2665">
                  <c:v>0.16019417475728101</c:v>
                </c:pt>
                <c:pt idx="2666">
                  <c:v>0.16027397260273901</c:v>
                </c:pt>
                <c:pt idx="2667">
                  <c:v>0.16028062601187201</c:v>
                </c:pt>
                <c:pt idx="2668">
                  <c:v>0.16028062601187201</c:v>
                </c:pt>
                <c:pt idx="2669">
                  <c:v>0.160283687943262</c:v>
                </c:pt>
                <c:pt idx="2670">
                  <c:v>0.16030534351145001</c:v>
                </c:pt>
                <c:pt idx="2671">
                  <c:v>0.16030534351145001</c:v>
                </c:pt>
                <c:pt idx="2672">
                  <c:v>0.16032064128256501</c:v>
                </c:pt>
                <c:pt idx="2673">
                  <c:v>0.16033755274261599</c:v>
                </c:pt>
                <c:pt idx="2674">
                  <c:v>0.160349854227405</c:v>
                </c:pt>
                <c:pt idx="2675">
                  <c:v>0.16040100250626499</c:v>
                </c:pt>
                <c:pt idx="2676">
                  <c:v>0.160419790104947</c:v>
                </c:pt>
                <c:pt idx="2677">
                  <c:v>0.16049382716049301</c:v>
                </c:pt>
                <c:pt idx="2678">
                  <c:v>0.16052631578947299</c:v>
                </c:pt>
                <c:pt idx="2679">
                  <c:v>0.160535117056856</c:v>
                </c:pt>
                <c:pt idx="2680">
                  <c:v>0.16074450084602299</c:v>
                </c:pt>
                <c:pt idx="2681">
                  <c:v>0.16098226466575699</c:v>
                </c:pt>
                <c:pt idx="2682">
                  <c:v>0.161137440758293</c:v>
                </c:pt>
                <c:pt idx="2683">
                  <c:v>0.16116396194739699</c:v>
                </c:pt>
                <c:pt idx="2684">
                  <c:v>0.161178509532062</c:v>
                </c:pt>
                <c:pt idx="2685">
                  <c:v>0.16118421052631501</c:v>
                </c:pt>
                <c:pt idx="2686">
                  <c:v>0.16129032258064499</c:v>
                </c:pt>
                <c:pt idx="2687">
                  <c:v>0.16129032258064499</c:v>
                </c:pt>
                <c:pt idx="2688">
                  <c:v>0.16129032258064499</c:v>
                </c:pt>
                <c:pt idx="2689">
                  <c:v>0.16157205240174599</c:v>
                </c:pt>
                <c:pt idx="2690">
                  <c:v>0.16157205240174599</c:v>
                </c:pt>
                <c:pt idx="2691">
                  <c:v>0.16161616161616099</c:v>
                </c:pt>
                <c:pt idx="2692">
                  <c:v>0.16163793103448201</c:v>
                </c:pt>
                <c:pt idx="2693">
                  <c:v>0.16163793103448201</c:v>
                </c:pt>
                <c:pt idx="2694">
                  <c:v>0.161687170474516</c:v>
                </c:pt>
                <c:pt idx="2695">
                  <c:v>0.161764705882353</c:v>
                </c:pt>
                <c:pt idx="2696">
                  <c:v>0.16203703703703601</c:v>
                </c:pt>
                <c:pt idx="2697">
                  <c:v>0.16204506065857799</c:v>
                </c:pt>
                <c:pt idx="2698">
                  <c:v>0.16204690831556501</c:v>
                </c:pt>
                <c:pt idx="2699">
                  <c:v>0.162162162162162</c:v>
                </c:pt>
                <c:pt idx="2700">
                  <c:v>0.16222760290556801</c:v>
                </c:pt>
                <c:pt idx="2701">
                  <c:v>0.162264150943396</c:v>
                </c:pt>
                <c:pt idx="2702">
                  <c:v>0.162264150943396</c:v>
                </c:pt>
                <c:pt idx="2703">
                  <c:v>0.16228748068006099</c:v>
                </c:pt>
                <c:pt idx="2704">
                  <c:v>0.16229508196721301</c:v>
                </c:pt>
                <c:pt idx="2705">
                  <c:v>0.162324649298597</c:v>
                </c:pt>
                <c:pt idx="2706">
                  <c:v>0.162327718223583</c:v>
                </c:pt>
                <c:pt idx="2707">
                  <c:v>0.162346521145975</c:v>
                </c:pt>
                <c:pt idx="2708">
                  <c:v>0.16246498599439699</c:v>
                </c:pt>
                <c:pt idx="2709">
                  <c:v>0.16251482799525499</c:v>
                </c:pt>
                <c:pt idx="2710">
                  <c:v>0.162650602409638</c:v>
                </c:pt>
                <c:pt idx="2711">
                  <c:v>0.162650602409638</c:v>
                </c:pt>
                <c:pt idx="2712">
                  <c:v>0.16272360069243999</c:v>
                </c:pt>
                <c:pt idx="2713">
                  <c:v>0.16273291925465799</c:v>
                </c:pt>
                <c:pt idx="2714">
                  <c:v>0.16279069767441801</c:v>
                </c:pt>
                <c:pt idx="2715">
                  <c:v>0.16279069767441801</c:v>
                </c:pt>
                <c:pt idx="2716">
                  <c:v>0.16279069767441801</c:v>
                </c:pt>
                <c:pt idx="2717">
                  <c:v>0.162907268170426</c:v>
                </c:pt>
                <c:pt idx="2718">
                  <c:v>0.16293929712460001</c:v>
                </c:pt>
                <c:pt idx="2719">
                  <c:v>0.162980209545983</c:v>
                </c:pt>
                <c:pt idx="2720">
                  <c:v>0.16306954436450799</c:v>
                </c:pt>
                <c:pt idx="2721">
                  <c:v>0.163157894736842</c:v>
                </c:pt>
                <c:pt idx="2722">
                  <c:v>0.16331360946745499</c:v>
                </c:pt>
                <c:pt idx="2723">
                  <c:v>0.163344051446945</c:v>
                </c:pt>
                <c:pt idx="2724">
                  <c:v>0.16334661354581601</c:v>
                </c:pt>
                <c:pt idx="2725">
                  <c:v>0.16336633663366301</c:v>
                </c:pt>
                <c:pt idx="2726">
                  <c:v>0.163375224416516</c:v>
                </c:pt>
                <c:pt idx="2727">
                  <c:v>0.16349809885931499</c:v>
                </c:pt>
                <c:pt idx="2728">
                  <c:v>0.163503649635036</c:v>
                </c:pt>
                <c:pt idx="2729">
                  <c:v>0.16351351351351301</c:v>
                </c:pt>
                <c:pt idx="2730">
                  <c:v>0.16352201257861601</c:v>
                </c:pt>
                <c:pt idx="2731">
                  <c:v>0.16365754222480999</c:v>
                </c:pt>
                <c:pt idx="2732">
                  <c:v>0.163677130044842</c:v>
                </c:pt>
                <c:pt idx="2733">
                  <c:v>0.163708086785009</c:v>
                </c:pt>
                <c:pt idx="2734">
                  <c:v>0.163708086785009</c:v>
                </c:pt>
                <c:pt idx="2735">
                  <c:v>0.163723916532905</c:v>
                </c:pt>
                <c:pt idx="2736">
                  <c:v>0.163755458515283</c:v>
                </c:pt>
                <c:pt idx="2737">
                  <c:v>0.16377171215880801</c:v>
                </c:pt>
                <c:pt idx="2738">
                  <c:v>0.16393442622950799</c:v>
                </c:pt>
                <c:pt idx="2739">
                  <c:v>0.16393442622950799</c:v>
                </c:pt>
                <c:pt idx="2740">
                  <c:v>0.16411130039750099</c:v>
                </c:pt>
                <c:pt idx="2741">
                  <c:v>0.164197530864197</c:v>
                </c:pt>
                <c:pt idx="2742">
                  <c:v>0.16431924882629101</c:v>
                </c:pt>
                <c:pt idx="2743">
                  <c:v>0.16433566433566399</c:v>
                </c:pt>
                <c:pt idx="2744">
                  <c:v>0.164383561643835</c:v>
                </c:pt>
                <c:pt idx="2745">
                  <c:v>0.16441717791411001</c:v>
                </c:pt>
                <c:pt idx="2746">
                  <c:v>0.16442199775533101</c:v>
                </c:pt>
                <c:pt idx="2747">
                  <c:v>0.16450216450216401</c:v>
                </c:pt>
                <c:pt idx="2748">
                  <c:v>0.164529914529914</c:v>
                </c:pt>
                <c:pt idx="2749">
                  <c:v>0.164556962025316</c:v>
                </c:pt>
                <c:pt idx="2750">
                  <c:v>0.16458852867830401</c:v>
                </c:pt>
                <c:pt idx="2751">
                  <c:v>0.16461916461916401</c:v>
                </c:pt>
                <c:pt idx="2752">
                  <c:v>0.16470588235294101</c:v>
                </c:pt>
                <c:pt idx="2753">
                  <c:v>0.164742109314857</c:v>
                </c:pt>
                <c:pt idx="2754">
                  <c:v>0.16504854368932001</c:v>
                </c:pt>
                <c:pt idx="2755">
                  <c:v>0.165085388994307</c:v>
                </c:pt>
                <c:pt idx="2756">
                  <c:v>0.16512059369202201</c:v>
                </c:pt>
                <c:pt idx="2757">
                  <c:v>0.16513761467889801</c:v>
                </c:pt>
                <c:pt idx="2758">
                  <c:v>0.16521739130434701</c:v>
                </c:pt>
                <c:pt idx="2759">
                  <c:v>0.16527942925089101</c:v>
                </c:pt>
                <c:pt idx="2760">
                  <c:v>0.16527942925089101</c:v>
                </c:pt>
                <c:pt idx="2761">
                  <c:v>0.165289256198347</c:v>
                </c:pt>
                <c:pt idx="2762">
                  <c:v>0.165289256198347</c:v>
                </c:pt>
                <c:pt idx="2763">
                  <c:v>0.165289256198347</c:v>
                </c:pt>
                <c:pt idx="2764">
                  <c:v>0.165501165501165</c:v>
                </c:pt>
                <c:pt idx="2765">
                  <c:v>0.165584415584415</c:v>
                </c:pt>
                <c:pt idx="2766">
                  <c:v>0.165628891656288</c:v>
                </c:pt>
                <c:pt idx="2767">
                  <c:v>0.16563467492260001</c:v>
                </c:pt>
                <c:pt idx="2768">
                  <c:v>0.16571428571428501</c:v>
                </c:pt>
                <c:pt idx="2769">
                  <c:v>0.16582914572864299</c:v>
                </c:pt>
                <c:pt idx="2770">
                  <c:v>0.16582914572864299</c:v>
                </c:pt>
                <c:pt idx="2771">
                  <c:v>0.16585365853658501</c:v>
                </c:pt>
                <c:pt idx="2772">
                  <c:v>0.16585365853658501</c:v>
                </c:pt>
                <c:pt idx="2773">
                  <c:v>0.16585365853658501</c:v>
                </c:pt>
                <c:pt idx="2774">
                  <c:v>0.16589861751151999</c:v>
                </c:pt>
                <c:pt idx="2775">
                  <c:v>0.16591928251120999</c:v>
                </c:pt>
                <c:pt idx="2776">
                  <c:v>0.16596638655462101</c:v>
                </c:pt>
                <c:pt idx="2777">
                  <c:v>0.16597510373443899</c:v>
                </c:pt>
                <c:pt idx="2778">
                  <c:v>0.165991902834008</c:v>
                </c:pt>
                <c:pt idx="2779">
                  <c:v>0.16600790513833899</c:v>
                </c:pt>
                <c:pt idx="2780">
                  <c:v>0.16600790513833899</c:v>
                </c:pt>
                <c:pt idx="2781">
                  <c:v>0.16600790513833899</c:v>
                </c:pt>
                <c:pt idx="2782">
                  <c:v>0.166172106824925</c:v>
                </c:pt>
                <c:pt idx="2783">
                  <c:v>0.16618497109826499</c:v>
                </c:pt>
                <c:pt idx="2784">
                  <c:v>0.16622691292875899</c:v>
                </c:pt>
                <c:pt idx="2785">
                  <c:v>0.16626506024096299</c:v>
                </c:pt>
                <c:pt idx="2786">
                  <c:v>0.16630196936542599</c:v>
                </c:pt>
                <c:pt idx="2787">
                  <c:v>0.16632860040567901</c:v>
                </c:pt>
                <c:pt idx="2788">
                  <c:v>0.16640986132511501</c:v>
                </c:pt>
                <c:pt idx="2789">
                  <c:v>0.16666666666666599</c:v>
                </c:pt>
                <c:pt idx="2790">
                  <c:v>0.16666666666666599</c:v>
                </c:pt>
                <c:pt idx="2791">
                  <c:v>0.16666666666666599</c:v>
                </c:pt>
                <c:pt idx="2792">
                  <c:v>0.16666666666666599</c:v>
                </c:pt>
                <c:pt idx="2793">
                  <c:v>0.16666666666666599</c:v>
                </c:pt>
                <c:pt idx="2794">
                  <c:v>0.16666666666666599</c:v>
                </c:pt>
                <c:pt idx="2795">
                  <c:v>0.1669449081803</c:v>
                </c:pt>
                <c:pt idx="2796">
                  <c:v>0.16698656429942399</c:v>
                </c:pt>
                <c:pt idx="2797">
                  <c:v>0.16702355460385401</c:v>
                </c:pt>
                <c:pt idx="2798">
                  <c:v>0.16708229426433899</c:v>
                </c:pt>
                <c:pt idx="2799">
                  <c:v>0.16719242902208201</c:v>
                </c:pt>
                <c:pt idx="2800">
                  <c:v>0.16721744877726299</c:v>
                </c:pt>
                <c:pt idx="2801">
                  <c:v>0.167218543046357</c:v>
                </c:pt>
                <c:pt idx="2802">
                  <c:v>0.167218543046357</c:v>
                </c:pt>
                <c:pt idx="2803">
                  <c:v>0.16726403823177999</c:v>
                </c:pt>
                <c:pt idx="2804">
                  <c:v>0.16726618705035901</c:v>
                </c:pt>
                <c:pt idx="2805">
                  <c:v>0.167295597484276</c:v>
                </c:pt>
                <c:pt idx="2806">
                  <c:v>0.167295597484276</c:v>
                </c:pt>
                <c:pt idx="2807">
                  <c:v>0.167315175097276</c:v>
                </c:pt>
                <c:pt idx="2808">
                  <c:v>0.167315175097276</c:v>
                </c:pt>
                <c:pt idx="2809">
                  <c:v>0.16733067729083601</c:v>
                </c:pt>
                <c:pt idx="2810">
                  <c:v>0.16733870967741901</c:v>
                </c:pt>
                <c:pt idx="2811">
                  <c:v>0.16739319965126401</c:v>
                </c:pt>
                <c:pt idx="2812">
                  <c:v>0.16753926701570601</c:v>
                </c:pt>
                <c:pt idx="2813">
                  <c:v>0.16753926701570601</c:v>
                </c:pt>
                <c:pt idx="2814">
                  <c:v>0.167601683029453</c:v>
                </c:pt>
                <c:pt idx="2815">
                  <c:v>0.167619047619047</c:v>
                </c:pt>
                <c:pt idx="2816">
                  <c:v>0.167701863354037</c:v>
                </c:pt>
                <c:pt idx="2817">
                  <c:v>0.167701863354037</c:v>
                </c:pt>
                <c:pt idx="2818">
                  <c:v>0.167701863354037</c:v>
                </c:pt>
                <c:pt idx="2819">
                  <c:v>0.168039538714991</c:v>
                </c:pt>
                <c:pt idx="2820">
                  <c:v>0.168039538714991</c:v>
                </c:pt>
                <c:pt idx="2821">
                  <c:v>0.16804979253112001</c:v>
                </c:pt>
                <c:pt idx="2822">
                  <c:v>0.168297455968688</c:v>
                </c:pt>
                <c:pt idx="2823">
                  <c:v>0.16839378238341901</c:v>
                </c:pt>
                <c:pt idx="2824">
                  <c:v>0.16849315068493101</c:v>
                </c:pt>
                <c:pt idx="2825">
                  <c:v>0.16860465116279</c:v>
                </c:pt>
                <c:pt idx="2826">
                  <c:v>0.16872427983539001</c:v>
                </c:pt>
                <c:pt idx="2827">
                  <c:v>0.16876574307304701</c:v>
                </c:pt>
                <c:pt idx="2828">
                  <c:v>0.16876574307304701</c:v>
                </c:pt>
                <c:pt idx="2829">
                  <c:v>0.16877637130801601</c:v>
                </c:pt>
                <c:pt idx="2830">
                  <c:v>0.168831168831168</c:v>
                </c:pt>
                <c:pt idx="2831">
                  <c:v>0.16888433981576201</c:v>
                </c:pt>
                <c:pt idx="2832">
                  <c:v>0.16888519134775301</c:v>
                </c:pt>
                <c:pt idx="2833">
                  <c:v>0.16894977168949701</c:v>
                </c:pt>
                <c:pt idx="2834">
                  <c:v>0.16894977168949701</c:v>
                </c:pt>
                <c:pt idx="2835">
                  <c:v>0.16909620991253599</c:v>
                </c:pt>
                <c:pt idx="2836">
                  <c:v>0.16912599318955701</c:v>
                </c:pt>
                <c:pt idx="2837">
                  <c:v>0.16913319238900601</c:v>
                </c:pt>
                <c:pt idx="2838">
                  <c:v>0.16913687881429801</c:v>
                </c:pt>
                <c:pt idx="2839">
                  <c:v>0.16913687881429801</c:v>
                </c:pt>
                <c:pt idx="2840">
                  <c:v>0.16913687881429801</c:v>
                </c:pt>
                <c:pt idx="2841">
                  <c:v>0.16915422885572101</c:v>
                </c:pt>
                <c:pt idx="2842">
                  <c:v>0.16915422885572101</c:v>
                </c:pt>
                <c:pt idx="2843">
                  <c:v>0.16916488222698001</c:v>
                </c:pt>
                <c:pt idx="2844">
                  <c:v>0.169191919191919</c:v>
                </c:pt>
                <c:pt idx="2845">
                  <c:v>0.169191919191919</c:v>
                </c:pt>
                <c:pt idx="2846">
                  <c:v>0.169197396963123</c:v>
                </c:pt>
                <c:pt idx="2847">
                  <c:v>0.16923076923076899</c:v>
                </c:pt>
                <c:pt idx="2848">
                  <c:v>0.16923076923076899</c:v>
                </c:pt>
                <c:pt idx="2849">
                  <c:v>0.16924157303370699</c:v>
                </c:pt>
                <c:pt idx="2850">
                  <c:v>0.169312169312169</c:v>
                </c:pt>
                <c:pt idx="2851">
                  <c:v>0.169312169312169</c:v>
                </c:pt>
                <c:pt idx="2852">
                  <c:v>0.169312169312169</c:v>
                </c:pt>
                <c:pt idx="2853">
                  <c:v>0.169312169312169</c:v>
                </c:pt>
                <c:pt idx="2854">
                  <c:v>0.169429097605893</c:v>
                </c:pt>
                <c:pt idx="2855">
                  <c:v>0.169429097605893</c:v>
                </c:pt>
                <c:pt idx="2856">
                  <c:v>0.169429097605893</c:v>
                </c:pt>
                <c:pt idx="2857">
                  <c:v>0.169491525423728</c:v>
                </c:pt>
                <c:pt idx="2858">
                  <c:v>0.169491525423728</c:v>
                </c:pt>
                <c:pt idx="2859">
                  <c:v>0.16951788491446301</c:v>
                </c:pt>
                <c:pt idx="2860">
                  <c:v>0.16952380952380899</c:v>
                </c:pt>
                <c:pt idx="2861">
                  <c:v>0.16956521739130401</c:v>
                </c:pt>
                <c:pt idx="2862">
                  <c:v>0.16956521739130401</c:v>
                </c:pt>
                <c:pt idx="2863">
                  <c:v>0.16959064327485299</c:v>
                </c:pt>
                <c:pt idx="2864">
                  <c:v>0.16969696969696901</c:v>
                </c:pt>
                <c:pt idx="2865">
                  <c:v>0.169744942832014</c:v>
                </c:pt>
                <c:pt idx="2866">
                  <c:v>0.16974972796517901</c:v>
                </c:pt>
                <c:pt idx="2867">
                  <c:v>0.16977225672877799</c:v>
                </c:pt>
                <c:pt idx="2868">
                  <c:v>0.16978417266186999</c:v>
                </c:pt>
                <c:pt idx="2869">
                  <c:v>0.169811320754716</c:v>
                </c:pt>
                <c:pt idx="2870">
                  <c:v>0.169811320754716</c:v>
                </c:pt>
                <c:pt idx="2871">
                  <c:v>0.169811320754716</c:v>
                </c:pt>
                <c:pt idx="2872">
                  <c:v>0.169966996699669</c:v>
                </c:pt>
                <c:pt idx="2873">
                  <c:v>0.16999999999999901</c:v>
                </c:pt>
                <c:pt idx="2874">
                  <c:v>0.17001545595053999</c:v>
                </c:pt>
                <c:pt idx="2875">
                  <c:v>0.1701244813278</c:v>
                </c:pt>
                <c:pt idx="2876">
                  <c:v>0.17014925373134299</c:v>
                </c:pt>
                <c:pt idx="2877">
                  <c:v>0.17014925373134299</c:v>
                </c:pt>
                <c:pt idx="2878">
                  <c:v>0.17014925373134299</c:v>
                </c:pt>
                <c:pt idx="2879">
                  <c:v>0.170160295930949</c:v>
                </c:pt>
                <c:pt idx="2880">
                  <c:v>0.17040358744394599</c:v>
                </c:pt>
                <c:pt idx="2881">
                  <c:v>0.17058823529411701</c:v>
                </c:pt>
                <c:pt idx="2882">
                  <c:v>0.17063492063492</c:v>
                </c:pt>
                <c:pt idx="2883">
                  <c:v>0.17064499746063899</c:v>
                </c:pt>
                <c:pt idx="2884">
                  <c:v>0.17068273092369399</c:v>
                </c:pt>
                <c:pt idx="2885">
                  <c:v>0.17080291970802899</c:v>
                </c:pt>
                <c:pt idx="2886">
                  <c:v>0.17081850533807799</c:v>
                </c:pt>
                <c:pt idx="2887">
                  <c:v>0.170833333333333</c:v>
                </c:pt>
                <c:pt idx="2888">
                  <c:v>0.170833333333333</c:v>
                </c:pt>
                <c:pt idx="2889">
                  <c:v>0.170848267622461</c:v>
                </c:pt>
                <c:pt idx="2890">
                  <c:v>0.170848267622461</c:v>
                </c:pt>
                <c:pt idx="2891">
                  <c:v>0.170886075949367</c:v>
                </c:pt>
                <c:pt idx="2892">
                  <c:v>0.17095310136157299</c:v>
                </c:pt>
                <c:pt idx="2893">
                  <c:v>0.17098092643051699</c:v>
                </c:pt>
                <c:pt idx="2894">
                  <c:v>0.171018276762402</c:v>
                </c:pt>
                <c:pt idx="2895">
                  <c:v>0.17107942973523399</c:v>
                </c:pt>
                <c:pt idx="2896">
                  <c:v>0.17116060961313001</c:v>
                </c:pt>
                <c:pt idx="2897">
                  <c:v>0.17116060961313001</c:v>
                </c:pt>
                <c:pt idx="2898">
                  <c:v>0.171171171171171</c:v>
                </c:pt>
                <c:pt idx="2899">
                  <c:v>0.17124394184167999</c:v>
                </c:pt>
                <c:pt idx="2900">
                  <c:v>0.171296296296296</c:v>
                </c:pt>
                <c:pt idx="2901">
                  <c:v>0.17136150234741701</c:v>
                </c:pt>
                <c:pt idx="2902">
                  <c:v>0.17139479905437299</c:v>
                </c:pt>
                <c:pt idx="2903">
                  <c:v>0.171477079796264</c:v>
                </c:pt>
                <c:pt idx="2904">
                  <c:v>0.17148014440433201</c:v>
                </c:pt>
                <c:pt idx="2905">
                  <c:v>0.17148362235067399</c:v>
                </c:pt>
                <c:pt idx="2906">
                  <c:v>0.171548117154811</c:v>
                </c:pt>
                <c:pt idx="2907">
                  <c:v>0.17156862745098</c:v>
                </c:pt>
                <c:pt idx="2908">
                  <c:v>0.17156862745098</c:v>
                </c:pt>
                <c:pt idx="2909">
                  <c:v>0.17156862745098</c:v>
                </c:pt>
                <c:pt idx="2910">
                  <c:v>0.17157490396927</c:v>
                </c:pt>
                <c:pt idx="2911">
                  <c:v>0.171604938271604</c:v>
                </c:pt>
                <c:pt idx="2912">
                  <c:v>0.171604938271604</c:v>
                </c:pt>
                <c:pt idx="2913">
                  <c:v>0.17169811320754699</c:v>
                </c:pt>
                <c:pt idx="2914">
                  <c:v>0.17173913043478201</c:v>
                </c:pt>
                <c:pt idx="2915">
                  <c:v>0.17174959871588999</c:v>
                </c:pt>
                <c:pt idx="2916">
                  <c:v>0.171875</c:v>
                </c:pt>
                <c:pt idx="2917">
                  <c:v>0.17190082644627999</c:v>
                </c:pt>
                <c:pt idx="2918">
                  <c:v>0.17193675889328</c:v>
                </c:pt>
                <c:pt idx="2919">
                  <c:v>0.17198581560283599</c:v>
                </c:pt>
                <c:pt idx="2920">
                  <c:v>0.17202268431001899</c:v>
                </c:pt>
                <c:pt idx="2921">
                  <c:v>0.17208182912153999</c:v>
                </c:pt>
                <c:pt idx="2922">
                  <c:v>0.172087522176227</c:v>
                </c:pt>
                <c:pt idx="2923">
                  <c:v>0.17216117216117199</c:v>
                </c:pt>
                <c:pt idx="2924">
                  <c:v>0.17216981132075401</c:v>
                </c:pt>
                <c:pt idx="2925">
                  <c:v>0.17216981132075401</c:v>
                </c:pt>
                <c:pt idx="2926">
                  <c:v>0.17216981132075401</c:v>
                </c:pt>
                <c:pt idx="2927">
                  <c:v>0.17216981132075401</c:v>
                </c:pt>
                <c:pt idx="2928">
                  <c:v>0.17227319062181401</c:v>
                </c:pt>
                <c:pt idx="2929">
                  <c:v>0.17249999999999999</c:v>
                </c:pt>
                <c:pt idx="2930">
                  <c:v>0.17253521126760499</c:v>
                </c:pt>
                <c:pt idx="2931">
                  <c:v>0.172549019607843</c:v>
                </c:pt>
                <c:pt idx="2932">
                  <c:v>0.17261410788381701</c:v>
                </c:pt>
                <c:pt idx="2933">
                  <c:v>0.17261410788381701</c:v>
                </c:pt>
                <c:pt idx="2934">
                  <c:v>0.17261410788381701</c:v>
                </c:pt>
                <c:pt idx="2935">
                  <c:v>0.17262830482114999</c:v>
                </c:pt>
                <c:pt idx="2936">
                  <c:v>0.172631578947368</c:v>
                </c:pt>
                <c:pt idx="2937">
                  <c:v>0.17270788912579901</c:v>
                </c:pt>
                <c:pt idx="2938">
                  <c:v>0.17272727272727201</c:v>
                </c:pt>
                <c:pt idx="2939">
                  <c:v>0.17274167987321701</c:v>
                </c:pt>
                <c:pt idx="2940">
                  <c:v>0.17279411764705799</c:v>
                </c:pt>
                <c:pt idx="2941">
                  <c:v>0.172839506172839</c:v>
                </c:pt>
                <c:pt idx="2942">
                  <c:v>0.17286245353159799</c:v>
                </c:pt>
                <c:pt idx="2943">
                  <c:v>0.17287234042553101</c:v>
                </c:pt>
                <c:pt idx="2944">
                  <c:v>0.17293233082706699</c:v>
                </c:pt>
                <c:pt idx="2945">
                  <c:v>0.173044925124792</c:v>
                </c:pt>
                <c:pt idx="2946">
                  <c:v>0.173054587688733</c:v>
                </c:pt>
                <c:pt idx="2947">
                  <c:v>0.17306680694371299</c:v>
                </c:pt>
                <c:pt idx="2948">
                  <c:v>0.17310252996005299</c:v>
                </c:pt>
                <c:pt idx="2949">
                  <c:v>0.17316692667706701</c:v>
                </c:pt>
                <c:pt idx="2950">
                  <c:v>0.17333333333333301</c:v>
                </c:pt>
                <c:pt idx="2951">
                  <c:v>0.173380035026269</c:v>
                </c:pt>
                <c:pt idx="2952">
                  <c:v>0.173380035026269</c:v>
                </c:pt>
                <c:pt idx="2953">
                  <c:v>0.17340286831812199</c:v>
                </c:pt>
                <c:pt idx="2954">
                  <c:v>0.17346938775510201</c:v>
                </c:pt>
                <c:pt idx="2955">
                  <c:v>0.17359413202933899</c:v>
                </c:pt>
                <c:pt idx="2956">
                  <c:v>0.17359855334538801</c:v>
                </c:pt>
                <c:pt idx="2957">
                  <c:v>0.17360114777618299</c:v>
                </c:pt>
                <c:pt idx="2958">
                  <c:v>0.17365269461077801</c:v>
                </c:pt>
                <c:pt idx="2959">
                  <c:v>0.17374517374517301</c:v>
                </c:pt>
                <c:pt idx="2960">
                  <c:v>0.17377812257563999</c:v>
                </c:pt>
                <c:pt idx="2961">
                  <c:v>0.17381818181818101</c:v>
                </c:pt>
                <c:pt idx="2962">
                  <c:v>0.17384105960264801</c:v>
                </c:pt>
                <c:pt idx="2963">
                  <c:v>0.173959445037353</c:v>
                </c:pt>
                <c:pt idx="2964">
                  <c:v>0.17403708987161101</c:v>
                </c:pt>
                <c:pt idx="2965">
                  <c:v>0.17404129793510301</c:v>
                </c:pt>
                <c:pt idx="2966">
                  <c:v>0.174166666666666</c:v>
                </c:pt>
                <c:pt idx="2967">
                  <c:v>0.174193548387096</c:v>
                </c:pt>
                <c:pt idx="2968">
                  <c:v>0.174291938997821</c:v>
                </c:pt>
                <c:pt idx="2969">
                  <c:v>0.17430226434965701</c:v>
                </c:pt>
                <c:pt idx="2970">
                  <c:v>0.17431192660550399</c:v>
                </c:pt>
                <c:pt idx="2971">
                  <c:v>0.17435897435897399</c:v>
                </c:pt>
                <c:pt idx="2972">
                  <c:v>0.17441860465116199</c:v>
                </c:pt>
                <c:pt idx="2973">
                  <c:v>0.17446808510638201</c:v>
                </c:pt>
                <c:pt idx="2974">
                  <c:v>0.17446808510638201</c:v>
                </c:pt>
                <c:pt idx="2975">
                  <c:v>0.17449664429530101</c:v>
                </c:pt>
                <c:pt idx="2976">
                  <c:v>0.17449664429530101</c:v>
                </c:pt>
                <c:pt idx="2977">
                  <c:v>0.174528301886792</c:v>
                </c:pt>
                <c:pt idx="2978">
                  <c:v>0.17460317460317401</c:v>
                </c:pt>
                <c:pt idx="2979">
                  <c:v>0.17460317460317401</c:v>
                </c:pt>
                <c:pt idx="2980">
                  <c:v>0.17462311557788901</c:v>
                </c:pt>
                <c:pt idx="2981">
                  <c:v>0.17468354430379701</c:v>
                </c:pt>
                <c:pt idx="2982">
                  <c:v>0.17478510028653299</c:v>
                </c:pt>
                <c:pt idx="2983">
                  <c:v>0.17488789237668101</c:v>
                </c:pt>
                <c:pt idx="2984">
                  <c:v>0.17499999999999999</c:v>
                </c:pt>
                <c:pt idx="2985">
                  <c:v>0.17499999999999999</c:v>
                </c:pt>
                <c:pt idx="2986">
                  <c:v>0.17499999999999999</c:v>
                </c:pt>
                <c:pt idx="2987">
                  <c:v>0.17499999999999999</c:v>
                </c:pt>
                <c:pt idx="2988">
                  <c:v>0.17511520737327099</c:v>
                </c:pt>
                <c:pt idx="2989">
                  <c:v>0.17512690355329899</c:v>
                </c:pt>
                <c:pt idx="2990">
                  <c:v>0.17513134851138301</c:v>
                </c:pt>
                <c:pt idx="2991">
                  <c:v>0.1751968503937</c:v>
                </c:pt>
                <c:pt idx="2992">
                  <c:v>0.17521367521367501</c:v>
                </c:pt>
                <c:pt idx="2993">
                  <c:v>0.17523364485981299</c:v>
                </c:pt>
                <c:pt idx="2994">
                  <c:v>0.17524916943521501</c:v>
                </c:pt>
                <c:pt idx="2995">
                  <c:v>0.17524916943521501</c:v>
                </c:pt>
                <c:pt idx="2996">
                  <c:v>0.17545748116254001</c:v>
                </c:pt>
                <c:pt idx="2997">
                  <c:v>0.175461741424802</c:v>
                </c:pt>
                <c:pt idx="2998">
                  <c:v>0.17546362339514901</c:v>
                </c:pt>
                <c:pt idx="2999">
                  <c:v>0.17546848381601299</c:v>
                </c:pt>
                <c:pt idx="3000">
                  <c:v>0.17548746518105801</c:v>
                </c:pt>
                <c:pt idx="3001">
                  <c:v>0.17551020408163201</c:v>
                </c:pt>
                <c:pt idx="3002">
                  <c:v>0.17551020408163201</c:v>
                </c:pt>
                <c:pt idx="3003">
                  <c:v>0.17554240631163701</c:v>
                </c:pt>
                <c:pt idx="3004">
                  <c:v>0.17554858934169201</c:v>
                </c:pt>
                <c:pt idx="3005">
                  <c:v>0.17567567567567499</c:v>
                </c:pt>
                <c:pt idx="3006">
                  <c:v>0.17572463768115901</c:v>
                </c:pt>
                <c:pt idx="3007">
                  <c:v>0.17578125</c:v>
                </c:pt>
                <c:pt idx="3008">
                  <c:v>0.17588932806324101</c:v>
                </c:pt>
                <c:pt idx="3009">
                  <c:v>0.17599999999999899</c:v>
                </c:pt>
                <c:pt idx="3010">
                  <c:v>0.17601547388781399</c:v>
                </c:pt>
                <c:pt idx="3011">
                  <c:v>0.17647058823529399</c:v>
                </c:pt>
                <c:pt idx="3012">
                  <c:v>0.17647058823529399</c:v>
                </c:pt>
                <c:pt idx="3013">
                  <c:v>0.17647058823529399</c:v>
                </c:pt>
                <c:pt idx="3014">
                  <c:v>0.17647058823529399</c:v>
                </c:pt>
                <c:pt idx="3015">
                  <c:v>0.17647058823529399</c:v>
                </c:pt>
                <c:pt idx="3016">
                  <c:v>0.17663043478260801</c:v>
                </c:pt>
                <c:pt idx="3017">
                  <c:v>0.17667844522968101</c:v>
                </c:pt>
                <c:pt idx="3018">
                  <c:v>0.17667844522968101</c:v>
                </c:pt>
                <c:pt idx="3019">
                  <c:v>0.17667844522968101</c:v>
                </c:pt>
                <c:pt idx="3020">
                  <c:v>0.17667844522968101</c:v>
                </c:pt>
                <c:pt idx="3021">
                  <c:v>0.17667844522968101</c:v>
                </c:pt>
                <c:pt idx="3022">
                  <c:v>0.17688022284122501</c:v>
                </c:pt>
                <c:pt idx="3023">
                  <c:v>0.17688266199649699</c:v>
                </c:pt>
                <c:pt idx="3024">
                  <c:v>0.17695473251028801</c:v>
                </c:pt>
                <c:pt idx="3025">
                  <c:v>0.17695735200509199</c:v>
                </c:pt>
                <c:pt idx="3026">
                  <c:v>0.17716535433070801</c:v>
                </c:pt>
                <c:pt idx="3027">
                  <c:v>0.177215189873417</c:v>
                </c:pt>
                <c:pt idx="3028">
                  <c:v>0.17730496453900699</c:v>
                </c:pt>
                <c:pt idx="3029">
                  <c:v>0.17733990147783199</c:v>
                </c:pt>
                <c:pt idx="3030">
                  <c:v>0.17733990147783199</c:v>
                </c:pt>
                <c:pt idx="3031">
                  <c:v>0.17733990147783199</c:v>
                </c:pt>
                <c:pt idx="3032">
                  <c:v>0.177347242921013</c:v>
                </c:pt>
                <c:pt idx="3033">
                  <c:v>0.177358490566037</c:v>
                </c:pt>
                <c:pt idx="3034">
                  <c:v>0.177358490566037</c:v>
                </c:pt>
                <c:pt idx="3035">
                  <c:v>0.177358490566037</c:v>
                </c:pt>
                <c:pt idx="3036">
                  <c:v>0.17747440273037501</c:v>
                </c:pt>
                <c:pt idx="3037">
                  <c:v>0.17758186397984799</c:v>
                </c:pt>
                <c:pt idx="3038">
                  <c:v>0.17758369723435199</c:v>
                </c:pt>
                <c:pt idx="3039">
                  <c:v>0.17758985200845601</c:v>
                </c:pt>
                <c:pt idx="3040">
                  <c:v>0.17770034843205501</c:v>
                </c:pt>
                <c:pt idx="3041">
                  <c:v>0.177802944507361</c:v>
                </c:pt>
                <c:pt idx="3042">
                  <c:v>0.177858439201451</c:v>
                </c:pt>
                <c:pt idx="3043">
                  <c:v>0.177884615384615</c:v>
                </c:pt>
                <c:pt idx="3044">
                  <c:v>0.17789291882556099</c:v>
                </c:pt>
                <c:pt idx="3045">
                  <c:v>0.17799352750809</c:v>
                </c:pt>
                <c:pt idx="3046">
                  <c:v>0.178036605657238</c:v>
                </c:pt>
                <c:pt idx="3047">
                  <c:v>0.17815344603381</c:v>
                </c:pt>
                <c:pt idx="3048">
                  <c:v>0.178268251273344</c:v>
                </c:pt>
                <c:pt idx="3049">
                  <c:v>0.17829457364341</c:v>
                </c:pt>
                <c:pt idx="3050">
                  <c:v>0.17829457364341</c:v>
                </c:pt>
                <c:pt idx="3051">
                  <c:v>0.17829457364341</c:v>
                </c:pt>
                <c:pt idx="3052">
                  <c:v>0.178343949044585</c:v>
                </c:pt>
                <c:pt idx="3053">
                  <c:v>0.17846607669616499</c:v>
                </c:pt>
                <c:pt idx="3054">
                  <c:v>0.178502879078694</c:v>
                </c:pt>
                <c:pt idx="3055">
                  <c:v>0.17857142857142799</c:v>
                </c:pt>
                <c:pt idx="3056">
                  <c:v>0.17857142857142799</c:v>
                </c:pt>
                <c:pt idx="3057">
                  <c:v>0.17857142857142799</c:v>
                </c:pt>
                <c:pt idx="3058">
                  <c:v>0.17857142857142799</c:v>
                </c:pt>
                <c:pt idx="3059">
                  <c:v>0.17857142857142799</c:v>
                </c:pt>
                <c:pt idx="3060">
                  <c:v>0.17860380779691701</c:v>
                </c:pt>
                <c:pt idx="3061">
                  <c:v>0.178838412880966</c:v>
                </c:pt>
                <c:pt idx="3062">
                  <c:v>0.178838412880966</c:v>
                </c:pt>
                <c:pt idx="3063">
                  <c:v>0.17889908256880699</c:v>
                </c:pt>
                <c:pt idx="3064">
                  <c:v>0.17894736842105199</c:v>
                </c:pt>
                <c:pt idx="3065">
                  <c:v>0.17894736842105199</c:v>
                </c:pt>
                <c:pt idx="3066">
                  <c:v>0.17896274653031399</c:v>
                </c:pt>
                <c:pt idx="3067">
                  <c:v>0.178988326848249</c:v>
                </c:pt>
                <c:pt idx="3068">
                  <c:v>0.17899249732047101</c:v>
                </c:pt>
                <c:pt idx="3069">
                  <c:v>0.179039301310043</c:v>
                </c:pt>
                <c:pt idx="3070">
                  <c:v>0.179166666666666</c:v>
                </c:pt>
                <c:pt idx="3071">
                  <c:v>0.17921935129191799</c:v>
                </c:pt>
                <c:pt idx="3072">
                  <c:v>0.179226069246435</c:v>
                </c:pt>
                <c:pt idx="3073">
                  <c:v>0.179292929292929</c:v>
                </c:pt>
                <c:pt idx="3074">
                  <c:v>0.17930204572803801</c:v>
                </c:pt>
                <c:pt idx="3075">
                  <c:v>0.179407176287051</c:v>
                </c:pt>
                <c:pt idx="3076">
                  <c:v>0.179407176287051</c:v>
                </c:pt>
                <c:pt idx="3077">
                  <c:v>0.17943107221006499</c:v>
                </c:pt>
                <c:pt idx="3078">
                  <c:v>0.17954545454545401</c:v>
                </c:pt>
                <c:pt idx="3079">
                  <c:v>0.17956290608387401</c:v>
                </c:pt>
                <c:pt idx="3080">
                  <c:v>0.17960088691796</c:v>
                </c:pt>
                <c:pt idx="3081">
                  <c:v>0.17972350230414699</c:v>
                </c:pt>
                <c:pt idx="3082">
                  <c:v>0.17977528089887601</c:v>
                </c:pt>
                <c:pt idx="3083">
                  <c:v>0.179824561403508</c:v>
                </c:pt>
                <c:pt idx="3084">
                  <c:v>0.17983651226158001</c:v>
                </c:pt>
                <c:pt idx="3085">
                  <c:v>0.17995444191343901</c:v>
                </c:pt>
                <c:pt idx="3086">
                  <c:v>0.17999999999999899</c:v>
                </c:pt>
                <c:pt idx="3087">
                  <c:v>0.17999999999999899</c:v>
                </c:pt>
                <c:pt idx="3088">
                  <c:v>0.17999999999999899</c:v>
                </c:pt>
                <c:pt idx="3089">
                  <c:v>0.18003025718608101</c:v>
                </c:pt>
                <c:pt idx="3090">
                  <c:v>0.180055401662049</c:v>
                </c:pt>
                <c:pt idx="3091">
                  <c:v>0.180059523809523</c:v>
                </c:pt>
                <c:pt idx="3092">
                  <c:v>0.180059523809523</c:v>
                </c:pt>
                <c:pt idx="3093">
                  <c:v>0.18007202881152401</c:v>
                </c:pt>
                <c:pt idx="3094">
                  <c:v>0.18013245033112499</c:v>
                </c:pt>
                <c:pt idx="3095">
                  <c:v>0.18013245033112499</c:v>
                </c:pt>
                <c:pt idx="3096">
                  <c:v>0.180272108843537</c:v>
                </c:pt>
                <c:pt idx="3097">
                  <c:v>0.18028846153846101</c:v>
                </c:pt>
                <c:pt idx="3098">
                  <c:v>0.180297397769516</c:v>
                </c:pt>
                <c:pt idx="3099">
                  <c:v>0.180481283422459</c:v>
                </c:pt>
                <c:pt idx="3100">
                  <c:v>0.18052256532066499</c:v>
                </c:pt>
                <c:pt idx="3101">
                  <c:v>0.18053375196232299</c:v>
                </c:pt>
                <c:pt idx="3102">
                  <c:v>0.180722891566265</c:v>
                </c:pt>
                <c:pt idx="3103">
                  <c:v>0.180722891566265</c:v>
                </c:pt>
                <c:pt idx="3104">
                  <c:v>0.18076535750251699</c:v>
                </c:pt>
                <c:pt idx="3105">
                  <c:v>0.18081180811808101</c:v>
                </c:pt>
                <c:pt idx="3106">
                  <c:v>0.18081180811808101</c:v>
                </c:pt>
                <c:pt idx="3107">
                  <c:v>0.180851063829787</c:v>
                </c:pt>
                <c:pt idx="3108">
                  <c:v>0.18087318087318</c:v>
                </c:pt>
                <c:pt idx="3109">
                  <c:v>0.180957390846922</c:v>
                </c:pt>
                <c:pt idx="3110">
                  <c:v>0.181102362204724</c:v>
                </c:pt>
                <c:pt idx="3111">
                  <c:v>0.181102362204724</c:v>
                </c:pt>
                <c:pt idx="3112">
                  <c:v>0.18119266055045799</c:v>
                </c:pt>
                <c:pt idx="3113">
                  <c:v>0.181236673773987</c:v>
                </c:pt>
                <c:pt idx="3114">
                  <c:v>0.181409295352323</c:v>
                </c:pt>
                <c:pt idx="3115">
                  <c:v>0.181490384615384</c:v>
                </c:pt>
                <c:pt idx="3116">
                  <c:v>0.181632653061224</c:v>
                </c:pt>
                <c:pt idx="3117">
                  <c:v>0.18164794007490601</c:v>
                </c:pt>
                <c:pt idx="3118">
                  <c:v>0.18165467625899201</c:v>
                </c:pt>
                <c:pt idx="3119">
                  <c:v>0.181679389312977</c:v>
                </c:pt>
                <c:pt idx="3120">
                  <c:v>0.18181818181818099</c:v>
                </c:pt>
                <c:pt idx="3121">
                  <c:v>0.18181818181818099</c:v>
                </c:pt>
                <c:pt idx="3122">
                  <c:v>0.18201754385964899</c:v>
                </c:pt>
                <c:pt idx="3123">
                  <c:v>0.18210862619808299</c:v>
                </c:pt>
                <c:pt idx="3124">
                  <c:v>0.18214716525934799</c:v>
                </c:pt>
                <c:pt idx="3125">
                  <c:v>0.18214936247723101</c:v>
                </c:pt>
                <c:pt idx="3126">
                  <c:v>0.18214936247723101</c:v>
                </c:pt>
                <c:pt idx="3127">
                  <c:v>0.18222222222222201</c:v>
                </c:pt>
                <c:pt idx="3128">
                  <c:v>0.18227848101265801</c:v>
                </c:pt>
                <c:pt idx="3129">
                  <c:v>0.18233618233618201</c:v>
                </c:pt>
                <c:pt idx="3130">
                  <c:v>0.182492581602373</c:v>
                </c:pt>
                <c:pt idx="3131">
                  <c:v>0.18252840909090901</c:v>
                </c:pt>
                <c:pt idx="3132">
                  <c:v>0.182539682539682</c:v>
                </c:pt>
                <c:pt idx="3133">
                  <c:v>0.18287037037036999</c:v>
                </c:pt>
                <c:pt idx="3134">
                  <c:v>0.18294849023090501</c:v>
                </c:pt>
                <c:pt idx="3135">
                  <c:v>0.18301026225769601</c:v>
                </c:pt>
                <c:pt idx="3136">
                  <c:v>0.183098591549295</c:v>
                </c:pt>
                <c:pt idx="3137">
                  <c:v>0.183098591549295</c:v>
                </c:pt>
                <c:pt idx="3138">
                  <c:v>0.183098591549295</c:v>
                </c:pt>
                <c:pt idx="3139">
                  <c:v>0.183098591549295</c:v>
                </c:pt>
                <c:pt idx="3140">
                  <c:v>0.18312757201645999</c:v>
                </c:pt>
                <c:pt idx="3141">
                  <c:v>0.183184855233853</c:v>
                </c:pt>
                <c:pt idx="3142">
                  <c:v>0.18320610687022901</c:v>
                </c:pt>
                <c:pt idx="3143">
                  <c:v>0.18326693227091601</c:v>
                </c:pt>
                <c:pt idx="3144">
                  <c:v>0.18328445747800501</c:v>
                </c:pt>
                <c:pt idx="3145">
                  <c:v>0.18336886993603399</c:v>
                </c:pt>
                <c:pt idx="3146">
                  <c:v>0.183374083129584</c:v>
                </c:pt>
                <c:pt idx="3147">
                  <c:v>0.183431952662721</c:v>
                </c:pt>
                <c:pt idx="3148">
                  <c:v>0.18344827586206899</c:v>
                </c:pt>
                <c:pt idx="3149">
                  <c:v>0.18357487922705301</c:v>
                </c:pt>
                <c:pt idx="3150">
                  <c:v>0.18357487922705301</c:v>
                </c:pt>
                <c:pt idx="3151">
                  <c:v>0.18357487922705301</c:v>
                </c:pt>
                <c:pt idx="3152">
                  <c:v>0.18363939899833001</c:v>
                </c:pt>
                <c:pt idx="3153">
                  <c:v>0.18364928909952599</c:v>
                </c:pt>
                <c:pt idx="3154">
                  <c:v>0.18370739817123799</c:v>
                </c:pt>
                <c:pt idx="3155">
                  <c:v>0.183856502242152</c:v>
                </c:pt>
                <c:pt idx="3156">
                  <c:v>0.183856502242152</c:v>
                </c:pt>
                <c:pt idx="3157">
                  <c:v>0.183887915936952</c:v>
                </c:pt>
                <c:pt idx="3158">
                  <c:v>0.184073107049608</c:v>
                </c:pt>
                <c:pt idx="3159">
                  <c:v>0.184249628528974</c:v>
                </c:pt>
                <c:pt idx="3160">
                  <c:v>0.18425196850393699</c:v>
                </c:pt>
                <c:pt idx="3161">
                  <c:v>0.184306569343065</c:v>
                </c:pt>
                <c:pt idx="3162">
                  <c:v>0.184306569343065</c:v>
                </c:pt>
                <c:pt idx="3163">
                  <c:v>0.184397163120567</c:v>
                </c:pt>
                <c:pt idx="3164">
                  <c:v>0.18453865336658301</c:v>
                </c:pt>
                <c:pt idx="3165">
                  <c:v>0.184549356223175</c:v>
                </c:pt>
                <c:pt idx="3166">
                  <c:v>0.18458781362007101</c:v>
                </c:pt>
                <c:pt idx="3167">
                  <c:v>0.184782608695652</c:v>
                </c:pt>
                <c:pt idx="3168">
                  <c:v>0.184873949579831</c:v>
                </c:pt>
                <c:pt idx="3169">
                  <c:v>0.18501170960187299</c:v>
                </c:pt>
                <c:pt idx="3170">
                  <c:v>0.18510638297872301</c:v>
                </c:pt>
                <c:pt idx="3171">
                  <c:v>0.185110663983903</c:v>
                </c:pt>
                <c:pt idx="3172">
                  <c:v>0.18518518518518501</c:v>
                </c:pt>
                <c:pt idx="3173">
                  <c:v>0.18518518518518501</c:v>
                </c:pt>
                <c:pt idx="3174">
                  <c:v>0.18518518518518501</c:v>
                </c:pt>
                <c:pt idx="3175">
                  <c:v>0.185234899328859</c:v>
                </c:pt>
                <c:pt idx="3176">
                  <c:v>0.18524332810047101</c:v>
                </c:pt>
                <c:pt idx="3177">
                  <c:v>0.185279187817258</c:v>
                </c:pt>
                <c:pt idx="3178">
                  <c:v>0.185354691075514</c:v>
                </c:pt>
                <c:pt idx="3179">
                  <c:v>0.18548387096774199</c:v>
                </c:pt>
                <c:pt idx="3180">
                  <c:v>0.18559556786703599</c:v>
                </c:pt>
                <c:pt idx="3181">
                  <c:v>0.18562874251497</c:v>
                </c:pt>
                <c:pt idx="3182">
                  <c:v>0.18575667655786299</c:v>
                </c:pt>
                <c:pt idx="3183">
                  <c:v>0.18587896253602301</c:v>
                </c:pt>
                <c:pt idx="3184">
                  <c:v>0.18590704647676101</c:v>
                </c:pt>
                <c:pt idx="3185">
                  <c:v>0.18593750000000001</c:v>
                </c:pt>
                <c:pt idx="3186">
                  <c:v>0.185964912280701</c:v>
                </c:pt>
                <c:pt idx="3187">
                  <c:v>0.18600682593856599</c:v>
                </c:pt>
                <c:pt idx="3188">
                  <c:v>0.186046511627907</c:v>
                </c:pt>
                <c:pt idx="3189">
                  <c:v>0.18620689655172401</c:v>
                </c:pt>
                <c:pt idx="3190">
                  <c:v>0.18620689655172401</c:v>
                </c:pt>
                <c:pt idx="3191">
                  <c:v>0.18620689655172401</c:v>
                </c:pt>
                <c:pt idx="3192">
                  <c:v>0.18620689655172401</c:v>
                </c:pt>
                <c:pt idx="3193">
                  <c:v>0.18640776699029099</c:v>
                </c:pt>
                <c:pt idx="3194">
                  <c:v>0.186764705882352</c:v>
                </c:pt>
                <c:pt idx="3195">
                  <c:v>0.186764705882352</c:v>
                </c:pt>
                <c:pt idx="3196">
                  <c:v>0.186878727634194</c:v>
                </c:pt>
                <c:pt idx="3197">
                  <c:v>0.18696397941680901</c:v>
                </c:pt>
                <c:pt idx="3198">
                  <c:v>0.187037037037037</c:v>
                </c:pt>
                <c:pt idx="3199">
                  <c:v>0.18712273641851099</c:v>
                </c:pt>
                <c:pt idx="3200">
                  <c:v>0.18716577540106899</c:v>
                </c:pt>
                <c:pt idx="3201">
                  <c:v>0.187214611872146</c:v>
                </c:pt>
                <c:pt idx="3202">
                  <c:v>0.18722139673105401</c:v>
                </c:pt>
                <c:pt idx="3203">
                  <c:v>0.18722466960352399</c:v>
                </c:pt>
                <c:pt idx="3204">
                  <c:v>0.18722466960352399</c:v>
                </c:pt>
                <c:pt idx="3205">
                  <c:v>0.18731117824773399</c:v>
                </c:pt>
                <c:pt idx="3206">
                  <c:v>0.187363834422658</c:v>
                </c:pt>
                <c:pt idx="3207">
                  <c:v>0.18736842105263099</c:v>
                </c:pt>
                <c:pt idx="3208">
                  <c:v>0.18736842105263099</c:v>
                </c:pt>
                <c:pt idx="3209">
                  <c:v>0.18742724097788099</c:v>
                </c:pt>
                <c:pt idx="3210">
                  <c:v>0.1875</c:v>
                </c:pt>
                <c:pt idx="3211">
                  <c:v>0.1875</c:v>
                </c:pt>
                <c:pt idx="3212">
                  <c:v>0.18772563176895299</c:v>
                </c:pt>
                <c:pt idx="3213">
                  <c:v>0.18781725888324799</c:v>
                </c:pt>
                <c:pt idx="3214">
                  <c:v>0.187919463087248</c:v>
                </c:pt>
                <c:pt idx="3215">
                  <c:v>0.187958883994126</c:v>
                </c:pt>
                <c:pt idx="3216">
                  <c:v>0.187999999999999</c:v>
                </c:pt>
                <c:pt idx="3217">
                  <c:v>0.187999999999999</c:v>
                </c:pt>
                <c:pt idx="3218">
                  <c:v>0.18801652892561899</c:v>
                </c:pt>
                <c:pt idx="3219">
                  <c:v>0.188034188034188</c:v>
                </c:pt>
                <c:pt idx="3220">
                  <c:v>0.18804920913883999</c:v>
                </c:pt>
                <c:pt idx="3221">
                  <c:v>0.18804920913883999</c:v>
                </c:pt>
                <c:pt idx="3222">
                  <c:v>0.18806509945750399</c:v>
                </c:pt>
                <c:pt idx="3223">
                  <c:v>0.18806509945750399</c:v>
                </c:pt>
                <c:pt idx="3224">
                  <c:v>0.18807339449541199</c:v>
                </c:pt>
                <c:pt idx="3225">
                  <c:v>0.18815331010452899</c:v>
                </c:pt>
                <c:pt idx="3226">
                  <c:v>0.188235294117647</c:v>
                </c:pt>
                <c:pt idx="3227">
                  <c:v>0.18849449204406299</c:v>
                </c:pt>
                <c:pt idx="3228">
                  <c:v>0.18849449204406299</c:v>
                </c:pt>
                <c:pt idx="3229">
                  <c:v>0.188524590163934</c:v>
                </c:pt>
                <c:pt idx="3230">
                  <c:v>0.18863361547763</c:v>
                </c:pt>
                <c:pt idx="3231">
                  <c:v>0.188811188811188</c:v>
                </c:pt>
                <c:pt idx="3232">
                  <c:v>0.18884892086330901</c:v>
                </c:pt>
                <c:pt idx="3233">
                  <c:v>0.18884892086330901</c:v>
                </c:pt>
                <c:pt idx="3234">
                  <c:v>0.188888888888888</c:v>
                </c:pt>
                <c:pt idx="3235">
                  <c:v>0.18897637795275599</c:v>
                </c:pt>
                <c:pt idx="3236">
                  <c:v>0.18900729108244499</c:v>
                </c:pt>
                <c:pt idx="3237">
                  <c:v>0.18905472636815901</c:v>
                </c:pt>
                <c:pt idx="3238">
                  <c:v>0.18911174785100199</c:v>
                </c:pt>
                <c:pt idx="3239">
                  <c:v>0.18912529550827401</c:v>
                </c:pt>
                <c:pt idx="3240">
                  <c:v>0.18918918918918901</c:v>
                </c:pt>
                <c:pt idx="3241">
                  <c:v>0.18922305764410999</c:v>
                </c:pt>
                <c:pt idx="3242">
                  <c:v>0.189285714285714</c:v>
                </c:pt>
                <c:pt idx="3243">
                  <c:v>0.189285714285714</c:v>
                </c:pt>
                <c:pt idx="3244">
                  <c:v>0.18932038834951401</c:v>
                </c:pt>
                <c:pt idx="3245">
                  <c:v>0.18944519621109601</c:v>
                </c:pt>
                <c:pt idx="3246">
                  <c:v>0.18951612903225801</c:v>
                </c:pt>
                <c:pt idx="3247">
                  <c:v>0.189597315436241</c:v>
                </c:pt>
                <c:pt idx="3248">
                  <c:v>0.18965517241379301</c:v>
                </c:pt>
                <c:pt idx="3249">
                  <c:v>0.18967587034813899</c:v>
                </c:pt>
                <c:pt idx="3250">
                  <c:v>0.18969555035128799</c:v>
                </c:pt>
                <c:pt idx="3251">
                  <c:v>0.189723320158102</c:v>
                </c:pt>
                <c:pt idx="3252">
                  <c:v>0.18982387475538101</c:v>
                </c:pt>
                <c:pt idx="3253">
                  <c:v>0.18990384615384601</c:v>
                </c:pt>
                <c:pt idx="3254">
                  <c:v>0.18996415770609301</c:v>
                </c:pt>
                <c:pt idx="3255">
                  <c:v>0.19023397761953201</c:v>
                </c:pt>
                <c:pt idx="3256">
                  <c:v>0.190743338008415</c:v>
                </c:pt>
                <c:pt idx="3257">
                  <c:v>0.19077568134171899</c:v>
                </c:pt>
                <c:pt idx="3258">
                  <c:v>0.19083969465648801</c:v>
                </c:pt>
                <c:pt idx="3259">
                  <c:v>0.19083969465648801</c:v>
                </c:pt>
                <c:pt idx="3260">
                  <c:v>0.19085173501577199</c:v>
                </c:pt>
                <c:pt idx="3261">
                  <c:v>0.19087837837837801</c:v>
                </c:pt>
                <c:pt idx="3262">
                  <c:v>0.19090909090909</c:v>
                </c:pt>
                <c:pt idx="3263">
                  <c:v>0.19096509240246401</c:v>
                </c:pt>
                <c:pt idx="3264">
                  <c:v>0.191033138401559</c:v>
                </c:pt>
                <c:pt idx="3265">
                  <c:v>0.191176470588235</c:v>
                </c:pt>
                <c:pt idx="3266">
                  <c:v>0.19135802469135799</c:v>
                </c:pt>
                <c:pt idx="3267">
                  <c:v>0.191428571428571</c:v>
                </c:pt>
                <c:pt idx="3268">
                  <c:v>0.19158878504672899</c:v>
                </c:pt>
                <c:pt idx="3269">
                  <c:v>0.19161676646706499</c:v>
                </c:pt>
                <c:pt idx="3270">
                  <c:v>0.19166666666666601</c:v>
                </c:pt>
                <c:pt idx="3271">
                  <c:v>0.19175911251980901</c:v>
                </c:pt>
                <c:pt idx="3272">
                  <c:v>0.19191919191919099</c:v>
                </c:pt>
                <c:pt idx="3273">
                  <c:v>0.192164179104477</c:v>
                </c:pt>
                <c:pt idx="3274">
                  <c:v>0.19217081850533799</c:v>
                </c:pt>
                <c:pt idx="3275">
                  <c:v>0.192214111922141</c:v>
                </c:pt>
                <c:pt idx="3276">
                  <c:v>0.19230769230769201</c:v>
                </c:pt>
                <c:pt idx="3277">
                  <c:v>0.19230769230769201</c:v>
                </c:pt>
                <c:pt idx="3278">
                  <c:v>0.19230769230769201</c:v>
                </c:pt>
                <c:pt idx="3279">
                  <c:v>0.192368839427663</c:v>
                </c:pt>
                <c:pt idx="3280">
                  <c:v>0.192660550458715</c:v>
                </c:pt>
                <c:pt idx="3281">
                  <c:v>0.19277108433734899</c:v>
                </c:pt>
                <c:pt idx="3282">
                  <c:v>0.19277108433734899</c:v>
                </c:pt>
                <c:pt idx="3283">
                  <c:v>0.19283536585365799</c:v>
                </c:pt>
                <c:pt idx="3284">
                  <c:v>0.19291338582677101</c:v>
                </c:pt>
                <c:pt idx="3285">
                  <c:v>0.193014705882353</c:v>
                </c:pt>
                <c:pt idx="3286">
                  <c:v>0.19309262166405</c:v>
                </c:pt>
                <c:pt idx="3287">
                  <c:v>0.19311377245508901</c:v>
                </c:pt>
                <c:pt idx="3288">
                  <c:v>0.19329896907216401</c:v>
                </c:pt>
                <c:pt idx="3289">
                  <c:v>0.193343898573692</c:v>
                </c:pt>
                <c:pt idx="3290">
                  <c:v>0.19339622641509399</c:v>
                </c:pt>
                <c:pt idx="3291">
                  <c:v>0.19339622641509399</c:v>
                </c:pt>
                <c:pt idx="3292">
                  <c:v>0.19344262295081899</c:v>
                </c:pt>
                <c:pt idx="3293">
                  <c:v>0.19354838709677399</c:v>
                </c:pt>
                <c:pt idx="3294">
                  <c:v>0.19354838709677399</c:v>
                </c:pt>
                <c:pt idx="3295">
                  <c:v>0.193668528864059</c:v>
                </c:pt>
                <c:pt idx="3296">
                  <c:v>0.19382022471910099</c:v>
                </c:pt>
                <c:pt idx="3297">
                  <c:v>0.19392917369308499</c:v>
                </c:pt>
                <c:pt idx="3298">
                  <c:v>0.194029850746268</c:v>
                </c:pt>
                <c:pt idx="3299">
                  <c:v>0.19409282700421901</c:v>
                </c:pt>
                <c:pt idx="3300">
                  <c:v>0.19420989143546399</c:v>
                </c:pt>
                <c:pt idx="3301">
                  <c:v>0.19420989143546399</c:v>
                </c:pt>
                <c:pt idx="3302">
                  <c:v>0.194267515923566</c:v>
                </c:pt>
                <c:pt idx="3303">
                  <c:v>0.194277108433734</c:v>
                </c:pt>
                <c:pt idx="3304">
                  <c:v>0.19429590017825299</c:v>
                </c:pt>
                <c:pt idx="3305">
                  <c:v>0.19431279620853001</c:v>
                </c:pt>
                <c:pt idx="3306">
                  <c:v>0.19433719433719401</c:v>
                </c:pt>
                <c:pt idx="3307">
                  <c:v>0.19437939110070199</c:v>
                </c:pt>
                <c:pt idx="3308">
                  <c:v>0.194444444444444</c:v>
                </c:pt>
                <c:pt idx="3309">
                  <c:v>0.19450800915331801</c:v>
                </c:pt>
                <c:pt idx="3310">
                  <c:v>0.19465648854961801</c:v>
                </c:pt>
                <c:pt idx="3311">
                  <c:v>0.19465648854961801</c:v>
                </c:pt>
                <c:pt idx="3312">
                  <c:v>0.19474835886214401</c:v>
                </c:pt>
                <c:pt idx="3313">
                  <c:v>0.194789081885855</c:v>
                </c:pt>
                <c:pt idx="3314">
                  <c:v>0.19480519480519401</c:v>
                </c:pt>
                <c:pt idx="3315">
                  <c:v>0.19486404833836801</c:v>
                </c:pt>
                <c:pt idx="3316">
                  <c:v>0.19496855345911901</c:v>
                </c:pt>
                <c:pt idx="3317">
                  <c:v>0.19496855345911901</c:v>
                </c:pt>
                <c:pt idx="3318">
                  <c:v>0.19498069498069401</c:v>
                </c:pt>
                <c:pt idx="3319">
                  <c:v>0.19500000000000001</c:v>
                </c:pt>
                <c:pt idx="3320">
                  <c:v>0.19500000000000001</c:v>
                </c:pt>
                <c:pt idx="3321">
                  <c:v>0.19500000000000001</c:v>
                </c:pt>
                <c:pt idx="3322">
                  <c:v>0.19500000000000001</c:v>
                </c:pt>
                <c:pt idx="3323">
                  <c:v>0.19500000000000001</c:v>
                </c:pt>
                <c:pt idx="3324">
                  <c:v>0.19507575757575699</c:v>
                </c:pt>
                <c:pt idx="3325">
                  <c:v>0.19507908611599301</c:v>
                </c:pt>
                <c:pt idx="3326">
                  <c:v>0.19509202453987701</c:v>
                </c:pt>
                <c:pt idx="3327">
                  <c:v>0.195175438596491</c:v>
                </c:pt>
                <c:pt idx="3328">
                  <c:v>0.19527649769585201</c:v>
                </c:pt>
                <c:pt idx="3329">
                  <c:v>0.19527896995708099</c:v>
                </c:pt>
                <c:pt idx="3330">
                  <c:v>0.195298372513562</c:v>
                </c:pt>
                <c:pt idx="3331">
                  <c:v>0.195431472081218</c:v>
                </c:pt>
                <c:pt idx="3332">
                  <c:v>0.195505617977528</c:v>
                </c:pt>
                <c:pt idx="3333">
                  <c:v>0.19551681195516801</c:v>
                </c:pt>
                <c:pt idx="3334">
                  <c:v>0.19551934826883899</c:v>
                </c:pt>
                <c:pt idx="3335">
                  <c:v>0.195548489666136</c:v>
                </c:pt>
                <c:pt idx="3336">
                  <c:v>0.19555555555555501</c:v>
                </c:pt>
                <c:pt idx="3337">
                  <c:v>0.19565217391304299</c:v>
                </c:pt>
                <c:pt idx="3338">
                  <c:v>0.19565217391304299</c:v>
                </c:pt>
                <c:pt idx="3339">
                  <c:v>0.195691202872531</c:v>
                </c:pt>
                <c:pt idx="3340">
                  <c:v>0.19586374695863701</c:v>
                </c:pt>
                <c:pt idx="3341">
                  <c:v>0.19587628865979301</c:v>
                </c:pt>
                <c:pt idx="3342">
                  <c:v>0.19587628865979301</c:v>
                </c:pt>
                <c:pt idx="3343">
                  <c:v>0.195928753180661</c:v>
                </c:pt>
                <c:pt idx="3344">
                  <c:v>0.19599427753934101</c:v>
                </c:pt>
                <c:pt idx="3345">
                  <c:v>0.19631901840490701</c:v>
                </c:pt>
                <c:pt idx="3346">
                  <c:v>0.196513470681457</c:v>
                </c:pt>
                <c:pt idx="3347">
                  <c:v>0.196750902527075</c:v>
                </c:pt>
                <c:pt idx="3348">
                  <c:v>0.196754563894523</c:v>
                </c:pt>
                <c:pt idx="3349">
                  <c:v>0.19677790563866501</c:v>
                </c:pt>
                <c:pt idx="3350">
                  <c:v>0.19680851063829699</c:v>
                </c:pt>
                <c:pt idx="3351">
                  <c:v>0.19689922480620101</c:v>
                </c:pt>
                <c:pt idx="3352">
                  <c:v>0.19692307692307601</c:v>
                </c:pt>
                <c:pt idx="3353">
                  <c:v>0.196946564885496</c:v>
                </c:pt>
                <c:pt idx="3354">
                  <c:v>0.19696969696969699</c:v>
                </c:pt>
                <c:pt idx="3355">
                  <c:v>0.19700748129675799</c:v>
                </c:pt>
                <c:pt idx="3356">
                  <c:v>0.197044334975369</c:v>
                </c:pt>
                <c:pt idx="3357">
                  <c:v>0.197132616487455</c:v>
                </c:pt>
                <c:pt idx="3358">
                  <c:v>0.19718309859154901</c:v>
                </c:pt>
                <c:pt idx="3359">
                  <c:v>0.19720279720279699</c:v>
                </c:pt>
                <c:pt idx="3360">
                  <c:v>0.19723183391003399</c:v>
                </c:pt>
                <c:pt idx="3361">
                  <c:v>0.19723183391003399</c:v>
                </c:pt>
                <c:pt idx="3362">
                  <c:v>0.197247706422018</c:v>
                </c:pt>
                <c:pt idx="3363">
                  <c:v>0.197368421052631</c:v>
                </c:pt>
                <c:pt idx="3364">
                  <c:v>0.197411003236245</c:v>
                </c:pt>
                <c:pt idx="3365">
                  <c:v>0.19741697416974099</c:v>
                </c:pt>
                <c:pt idx="3366">
                  <c:v>0.19741935483870901</c:v>
                </c:pt>
                <c:pt idx="3367">
                  <c:v>0.19745222929936301</c:v>
                </c:pt>
                <c:pt idx="3368">
                  <c:v>0.19746376811594199</c:v>
                </c:pt>
                <c:pt idx="3369">
                  <c:v>0.19748427672955901</c:v>
                </c:pt>
                <c:pt idx="3370">
                  <c:v>0.197547683923705</c:v>
                </c:pt>
                <c:pt idx="3371">
                  <c:v>0.19758064516129001</c:v>
                </c:pt>
                <c:pt idx="3372">
                  <c:v>0.197707736389684</c:v>
                </c:pt>
                <c:pt idx="3373">
                  <c:v>0.19783783783783701</c:v>
                </c:pt>
                <c:pt idx="3374">
                  <c:v>0.19783783783783701</c:v>
                </c:pt>
                <c:pt idx="3375">
                  <c:v>0.198033707865168</c:v>
                </c:pt>
                <c:pt idx="3376">
                  <c:v>0.198036951501154</c:v>
                </c:pt>
                <c:pt idx="3377">
                  <c:v>0.198036951501154</c:v>
                </c:pt>
                <c:pt idx="3378">
                  <c:v>0.19814241486068099</c:v>
                </c:pt>
                <c:pt idx="3379">
                  <c:v>0.19815668202764899</c:v>
                </c:pt>
                <c:pt idx="3380">
                  <c:v>0.19819819819819801</c:v>
                </c:pt>
                <c:pt idx="3381">
                  <c:v>0.198218262806236</c:v>
                </c:pt>
                <c:pt idx="3382">
                  <c:v>0.19826264690853301</c:v>
                </c:pt>
                <c:pt idx="3383">
                  <c:v>0.19850187265917599</c:v>
                </c:pt>
                <c:pt idx="3384">
                  <c:v>0.19854280510018199</c:v>
                </c:pt>
                <c:pt idx="3385">
                  <c:v>0.198568872987477</c:v>
                </c:pt>
                <c:pt idx="3386">
                  <c:v>0.19879518072289101</c:v>
                </c:pt>
                <c:pt idx="3387">
                  <c:v>0.19896640826873299</c:v>
                </c:pt>
                <c:pt idx="3388">
                  <c:v>0.198970840480274</c:v>
                </c:pt>
                <c:pt idx="3389">
                  <c:v>0.19900497512437801</c:v>
                </c:pt>
                <c:pt idx="3390">
                  <c:v>0.199052132701421</c:v>
                </c:pt>
                <c:pt idx="3391">
                  <c:v>0.19906868451688001</c:v>
                </c:pt>
                <c:pt idx="3392">
                  <c:v>0.199108469539375</c:v>
                </c:pt>
                <c:pt idx="3393">
                  <c:v>0.19915254237288099</c:v>
                </c:pt>
                <c:pt idx="3394">
                  <c:v>0.19915254237288099</c:v>
                </c:pt>
                <c:pt idx="3395">
                  <c:v>0.199233716475095</c:v>
                </c:pt>
                <c:pt idx="3396">
                  <c:v>0.199426111908177</c:v>
                </c:pt>
                <c:pt idx="3397">
                  <c:v>0.199637023593466</c:v>
                </c:pt>
                <c:pt idx="3398">
                  <c:v>0.19965576592082601</c:v>
                </c:pt>
                <c:pt idx="3399">
                  <c:v>0.19966996699669901</c:v>
                </c:pt>
                <c:pt idx="3400">
                  <c:v>0.19971870604781999</c:v>
                </c:pt>
                <c:pt idx="3401">
                  <c:v>0.19999999999999901</c:v>
                </c:pt>
                <c:pt idx="3402">
                  <c:v>0.19999999999999901</c:v>
                </c:pt>
                <c:pt idx="3403">
                  <c:v>0.19999999999999901</c:v>
                </c:pt>
                <c:pt idx="3404">
                  <c:v>0.19999999999999901</c:v>
                </c:pt>
                <c:pt idx="3405">
                  <c:v>0.19999999999999901</c:v>
                </c:pt>
                <c:pt idx="3406">
                  <c:v>0.19999999999999901</c:v>
                </c:pt>
                <c:pt idx="3407">
                  <c:v>0.19999999999999901</c:v>
                </c:pt>
                <c:pt idx="3408">
                  <c:v>0.19999999999999901</c:v>
                </c:pt>
                <c:pt idx="3409">
                  <c:v>0.20021762785636499</c:v>
                </c:pt>
                <c:pt idx="3410">
                  <c:v>0.200351493848857</c:v>
                </c:pt>
                <c:pt idx="3411">
                  <c:v>0.20038535645472</c:v>
                </c:pt>
                <c:pt idx="3412">
                  <c:v>0.20044052863436099</c:v>
                </c:pt>
                <c:pt idx="3413">
                  <c:v>0.20051085568326901</c:v>
                </c:pt>
                <c:pt idx="3414">
                  <c:v>0.20053475935828799</c:v>
                </c:pt>
                <c:pt idx="3415">
                  <c:v>0.200561009817671</c:v>
                </c:pt>
                <c:pt idx="3416">
                  <c:v>0.20071047957371199</c:v>
                </c:pt>
                <c:pt idx="3417">
                  <c:v>0.20071047957371199</c:v>
                </c:pt>
                <c:pt idx="3418">
                  <c:v>0.20071684587813601</c:v>
                </c:pt>
                <c:pt idx="3419">
                  <c:v>0.200750469043152</c:v>
                </c:pt>
                <c:pt idx="3420">
                  <c:v>0.20082815734989601</c:v>
                </c:pt>
                <c:pt idx="3421">
                  <c:v>0.20100502512562801</c:v>
                </c:pt>
                <c:pt idx="3422">
                  <c:v>0.20102214650766601</c:v>
                </c:pt>
                <c:pt idx="3423">
                  <c:v>0.201096892138939</c:v>
                </c:pt>
                <c:pt idx="3424">
                  <c:v>0.20111731843575401</c:v>
                </c:pt>
                <c:pt idx="3425">
                  <c:v>0.20112781954887199</c:v>
                </c:pt>
                <c:pt idx="3426">
                  <c:v>0.20114942528735599</c:v>
                </c:pt>
                <c:pt idx="3427">
                  <c:v>0.20117474302496299</c:v>
                </c:pt>
                <c:pt idx="3428">
                  <c:v>0.20117474302496299</c:v>
                </c:pt>
                <c:pt idx="3429">
                  <c:v>0.20117474302496299</c:v>
                </c:pt>
                <c:pt idx="3430">
                  <c:v>0.20123203285420899</c:v>
                </c:pt>
                <c:pt idx="3431">
                  <c:v>0.201277955271565</c:v>
                </c:pt>
                <c:pt idx="3432">
                  <c:v>0.201408450704225</c:v>
                </c:pt>
                <c:pt idx="3433">
                  <c:v>0.20161290322580599</c:v>
                </c:pt>
                <c:pt idx="3434">
                  <c:v>0.201773835920177</c:v>
                </c:pt>
                <c:pt idx="3435">
                  <c:v>0.201834862385321</c:v>
                </c:pt>
                <c:pt idx="3436">
                  <c:v>0.20184899845916801</c:v>
                </c:pt>
                <c:pt idx="3437">
                  <c:v>0.20214669051878301</c:v>
                </c:pt>
                <c:pt idx="3438">
                  <c:v>0.202153110047846</c:v>
                </c:pt>
                <c:pt idx="3439">
                  <c:v>0.202166064981949</c:v>
                </c:pt>
                <c:pt idx="3440">
                  <c:v>0.20227920227920199</c:v>
                </c:pt>
                <c:pt idx="3441">
                  <c:v>0.20255319148936099</c:v>
                </c:pt>
                <c:pt idx="3442">
                  <c:v>0.202597402597402</c:v>
                </c:pt>
                <c:pt idx="3443">
                  <c:v>0.202626641651031</c:v>
                </c:pt>
                <c:pt idx="3444">
                  <c:v>0.202626641651031</c:v>
                </c:pt>
                <c:pt idx="3445">
                  <c:v>0.202631578947368</c:v>
                </c:pt>
                <c:pt idx="3446">
                  <c:v>0.20264317180616701</c:v>
                </c:pt>
                <c:pt idx="3447">
                  <c:v>0.202788339670469</c:v>
                </c:pt>
                <c:pt idx="3448">
                  <c:v>0.20283018867924499</c:v>
                </c:pt>
                <c:pt idx="3449">
                  <c:v>0.202863961813842</c:v>
                </c:pt>
                <c:pt idx="3450">
                  <c:v>0.20287253141831199</c:v>
                </c:pt>
                <c:pt idx="3451">
                  <c:v>0.20287958115183199</c:v>
                </c:pt>
                <c:pt idx="3452">
                  <c:v>0.20291616038882099</c:v>
                </c:pt>
                <c:pt idx="3453">
                  <c:v>0.20291777188328899</c:v>
                </c:pt>
                <c:pt idx="3454">
                  <c:v>0.20298672566371601</c:v>
                </c:pt>
                <c:pt idx="3455">
                  <c:v>0.203023758099352</c:v>
                </c:pt>
                <c:pt idx="3456">
                  <c:v>0.203071672354948</c:v>
                </c:pt>
                <c:pt idx="3457">
                  <c:v>0.20348837209302301</c:v>
                </c:pt>
                <c:pt idx="3458">
                  <c:v>0.20353982300884901</c:v>
                </c:pt>
                <c:pt idx="3459">
                  <c:v>0.20357941834451801</c:v>
                </c:pt>
                <c:pt idx="3460">
                  <c:v>0.20357941834451801</c:v>
                </c:pt>
                <c:pt idx="3461">
                  <c:v>0.20359281437125701</c:v>
                </c:pt>
                <c:pt idx="3462">
                  <c:v>0.20361083249749201</c:v>
                </c:pt>
                <c:pt idx="3463">
                  <c:v>0.203619909502262</c:v>
                </c:pt>
                <c:pt idx="3464">
                  <c:v>0.203619909502262</c:v>
                </c:pt>
                <c:pt idx="3465">
                  <c:v>0.203732503888024</c:v>
                </c:pt>
                <c:pt idx="3466">
                  <c:v>0.20377358490566</c:v>
                </c:pt>
                <c:pt idx="3467">
                  <c:v>0.20378151260504099</c:v>
                </c:pt>
                <c:pt idx="3468">
                  <c:v>0.20378151260504099</c:v>
                </c:pt>
                <c:pt idx="3469">
                  <c:v>0.203804347826086</c:v>
                </c:pt>
                <c:pt idx="3470">
                  <c:v>0.20388349514563001</c:v>
                </c:pt>
                <c:pt idx="3471">
                  <c:v>0.20388349514563001</c:v>
                </c:pt>
                <c:pt idx="3472">
                  <c:v>0.20395550061804599</c:v>
                </c:pt>
                <c:pt idx="3473">
                  <c:v>0.203957382039573</c:v>
                </c:pt>
                <c:pt idx="3474">
                  <c:v>0.20404411764705799</c:v>
                </c:pt>
                <c:pt idx="3475">
                  <c:v>0.20408163265306101</c:v>
                </c:pt>
                <c:pt idx="3476">
                  <c:v>0.20408163265306101</c:v>
                </c:pt>
                <c:pt idx="3477">
                  <c:v>0.20431472081218199</c:v>
                </c:pt>
                <c:pt idx="3478">
                  <c:v>0.204318936877076</c:v>
                </c:pt>
                <c:pt idx="3479">
                  <c:v>0.20458553791887099</c:v>
                </c:pt>
                <c:pt idx="3480">
                  <c:v>0.20458553791887099</c:v>
                </c:pt>
                <c:pt idx="3481">
                  <c:v>0.20460358056265901</c:v>
                </c:pt>
                <c:pt idx="3482">
                  <c:v>0.20465116279069701</c:v>
                </c:pt>
                <c:pt idx="3483">
                  <c:v>0.20474406991260899</c:v>
                </c:pt>
                <c:pt idx="3484">
                  <c:v>0.20480225988700501</c:v>
                </c:pt>
                <c:pt idx="3485">
                  <c:v>0.20481927710843301</c:v>
                </c:pt>
                <c:pt idx="3486">
                  <c:v>0.20486815415821399</c:v>
                </c:pt>
                <c:pt idx="3487">
                  <c:v>0.20488721804511201</c:v>
                </c:pt>
                <c:pt idx="3488">
                  <c:v>0.205035971223021</c:v>
                </c:pt>
                <c:pt idx="3489">
                  <c:v>0.205035971223021</c:v>
                </c:pt>
                <c:pt idx="3490">
                  <c:v>0.205298013245033</c:v>
                </c:pt>
                <c:pt idx="3491">
                  <c:v>0.205412054120541</c:v>
                </c:pt>
                <c:pt idx="3492">
                  <c:v>0.205508474576271</c:v>
                </c:pt>
                <c:pt idx="3493">
                  <c:v>0.205640423031727</c:v>
                </c:pt>
                <c:pt idx="3494">
                  <c:v>0.20572916666666599</c:v>
                </c:pt>
                <c:pt idx="3495">
                  <c:v>0.20577164366373901</c:v>
                </c:pt>
                <c:pt idx="3496">
                  <c:v>0.20577617328519801</c:v>
                </c:pt>
                <c:pt idx="3497">
                  <c:v>0.20578231292516999</c:v>
                </c:pt>
                <c:pt idx="3498">
                  <c:v>0.20604395604395501</c:v>
                </c:pt>
                <c:pt idx="3499">
                  <c:v>0.20604395604395501</c:v>
                </c:pt>
                <c:pt idx="3500">
                  <c:v>0.20611702127659501</c:v>
                </c:pt>
                <c:pt idx="3501">
                  <c:v>0.20621468926553599</c:v>
                </c:pt>
                <c:pt idx="3502">
                  <c:v>0.206235011990407</c:v>
                </c:pt>
                <c:pt idx="3503">
                  <c:v>0.20624999999999999</c:v>
                </c:pt>
                <c:pt idx="3504">
                  <c:v>0.20627261761158</c:v>
                </c:pt>
                <c:pt idx="3505">
                  <c:v>0.20631970260223001</c:v>
                </c:pt>
                <c:pt idx="3506">
                  <c:v>0.20652173913043401</c:v>
                </c:pt>
                <c:pt idx="3507">
                  <c:v>0.20652173913043401</c:v>
                </c:pt>
                <c:pt idx="3508">
                  <c:v>0.20673813169984601</c:v>
                </c:pt>
                <c:pt idx="3509">
                  <c:v>0.206779661016949</c:v>
                </c:pt>
                <c:pt idx="3510">
                  <c:v>0.20689655172413701</c:v>
                </c:pt>
                <c:pt idx="3511">
                  <c:v>0.206959706959706</c:v>
                </c:pt>
                <c:pt idx="3512">
                  <c:v>0.206976744186046</c:v>
                </c:pt>
                <c:pt idx="3513">
                  <c:v>0.206992230854605</c:v>
                </c:pt>
                <c:pt idx="3514">
                  <c:v>0.20708955223880501</c:v>
                </c:pt>
                <c:pt idx="3515">
                  <c:v>0.20717131474103501</c:v>
                </c:pt>
                <c:pt idx="3516">
                  <c:v>0.207317073170731</c:v>
                </c:pt>
                <c:pt idx="3517">
                  <c:v>0.207317073170731</c:v>
                </c:pt>
                <c:pt idx="3518">
                  <c:v>0.207317073170731</c:v>
                </c:pt>
                <c:pt idx="3519">
                  <c:v>0.207488299531981</c:v>
                </c:pt>
                <c:pt idx="3520">
                  <c:v>0.20751802265705399</c:v>
                </c:pt>
                <c:pt idx="3521">
                  <c:v>0.20752427184465999</c:v>
                </c:pt>
                <c:pt idx="3522">
                  <c:v>0.20759056929269601</c:v>
                </c:pt>
                <c:pt idx="3523">
                  <c:v>0.20767888307155299</c:v>
                </c:pt>
                <c:pt idx="3524">
                  <c:v>0.20769230769230701</c:v>
                </c:pt>
                <c:pt idx="3525">
                  <c:v>0.20774647887323899</c:v>
                </c:pt>
                <c:pt idx="3526">
                  <c:v>0.207920792079207</c:v>
                </c:pt>
                <c:pt idx="3527">
                  <c:v>0.20807127882599499</c:v>
                </c:pt>
                <c:pt idx="3528">
                  <c:v>0.20813397129186501</c:v>
                </c:pt>
                <c:pt idx="3529">
                  <c:v>0.208215297450425</c:v>
                </c:pt>
                <c:pt idx="3530">
                  <c:v>0.20823798627002299</c:v>
                </c:pt>
                <c:pt idx="3531">
                  <c:v>0.208242950108459</c:v>
                </c:pt>
                <c:pt idx="3532">
                  <c:v>0.20833333333333301</c:v>
                </c:pt>
                <c:pt idx="3533">
                  <c:v>0.20861372812920501</c:v>
                </c:pt>
                <c:pt idx="3534">
                  <c:v>0.2088772845953</c:v>
                </c:pt>
                <c:pt idx="3535">
                  <c:v>0.20898876404494299</c:v>
                </c:pt>
                <c:pt idx="3536">
                  <c:v>0.209068010075566</c:v>
                </c:pt>
                <c:pt idx="3537">
                  <c:v>0.20909090909090899</c:v>
                </c:pt>
                <c:pt idx="3538">
                  <c:v>0.20910209102091001</c:v>
                </c:pt>
                <c:pt idx="3539">
                  <c:v>0.209125475285171</c:v>
                </c:pt>
                <c:pt idx="3540">
                  <c:v>0.20926243567753</c:v>
                </c:pt>
                <c:pt idx="3541">
                  <c:v>0.209302325581395</c:v>
                </c:pt>
                <c:pt idx="3542">
                  <c:v>0.20936639118457201</c:v>
                </c:pt>
                <c:pt idx="3543">
                  <c:v>0.20938628158844699</c:v>
                </c:pt>
                <c:pt idx="3544">
                  <c:v>0.20940170940170899</c:v>
                </c:pt>
                <c:pt idx="3545">
                  <c:v>0.20955315870570099</c:v>
                </c:pt>
                <c:pt idx="3546">
                  <c:v>0.20958904109588999</c:v>
                </c:pt>
                <c:pt idx="3547">
                  <c:v>0.209677419354838</c:v>
                </c:pt>
                <c:pt idx="3548">
                  <c:v>0.209677419354838</c:v>
                </c:pt>
                <c:pt idx="3549">
                  <c:v>0.209677419354838</c:v>
                </c:pt>
                <c:pt idx="3550">
                  <c:v>0.20970873786407701</c:v>
                </c:pt>
                <c:pt idx="3551">
                  <c:v>0.20970873786407701</c:v>
                </c:pt>
                <c:pt idx="3552">
                  <c:v>0.20970873786407701</c:v>
                </c:pt>
                <c:pt idx="3553">
                  <c:v>0.20974576271186399</c:v>
                </c:pt>
                <c:pt idx="3554">
                  <c:v>0.20975609756097499</c:v>
                </c:pt>
                <c:pt idx="3555">
                  <c:v>0.20978120978120901</c:v>
                </c:pt>
                <c:pt idx="3556">
                  <c:v>0.20979020979020899</c:v>
                </c:pt>
                <c:pt idx="3557">
                  <c:v>0.209876543209876</c:v>
                </c:pt>
                <c:pt idx="3558">
                  <c:v>0.209937888198757</c:v>
                </c:pt>
                <c:pt idx="3559">
                  <c:v>0.21001221001220899</c:v>
                </c:pt>
                <c:pt idx="3560">
                  <c:v>0.21014492753623101</c:v>
                </c:pt>
                <c:pt idx="3561">
                  <c:v>0.21025641025641001</c:v>
                </c:pt>
                <c:pt idx="3562">
                  <c:v>0.210280373831775</c:v>
                </c:pt>
                <c:pt idx="3563">
                  <c:v>0.210300429184549</c:v>
                </c:pt>
                <c:pt idx="3564">
                  <c:v>0.210300429184549</c:v>
                </c:pt>
                <c:pt idx="3565">
                  <c:v>0.21063500258131099</c:v>
                </c:pt>
                <c:pt idx="3566">
                  <c:v>0.21063500258131099</c:v>
                </c:pt>
                <c:pt idx="3567">
                  <c:v>0.21072088724584101</c:v>
                </c:pt>
                <c:pt idx="3568">
                  <c:v>0.210843373493975</c:v>
                </c:pt>
                <c:pt idx="3569">
                  <c:v>0.210892236384704</c:v>
                </c:pt>
                <c:pt idx="3570">
                  <c:v>0.210900473933649</c:v>
                </c:pt>
                <c:pt idx="3571">
                  <c:v>0.21092564491654001</c:v>
                </c:pt>
                <c:pt idx="3572">
                  <c:v>0.21092757306226101</c:v>
                </c:pt>
                <c:pt idx="3573">
                  <c:v>0.21115537848605501</c:v>
                </c:pt>
                <c:pt idx="3574">
                  <c:v>0.21124540199684699</c:v>
                </c:pt>
                <c:pt idx="3575">
                  <c:v>0.21126760563380201</c:v>
                </c:pt>
                <c:pt idx="3576">
                  <c:v>0.211334120425029</c:v>
                </c:pt>
                <c:pt idx="3577">
                  <c:v>0.21134020618556601</c:v>
                </c:pt>
                <c:pt idx="3578">
                  <c:v>0.21149897330595399</c:v>
                </c:pt>
                <c:pt idx="3579">
                  <c:v>0.21164342025469901</c:v>
                </c:pt>
                <c:pt idx="3580">
                  <c:v>0.21164772727272699</c:v>
                </c:pt>
                <c:pt idx="3581">
                  <c:v>0.21175030599755201</c:v>
                </c:pt>
                <c:pt idx="3582">
                  <c:v>0.21179039301309999</c:v>
                </c:pt>
                <c:pt idx="3583">
                  <c:v>0.21193666260657701</c:v>
                </c:pt>
                <c:pt idx="3584">
                  <c:v>0.21194605009633899</c:v>
                </c:pt>
                <c:pt idx="3585">
                  <c:v>0.211981566820276</c:v>
                </c:pt>
                <c:pt idx="3586">
                  <c:v>0.21199999999999899</c:v>
                </c:pt>
                <c:pt idx="3587">
                  <c:v>0.212048192771084</c:v>
                </c:pt>
                <c:pt idx="3588">
                  <c:v>0.21212121212121199</c:v>
                </c:pt>
                <c:pt idx="3589">
                  <c:v>0.21212121212121199</c:v>
                </c:pt>
                <c:pt idx="3590">
                  <c:v>0.21216617210682401</c:v>
                </c:pt>
                <c:pt idx="3591">
                  <c:v>0.212244897959183</c:v>
                </c:pt>
                <c:pt idx="3592">
                  <c:v>0.212307692307692</c:v>
                </c:pt>
                <c:pt idx="3593">
                  <c:v>0.21246458923512701</c:v>
                </c:pt>
                <c:pt idx="3594">
                  <c:v>0.21246458923512701</c:v>
                </c:pt>
                <c:pt idx="3595">
                  <c:v>0.21252796420581599</c:v>
                </c:pt>
                <c:pt idx="3596">
                  <c:v>0.212875536480686</c:v>
                </c:pt>
                <c:pt idx="3597">
                  <c:v>0.21290322580645099</c:v>
                </c:pt>
                <c:pt idx="3598">
                  <c:v>0.21313868613138601</c:v>
                </c:pt>
                <c:pt idx="3599">
                  <c:v>0.213140196585618</c:v>
                </c:pt>
                <c:pt idx="3600">
                  <c:v>0.21319796954314699</c:v>
                </c:pt>
                <c:pt idx="3601">
                  <c:v>0.213403880070546</c:v>
                </c:pt>
                <c:pt idx="3602">
                  <c:v>0.21341463414634099</c:v>
                </c:pt>
                <c:pt idx="3603">
                  <c:v>0.213740458015267</c:v>
                </c:pt>
                <c:pt idx="3604">
                  <c:v>0.214035087719298</c:v>
                </c:pt>
                <c:pt idx="3605">
                  <c:v>0.214285714285714</c:v>
                </c:pt>
                <c:pt idx="3606">
                  <c:v>0.21437422552664101</c:v>
                </c:pt>
                <c:pt idx="3607">
                  <c:v>0.21443089430894299</c:v>
                </c:pt>
                <c:pt idx="3608">
                  <c:v>0.21443736730360899</c:v>
                </c:pt>
                <c:pt idx="3609">
                  <c:v>0.21443736730360899</c:v>
                </c:pt>
                <c:pt idx="3610">
                  <c:v>0.21457489878542499</c:v>
                </c:pt>
                <c:pt idx="3611">
                  <c:v>0.21468926553672299</c:v>
                </c:pt>
                <c:pt idx="3612">
                  <c:v>0.214700193423597</c:v>
                </c:pt>
                <c:pt idx="3613">
                  <c:v>0.21495327102803699</c:v>
                </c:pt>
                <c:pt idx="3614">
                  <c:v>0.214961306964746</c:v>
                </c:pt>
                <c:pt idx="3615">
                  <c:v>0.21510883482714399</c:v>
                </c:pt>
                <c:pt idx="3616">
                  <c:v>0.215111111111111</c:v>
                </c:pt>
                <c:pt idx="3617">
                  <c:v>0.215111111111111</c:v>
                </c:pt>
                <c:pt idx="3618">
                  <c:v>0.21516164994425799</c:v>
                </c:pt>
                <c:pt idx="3619">
                  <c:v>0.21522309711286</c:v>
                </c:pt>
                <c:pt idx="3620">
                  <c:v>0.21523579201934701</c:v>
                </c:pt>
                <c:pt idx="3621">
                  <c:v>0.21533923303834801</c:v>
                </c:pt>
                <c:pt idx="3622">
                  <c:v>0.21538461538461501</c:v>
                </c:pt>
                <c:pt idx="3623">
                  <c:v>0.215652173913043</c:v>
                </c:pt>
                <c:pt idx="3624">
                  <c:v>0.21568627450980299</c:v>
                </c:pt>
                <c:pt idx="3625">
                  <c:v>0.215932914046121</c:v>
                </c:pt>
                <c:pt idx="3626">
                  <c:v>0.215932914046121</c:v>
                </c:pt>
                <c:pt idx="3627">
                  <c:v>0.21615720524017401</c:v>
                </c:pt>
                <c:pt idx="3628">
                  <c:v>0.216168717047451</c:v>
                </c:pt>
                <c:pt idx="3629">
                  <c:v>0.21627731725697</c:v>
                </c:pt>
                <c:pt idx="3630">
                  <c:v>0.21629542790152401</c:v>
                </c:pt>
                <c:pt idx="3631">
                  <c:v>0.216386554621848</c:v>
                </c:pt>
                <c:pt idx="3632">
                  <c:v>0.21647509578544</c:v>
                </c:pt>
                <c:pt idx="3633">
                  <c:v>0.216494845360824</c:v>
                </c:pt>
                <c:pt idx="3634">
                  <c:v>0.216494845360824</c:v>
                </c:pt>
                <c:pt idx="3635">
                  <c:v>0.216494845360824</c:v>
                </c:pt>
                <c:pt idx="3636">
                  <c:v>0.21654501216545</c:v>
                </c:pt>
                <c:pt idx="3637">
                  <c:v>0.21670702179176701</c:v>
                </c:pt>
                <c:pt idx="3638">
                  <c:v>0.216721672167216</c:v>
                </c:pt>
                <c:pt idx="3639">
                  <c:v>0.21682847896440099</c:v>
                </c:pt>
                <c:pt idx="3640">
                  <c:v>0.21682847896440099</c:v>
                </c:pt>
                <c:pt idx="3641">
                  <c:v>0.21690427698574299</c:v>
                </c:pt>
                <c:pt idx="3642">
                  <c:v>0.21711366538952701</c:v>
                </c:pt>
                <c:pt idx="3643">
                  <c:v>0.217391304347826</c:v>
                </c:pt>
                <c:pt idx="3644">
                  <c:v>0.217462039045553</c:v>
                </c:pt>
                <c:pt idx="3645">
                  <c:v>0.2175</c:v>
                </c:pt>
                <c:pt idx="3646">
                  <c:v>0.217579250720461</c:v>
                </c:pt>
                <c:pt idx="3647">
                  <c:v>0.21763602251407099</c:v>
                </c:pt>
                <c:pt idx="3648">
                  <c:v>0.21768707482993199</c:v>
                </c:pt>
                <c:pt idx="3649">
                  <c:v>0.21779548472775501</c:v>
                </c:pt>
                <c:pt idx="3650">
                  <c:v>0.21814254859611201</c:v>
                </c:pt>
                <c:pt idx="3651">
                  <c:v>0.21814671814671799</c:v>
                </c:pt>
                <c:pt idx="3652">
                  <c:v>0.21841155234657</c:v>
                </c:pt>
                <c:pt idx="3653">
                  <c:v>0.21842105263157799</c:v>
                </c:pt>
                <c:pt idx="3654">
                  <c:v>0.21842105263157799</c:v>
                </c:pt>
                <c:pt idx="3655">
                  <c:v>0.21866666666666601</c:v>
                </c:pt>
                <c:pt idx="3656">
                  <c:v>0.21866666666666601</c:v>
                </c:pt>
                <c:pt idx="3657">
                  <c:v>0.21880064829821699</c:v>
                </c:pt>
                <c:pt idx="3658">
                  <c:v>0.21900826446280899</c:v>
                </c:pt>
                <c:pt idx="3659">
                  <c:v>0.21908602150537601</c:v>
                </c:pt>
                <c:pt idx="3660">
                  <c:v>0.21925925925925899</c:v>
                </c:pt>
                <c:pt idx="3661">
                  <c:v>0.21926229508196701</c:v>
                </c:pt>
                <c:pt idx="3662">
                  <c:v>0.219284603421461</c:v>
                </c:pt>
                <c:pt idx="3663">
                  <c:v>0.21928665785997301</c:v>
                </c:pt>
                <c:pt idx="3664">
                  <c:v>0.21931589537223301</c:v>
                </c:pt>
                <c:pt idx="3665">
                  <c:v>0.21937321937321899</c:v>
                </c:pt>
                <c:pt idx="3666">
                  <c:v>0.21938775510204001</c:v>
                </c:pt>
                <c:pt idx="3667">
                  <c:v>0.219444444444444</c:v>
                </c:pt>
                <c:pt idx="3668">
                  <c:v>0.21962616822429901</c:v>
                </c:pt>
                <c:pt idx="3669">
                  <c:v>0.219635627530364</c:v>
                </c:pt>
                <c:pt idx="3670">
                  <c:v>0.21963824289405601</c:v>
                </c:pt>
                <c:pt idx="3671">
                  <c:v>0.219642857142857</c:v>
                </c:pt>
                <c:pt idx="3672">
                  <c:v>0.219796215429403</c:v>
                </c:pt>
                <c:pt idx="3673">
                  <c:v>0.21986222732491301</c:v>
                </c:pt>
                <c:pt idx="3674">
                  <c:v>0.219895287958115</c:v>
                </c:pt>
                <c:pt idx="3675">
                  <c:v>0.21991447770311501</c:v>
                </c:pt>
                <c:pt idx="3676">
                  <c:v>0.21995464852607699</c:v>
                </c:pt>
                <c:pt idx="3677">
                  <c:v>0.220035778175313</c:v>
                </c:pt>
                <c:pt idx="3678">
                  <c:v>0.22009569377990401</c:v>
                </c:pt>
                <c:pt idx="3679">
                  <c:v>0.22013274336283101</c:v>
                </c:pt>
                <c:pt idx="3680">
                  <c:v>0.22033898305084701</c:v>
                </c:pt>
                <c:pt idx="3681">
                  <c:v>0.22037422037422</c:v>
                </c:pt>
                <c:pt idx="3682">
                  <c:v>0.22038567493112901</c:v>
                </c:pt>
                <c:pt idx="3683">
                  <c:v>0.220458553791887</c:v>
                </c:pt>
                <c:pt idx="3684">
                  <c:v>0.22063037249283601</c:v>
                </c:pt>
                <c:pt idx="3685">
                  <c:v>0.22063329928498401</c:v>
                </c:pt>
                <c:pt idx="3686">
                  <c:v>0.22063329928498401</c:v>
                </c:pt>
                <c:pt idx="3687">
                  <c:v>0.22075782537067501</c:v>
                </c:pt>
                <c:pt idx="3688">
                  <c:v>0.22077922077921999</c:v>
                </c:pt>
                <c:pt idx="3689">
                  <c:v>0.22077922077921999</c:v>
                </c:pt>
                <c:pt idx="3690">
                  <c:v>0.22089947089947001</c:v>
                </c:pt>
                <c:pt idx="3691">
                  <c:v>0.22100122100122099</c:v>
                </c:pt>
                <c:pt idx="3692">
                  <c:v>0.22106824925815999</c:v>
                </c:pt>
                <c:pt idx="3693">
                  <c:v>0.22112211221122099</c:v>
                </c:pt>
                <c:pt idx="3694">
                  <c:v>0.22118380062305201</c:v>
                </c:pt>
                <c:pt idx="3695">
                  <c:v>0.22118959107806699</c:v>
                </c:pt>
                <c:pt idx="3696">
                  <c:v>0.221238938053097</c:v>
                </c:pt>
                <c:pt idx="3697">
                  <c:v>0.22128174123337299</c:v>
                </c:pt>
                <c:pt idx="3698">
                  <c:v>0.221294363256784</c:v>
                </c:pt>
                <c:pt idx="3699">
                  <c:v>0.22130177514792801</c:v>
                </c:pt>
                <c:pt idx="3700">
                  <c:v>0.221374045801526</c:v>
                </c:pt>
                <c:pt idx="3701">
                  <c:v>0.221374045801526</c:v>
                </c:pt>
                <c:pt idx="3702">
                  <c:v>0.221476510067114</c:v>
                </c:pt>
                <c:pt idx="3703">
                  <c:v>0.221476510067114</c:v>
                </c:pt>
                <c:pt idx="3704">
                  <c:v>0.221518987341772</c:v>
                </c:pt>
                <c:pt idx="3705">
                  <c:v>0.22153209109730801</c:v>
                </c:pt>
                <c:pt idx="3706">
                  <c:v>0.22167487684729001</c:v>
                </c:pt>
                <c:pt idx="3707">
                  <c:v>0.22173913043478199</c:v>
                </c:pt>
                <c:pt idx="3708">
                  <c:v>0.22180166540499599</c:v>
                </c:pt>
                <c:pt idx="3709">
                  <c:v>0.22194513715710701</c:v>
                </c:pt>
                <c:pt idx="3710">
                  <c:v>0.22194513715710701</c:v>
                </c:pt>
                <c:pt idx="3711">
                  <c:v>0.222058823529411</c:v>
                </c:pt>
                <c:pt idx="3712">
                  <c:v>0.22215422276621699</c:v>
                </c:pt>
                <c:pt idx="3713">
                  <c:v>0.22222222222222199</c:v>
                </c:pt>
                <c:pt idx="3714">
                  <c:v>0.22222222222222199</c:v>
                </c:pt>
                <c:pt idx="3715">
                  <c:v>0.22222222222222199</c:v>
                </c:pt>
                <c:pt idx="3716">
                  <c:v>0.222413793103448</c:v>
                </c:pt>
                <c:pt idx="3717">
                  <c:v>0.22246220302375799</c:v>
                </c:pt>
                <c:pt idx="3718">
                  <c:v>0.22261484098939899</c:v>
                </c:pt>
                <c:pt idx="3719">
                  <c:v>0.22261484098939899</c:v>
                </c:pt>
                <c:pt idx="3720">
                  <c:v>0.22262334536702699</c:v>
                </c:pt>
                <c:pt idx="3721">
                  <c:v>0.22269807280513901</c:v>
                </c:pt>
                <c:pt idx="3722">
                  <c:v>0.22288261515601701</c:v>
                </c:pt>
                <c:pt idx="3723">
                  <c:v>0.223132036847492</c:v>
                </c:pt>
                <c:pt idx="3724">
                  <c:v>0.223132036847492</c:v>
                </c:pt>
                <c:pt idx="3725">
                  <c:v>0.22344322344322301</c:v>
                </c:pt>
                <c:pt idx="3726">
                  <c:v>0.22344322344322301</c:v>
                </c:pt>
                <c:pt idx="3727">
                  <c:v>0.223463687150837</c:v>
                </c:pt>
                <c:pt idx="3728">
                  <c:v>0.223733003708281</c:v>
                </c:pt>
                <c:pt idx="3729">
                  <c:v>0.22413793103448201</c:v>
                </c:pt>
                <c:pt idx="3730">
                  <c:v>0.22424242424242399</c:v>
                </c:pt>
                <c:pt idx="3731">
                  <c:v>0.224264705882353</c:v>
                </c:pt>
                <c:pt idx="3732">
                  <c:v>0.22434367541766101</c:v>
                </c:pt>
                <c:pt idx="3733">
                  <c:v>0.22448979591836701</c:v>
                </c:pt>
                <c:pt idx="3734">
                  <c:v>0.22452504317789199</c:v>
                </c:pt>
                <c:pt idx="3735">
                  <c:v>0.224778761061946</c:v>
                </c:pt>
                <c:pt idx="3736">
                  <c:v>0.224787363304981</c:v>
                </c:pt>
                <c:pt idx="3737">
                  <c:v>0.22500000000000001</c:v>
                </c:pt>
                <c:pt idx="3738">
                  <c:v>0.22500000000000001</c:v>
                </c:pt>
                <c:pt idx="3739">
                  <c:v>0.22500000000000001</c:v>
                </c:pt>
                <c:pt idx="3740">
                  <c:v>0.22500000000000001</c:v>
                </c:pt>
                <c:pt idx="3741">
                  <c:v>0.225120772946859</c:v>
                </c:pt>
                <c:pt idx="3742">
                  <c:v>0.22535211267605601</c:v>
                </c:pt>
                <c:pt idx="3743">
                  <c:v>0.22543668122270699</c:v>
                </c:pt>
                <c:pt idx="3744">
                  <c:v>0.22558922558922501</c:v>
                </c:pt>
                <c:pt idx="3745">
                  <c:v>0.225694444444444</c:v>
                </c:pt>
                <c:pt idx="3746">
                  <c:v>0.22574055158324799</c:v>
                </c:pt>
                <c:pt idx="3747">
                  <c:v>0.225806451612903</c:v>
                </c:pt>
                <c:pt idx="3748">
                  <c:v>0.225806451612903</c:v>
                </c:pt>
                <c:pt idx="3749">
                  <c:v>0.22607260726072501</c:v>
                </c:pt>
                <c:pt idx="3750">
                  <c:v>0.226120857699805</c:v>
                </c:pt>
                <c:pt idx="3751">
                  <c:v>0.22621564482029499</c:v>
                </c:pt>
                <c:pt idx="3752">
                  <c:v>0.226293103448275</c:v>
                </c:pt>
                <c:pt idx="3753">
                  <c:v>0.226361031518624</c:v>
                </c:pt>
                <c:pt idx="3754">
                  <c:v>0.22638146167557899</c:v>
                </c:pt>
                <c:pt idx="3755">
                  <c:v>0.22638680659670099</c:v>
                </c:pt>
                <c:pt idx="3756">
                  <c:v>0.22652757078986499</c:v>
                </c:pt>
                <c:pt idx="3757">
                  <c:v>0.22661396574439999</c:v>
                </c:pt>
                <c:pt idx="3758">
                  <c:v>0.226635514018691</c:v>
                </c:pt>
                <c:pt idx="3759">
                  <c:v>0.22688039457459899</c:v>
                </c:pt>
                <c:pt idx="3760">
                  <c:v>0.22693726937269301</c:v>
                </c:pt>
                <c:pt idx="3761">
                  <c:v>0.226939970717423</c:v>
                </c:pt>
                <c:pt idx="3762">
                  <c:v>0.22695035460992899</c:v>
                </c:pt>
                <c:pt idx="3763">
                  <c:v>0.22695035460992899</c:v>
                </c:pt>
                <c:pt idx="3764">
                  <c:v>0.22699386503067401</c:v>
                </c:pt>
                <c:pt idx="3765">
                  <c:v>0.22721749696233201</c:v>
                </c:pt>
                <c:pt idx="3766">
                  <c:v>0.22739018087855301</c:v>
                </c:pt>
                <c:pt idx="3767">
                  <c:v>0.227536231884057</c:v>
                </c:pt>
                <c:pt idx="3768">
                  <c:v>0.22758620689655101</c:v>
                </c:pt>
                <c:pt idx="3769">
                  <c:v>0.22772277227722701</c:v>
                </c:pt>
                <c:pt idx="3770">
                  <c:v>0.22772277227722701</c:v>
                </c:pt>
                <c:pt idx="3771">
                  <c:v>0.227777777777777</c:v>
                </c:pt>
                <c:pt idx="3772">
                  <c:v>0.22779043280182201</c:v>
                </c:pt>
                <c:pt idx="3773">
                  <c:v>0.22779043280182201</c:v>
                </c:pt>
                <c:pt idx="3774">
                  <c:v>0.227830832196452</c:v>
                </c:pt>
                <c:pt idx="3775">
                  <c:v>0.227848101265822</c:v>
                </c:pt>
                <c:pt idx="3776">
                  <c:v>0.227956989247311</c:v>
                </c:pt>
                <c:pt idx="3777">
                  <c:v>0.22803347280334699</c:v>
                </c:pt>
                <c:pt idx="3778">
                  <c:v>0.228092783505154</c:v>
                </c:pt>
                <c:pt idx="3779">
                  <c:v>0.22816032887975299</c:v>
                </c:pt>
                <c:pt idx="3780">
                  <c:v>0.228228228228228</c:v>
                </c:pt>
                <c:pt idx="3781">
                  <c:v>0.228285077951002</c:v>
                </c:pt>
                <c:pt idx="3782">
                  <c:v>0.22828784119106599</c:v>
                </c:pt>
                <c:pt idx="3783">
                  <c:v>0.22831050228310501</c:v>
                </c:pt>
                <c:pt idx="3784">
                  <c:v>0.22834645669291301</c:v>
                </c:pt>
                <c:pt idx="3785">
                  <c:v>0.22838137472283801</c:v>
                </c:pt>
                <c:pt idx="3786">
                  <c:v>0.22840690978886699</c:v>
                </c:pt>
                <c:pt idx="3787">
                  <c:v>0.22844036697247699</c:v>
                </c:pt>
                <c:pt idx="3788">
                  <c:v>0.22857142857142801</c:v>
                </c:pt>
                <c:pt idx="3789">
                  <c:v>0.22875816993463999</c:v>
                </c:pt>
                <c:pt idx="3790">
                  <c:v>0.22879684418145901</c:v>
                </c:pt>
                <c:pt idx="3791">
                  <c:v>0.22889305816135</c:v>
                </c:pt>
                <c:pt idx="3792">
                  <c:v>0.22916666666666599</c:v>
                </c:pt>
                <c:pt idx="3793">
                  <c:v>0.22916666666666599</c:v>
                </c:pt>
                <c:pt idx="3794">
                  <c:v>0.22916666666666599</c:v>
                </c:pt>
                <c:pt idx="3795">
                  <c:v>0.22923588039867099</c:v>
                </c:pt>
                <c:pt idx="3796">
                  <c:v>0.229317851959361</c:v>
                </c:pt>
                <c:pt idx="3797">
                  <c:v>0.22969187675069999</c:v>
                </c:pt>
                <c:pt idx="3798">
                  <c:v>0.229862475442043</c:v>
                </c:pt>
                <c:pt idx="3799">
                  <c:v>0.230012300123001</c:v>
                </c:pt>
                <c:pt idx="3800">
                  <c:v>0.230046948356807</c:v>
                </c:pt>
                <c:pt idx="3801">
                  <c:v>0.230046948356807</c:v>
                </c:pt>
                <c:pt idx="3802">
                  <c:v>0.230194319880418</c:v>
                </c:pt>
                <c:pt idx="3803">
                  <c:v>0.231116121758737</c:v>
                </c:pt>
                <c:pt idx="3804">
                  <c:v>0.231116121758737</c:v>
                </c:pt>
                <c:pt idx="3805">
                  <c:v>0.23119015047879601</c:v>
                </c:pt>
                <c:pt idx="3806">
                  <c:v>0.23126614987080099</c:v>
                </c:pt>
                <c:pt idx="3807">
                  <c:v>0.23135271807838101</c:v>
                </c:pt>
                <c:pt idx="3808">
                  <c:v>0.23155737704918</c:v>
                </c:pt>
                <c:pt idx="3809">
                  <c:v>0.23156532988357001</c:v>
                </c:pt>
                <c:pt idx="3810">
                  <c:v>0.23159682899207201</c:v>
                </c:pt>
                <c:pt idx="3811">
                  <c:v>0.23163841807909599</c:v>
                </c:pt>
                <c:pt idx="3812">
                  <c:v>0.231654676258992</c:v>
                </c:pt>
                <c:pt idx="3813">
                  <c:v>0.23173277661795399</c:v>
                </c:pt>
                <c:pt idx="3814">
                  <c:v>0.23173277661795399</c:v>
                </c:pt>
                <c:pt idx="3815">
                  <c:v>0.232051282051282</c:v>
                </c:pt>
                <c:pt idx="3816">
                  <c:v>0.232283464566929</c:v>
                </c:pt>
                <c:pt idx="3817">
                  <c:v>0.23260869565217401</c:v>
                </c:pt>
                <c:pt idx="3818">
                  <c:v>0.23278688524590099</c:v>
                </c:pt>
                <c:pt idx="3819">
                  <c:v>0.232905982905982</c:v>
                </c:pt>
                <c:pt idx="3820">
                  <c:v>0.233333333333333</c:v>
                </c:pt>
                <c:pt idx="3821">
                  <c:v>0.233333333333333</c:v>
                </c:pt>
                <c:pt idx="3822">
                  <c:v>0.23340707964601701</c:v>
                </c:pt>
                <c:pt idx="3823">
                  <c:v>0.23348017621145301</c:v>
                </c:pt>
                <c:pt idx="3824">
                  <c:v>0.23348017621145301</c:v>
                </c:pt>
                <c:pt idx="3825">
                  <c:v>0.23351158645276199</c:v>
                </c:pt>
                <c:pt idx="3826">
                  <c:v>0.23351648351648299</c:v>
                </c:pt>
                <c:pt idx="3827">
                  <c:v>0.23383084577114399</c:v>
                </c:pt>
                <c:pt idx="3828">
                  <c:v>0.23389830508474499</c:v>
                </c:pt>
                <c:pt idx="3829">
                  <c:v>0.23389830508474499</c:v>
                </c:pt>
                <c:pt idx="3830">
                  <c:v>0.234247590808005</c:v>
                </c:pt>
                <c:pt idx="3831">
                  <c:v>0.23425692695214101</c:v>
                </c:pt>
                <c:pt idx="3832">
                  <c:v>0.23430962343096201</c:v>
                </c:pt>
                <c:pt idx="3833">
                  <c:v>0.23434343434343399</c:v>
                </c:pt>
                <c:pt idx="3834">
                  <c:v>0.23450789793438601</c:v>
                </c:pt>
                <c:pt idx="3835">
                  <c:v>0.234567901234567</c:v>
                </c:pt>
                <c:pt idx="3836">
                  <c:v>0.234920634920634</c:v>
                </c:pt>
                <c:pt idx="3837">
                  <c:v>0.235162374020156</c:v>
                </c:pt>
                <c:pt idx="3838">
                  <c:v>0.23521681997371799</c:v>
                </c:pt>
                <c:pt idx="3839">
                  <c:v>0.23529411764705799</c:v>
                </c:pt>
                <c:pt idx="3840">
                  <c:v>0.23566878980891701</c:v>
                </c:pt>
                <c:pt idx="3841">
                  <c:v>0.235827664399092</c:v>
                </c:pt>
                <c:pt idx="3842">
                  <c:v>0.23604060913705499</c:v>
                </c:pt>
                <c:pt idx="3843">
                  <c:v>0.23613963039014299</c:v>
                </c:pt>
                <c:pt idx="3844">
                  <c:v>0.236363636363636</c:v>
                </c:pt>
                <c:pt idx="3845">
                  <c:v>0.23643410852713101</c:v>
                </c:pt>
                <c:pt idx="3846">
                  <c:v>0.23661971830985901</c:v>
                </c:pt>
                <c:pt idx="3847">
                  <c:v>0.236641221374045</c:v>
                </c:pt>
                <c:pt idx="3848">
                  <c:v>0.23667377398720599</c:v>
                </c:pt>
                <c:pt idx="3849">
                  <c:v>0.23668639053254401</c:v>
                </c:pt>
                <c:pt idx="3850">
                  <c:v>0.23671497584540999</c:v>
                </c:pt>
                <c:pt idx="3851">
                  <c:v>0.23671497584540999</c:v>
                </c:pt>
                <c:pt idx="3852">
                  <c:v>0.236742424242424</c:v>
                </c:pt>
                <c:pt idx="3853">
                  <c:v>0.23684210526315699</c:v>
                </c:pt>
                <c:pt idx="3854">
                  <c:v>0.236907730673316</c:v>
                </c:pt>
                <c:pt idx="3855">
                  <c:v>0.23710407239819001</c:v>
                </c:pt>
                <c:pt idx="3856">
                  <c:v>0.237203495630461</c:v>
                </c:pt>
                <c:pt idx="3857">
                  <c:v>0.23720930232558099</c:v>
                </c:pt>
                <c:pt idx="3858">
                  <c:v>0.23722149410222801</c:v>
                </c:pt>
                <c:pt idx="3859">
                  <c:v>0.23723041997729799</c:v>
                </c:pt>
                <c:pt idx="3860">
                  <c:v>0.23745819397993301</c:v>
                </c:pt>
                <c:pt idx="3861">
                  <c:v>0.237918215613383</c:v>
                </c:pt>
                <c:pt idx="3862">
                  <c:v>0.23796423658872001</c:v>
                </c:pt>
                <c:pt idx="3863">
                  <c:v>0.23796791443850199</c:v>
                </c:pt>
                <c:pt idx="3864">
                  <c:v>0.238095238095238</c:v>
                </c:pt>
                <c:pt idx="3865">
                  <c:v>0.23820754716981099</c:v>
                </c:pt>
                <c:pt idx="3866">
                  <c:v>0.238341968911917</c:v>
                </c:pt>
                <c:pt idx="3867">
                  <c:v>0.23837209302325499</c:v>
                </c:pt>
                <c:pt idx="3868">
                  <c:v>0.23844282238442799</c:v>
                </c:pt>
                <c:pt idx="3869">
                  <c:v>0.23854961832061</c:v>
                </c:pt>
                <c:pt idx="3870">
                  <c:v>0.238554216867469</c:v>
                </c:pt>
                <c:pt idx="3871">
                  <c:v>0.238554216867469</c:v>
                </c:pt>
                <c:pt idx="3872">
                  <c:v>0.238938053097345</c:v>
                </c:pt>
                <c:pt idx="3873">
                  <c:v>0.238938053097345</c:v>
                </c:pt>
                <c:pt idx="3874">
                  <c:v>0.238938053097345</c:v>
                </c:pt>
                <c:pt idx="3875">
                  <c:v>0.238938053097345</c:v>
                </c:pt>
                <c:pt idx="3876">
                  <c:v>0.238938053097345</c:v>
                </c:pt>
                <c:pt idx="3877">
                  <c:v>0.23915900131406001</c:v>
                </c:pt>
                <c:pt idx="3878">
                  <c:v>0.239247311827957</c:v>
                </c:pt>
                <c:pt idx="3879">
                  <c:v>0.239247311827957</c:v>
                </c:pt>
                <c:pt idx="3880">
                  <c:v>0.23927178153445999</c:v>
                </c:pt>
                <c:pt idx="3881">
                  <c:v>0.23942917547568701</c:v>
                </c:pt>
                <c:pt idx="3882">
                  <c:v>0.23949579831932699</c:v>
                </c:pt>
                <c:pt idx="3883">
                  <c:v>0.23949579831932699</c:v>
                </c:pt>
                <c:pt idx="3884">
                  <c:v>0.239500567536889</c:v>
                </c:pt>
                <c:pt idx="3885">
                  <c:v>0.23953488372092999</c:v>
                </c:pt>
                <c:pt idx="3886">
                  <c:v>0.23966942148760301</c:v>
                </c:pt>
                <c:pt idx="3887">
                  <c:v>0.23985239852398499</c:v>
                </c:pt>
                <c:pt idx="3888">
                  <c:v>0.23985239852398499</c:v>
                </c:pt>
                <c:pt idx="3889">
                  <c:v>0.24</c:v>
                </c:pt>
                <c:pt idx="3890">
                  <c:v>0.24</c:v>
                </c:pt>
                <c:pt idx="3891">
                  <c:v>0.24</c:v>
                </c:pt>
                <c:pt idx="3892">
                  <c:v>0.24011299435028199</c:v>
                </c:pt>
                <c:pt idx="3893">
                  <c:v>0.24014336917562701</c:v>
                </c:pt>
                <c:pt idx="3894">
                  <c:v>0.24016393442622899</c:v>
                </c:pt>
                <c:pt idx="3895">
                  <c:v>0.240174672489082</c:v>
                </c:pt>
                <c:pt idx="3896">
                  <c:v>0.240196078431372</c:v>
                </c:pt>
                <c:pt idx="3897">
                  <c:v>0.24022346368715</c:v>
                </c:pt>
                <c:pt idx="3898">
                  <c:v>0.24033149171270701</c:v>
                </c:pt>
                <c:pt idx="3899">
                  <c:v>0.24053452115812901</c:v>
                </c:pt>
                <c:pt idx="3900">
                  <c:v>0.24053452115812901</c:v>
                </c:pt>
                <c:pt idx="3901">
                  <c:v>0.24061433447098901</c:v>
                </c:pt>
                <c:pt idx="3902">
                  <c:v>0.24088541666666599</c:v>
                </c:pt>
                <c:pt idx="3903">
                  <c:v>0.24088541666666599</c:v>
                </c:pt>
                <c:pt idx="3904">
                  <c:v>0.240913811007269</c:v>
                </c:pt>
                <c:pt idx="3905">
                  <c:v>0.24092409240924001</c:v>
                </c:pt>
                <c:pt idx="3906">
                  <c:v>0.24137931034482701</c:v>
                </c:pt>
                <c:pt idx="3907">
                  <c:v>0.24144486692015199</c:v>
                </c:pt>
                <c:pt idx="3908">
                  <c:v>0.24163027656477401</c:v>
                </c:pt>
                <c:pt idx="3909">
                  <c:v>0.241666666666666</c:v>
                </c:pt>
                <c:pt idx="3910">
                  <c:v>0.24170353982300799</c:v>
                </c:pt>
                <c:pt idx="3911">
                  <c:v>0.24206349206349201</c:v>
                </c:pt>
                <c:pt idx="3912">
                  <c:v>0.24210526315789399</c:v>
                </c:pt>
                <c:pt idx="3913">
                  <c:v>0.24242424242424199</c:v>
                </c:pt>
                <c:pt idx="3914">
                  <c:v>0.242496998799519</c:v>
                </c:pt>
                <c:pt idx="3915">
                  <c:v>0.24253731343283499</c:v>
                </c:pt>
                <c:pt idx="3916">
                  <c:v>0.24272727272727199</c:v>
                </c:pt>
                <c:pt idx="3917">
                  <c:v>0.24285714285714199</c:v>
                </c:pt>
                <c:pt idx="3918">
                  <c:v>0.24285714285714199</c:v>
                </c:pt>
                <c:pt idx="3919">
                  <c:v>0.243093922651933</c:v>
                </c:pt>
                <c:pt idx="3920">
                  <c:v>0.24337349397590299</c:v>
                </c:pt>
                <c:pt idx="3921">
                  <c:v>0.24349881796690301</c:v>
                </c:pt>
                <c:pt idx="3922">
                  <c:v>0.243589743589743</c:v>
                </c:pt>
                <c:pt idx="3923">
                  <c:v>0.243654822335025</c:v>
                </c:pt>
                <c:pt idx="3924">
                  <c:v>0.24395604395604301</c:v>
                </c:pt>
                <c:pt idx="3925">
                  <c:v>0.24444444444444399</c:v>
                </c:pt>
                <c:pt idx="3926">
                  <c:v>0.244573082489146</c:v>
                </c:pt>
                <c:pt idx="3927">
                  <c:v>0.244680851063829</c:v>
                </c:pt>
                <c:pt idx="3928">
                  <c:v>0.24479166666666599</c:v>
                </c:pt>
                <c:pt idx="3929">
                  <c:v>0.244813278008298</c:v>
                </c:pt>
                <c:pt idx="3930">
                  <c:v>0.244813278008298</c:v>
                </c:pt>
                <c:pt idx="3931">
                  <c:v>0.24498692240627701</c:v>
                </c:pt>
                <c:pt idx="3932">
                  <c:v>0.24503311258278099</c:v>
                </c:pt>
                <c:pt idx="3933">
                  <c:v>0.245083207261724</c:v>
                </c:pt>
                <c:pt idx="3934">
                  <c:v>0.245186136071887</c:v>
                </c:pt>
                <c:pt idx="3935">
                  <c:v>0.24535315985130099</c:v>
                </c:pt>
                <c:pt idx="3936">
                  <c:v>0.24535315985130099</c:v>
                </c:pt>
                <c:pt idx="3937">
                  <c:v>0.24548736462093801</c:v>
                </c:pt>
                <c:pt idx="3938">
                  <c:v>0.24575163398692801</c:v>
                </c:pt>
                <c:pt idx="3939">
                  <c:v>0.246</c:v>
                </c:pt>
                <c:pt idx="3940">
                  <c:v>0.24629080118694299</c:v>
                </c:pt>
                <c:pt idx="3941">
                  <c:v>0.24629080118694299</c:v>
                </c:pt>
                <c:pt idx="3942">
                  <c:v>0.24637681159420199</c:v>
                </c:pt>
                <c:pt idx="3943">
                  <c:v>0.24637681159420199</c:v>
                </c:pt>
                <c:pt idx="3944">
                  <c:v>0.24637681159420199</c:v>
                </c:pt>
                <c:pt idx="3945">
                  <c:v>0.246433203631647</c:v>
                </c:pt>
                <c:pt idx="3946">
                  <c:v>0.246537396121883</c:v>
                </c:pt>
                <c:pt idx="3947">
                  <c:v>0.24669603524229</c:v>
                </c:pt>
                <c:pt idx="3948">
                  <c:v>0.24670433145009399</c:v>
                </c:pt>
                <c:pt idx="3949">
                  <c:v>0.246794871794871</c:v>
                </c:pt>
                <c:pt idx="3950">
                  <c:v>0.246932515337423</c:v>
                </c:pt>
                <c:pt idx="3951">
                  <c:v>0.24693877551020399</c:v>
                </c:pt>
                <c:pt idx="3952">
                  <c:v>0.24710982658959499</c:v>
                </c:pt>
                <c:pt idx="3953">
                  <c:v>0.24714828897338401</c:v>
                </c:pt>
                <c:pt idx="3954">
                  <c:v>0.24715909090909</c:v>
                </c:pt>
                <c:pt idx="3955">
                  <c:v>0.247357293868921</c:v>
                </c:pt>
                <c:pt idx="3956">
                  <c:v>0.24775353016688001</c:v>
                </c:pt>
                <c:pt idx="3957">
                  <c:v>0.24839400428265501</c:v>
                </c:pt>
                <c:pt idx="3958">
                  <c:v>0.248587570621468</c:v>
                </c:pt>
                <c:pt idx="3959">
                  <c:v>0.24859392575927999</c:v>
                </c:pt>
                <c:pt idx="3960">
                  <c:v>0.24869383490073099</c:v>
                </c:pt>
                <c:pt idx="3961">
                  <c:v>0.248826291079812</c:v>
                </c:pt>
                <c:pt idx="3962">
                  <c:v>0.24914089347078999</c:v>
                </c:pt>
                <c:pt idx="3963">
                  <c:v>0.24944812362030899</c:v>
                </c:pt>
                <c:pt idx="3964">
                  <c:v>0.24953095684802901</c:v>
                </c:pt>
                <c:pt idx="3965">
                  <c:v>0.25</c:v>
                </c:pt>
                <c:pt idx="3966">
                  <c:v>0.25</c:v>
                </c:pt>
                <c:pt idx="3967">
                  <c:v>0.25</c:v>
                </c:pt>
                <c:pt idx="3968">
                  <c:v>0.25</c:v>
                </c:pt>
                <c:pt idx="3969">
                  <c:v>0.25054945054944999</c:v>
                </c:pt>
                <c:pt idx="3970">
                  <c:v>0.25056689342403599</c:v>
                </c:pt>
                <c:pt idx="3971">
                  <c:v>0.25085910652920901</c:v>
                </c:pt>
                <c:pt idx="3972">
                  <c:v>0.25085910652920901</c:v>
                </c:pt>
                <c:pt idx="3973">
                  <c:v>0.25090909090909003</c:v>
                </c:pt>
                <c:pt idx="3974">
                  <c:v>0.25128733264675501</c:v>
                </c:pt>
                <c:pt idx="3975">
                  <c:v>0.25143513203214701</c:v>
                </c:pt>
                <c:pt idx="3976">
                  <c:v>0.252066115702479</c:v>
                </c:pt>
                <c:pt idx="3977">
                  <c:v>0.25213675213675202</c:v>
                </c:pt>
                <c:pt idx="3978">
                  <c:v>0.25217391304347803</c:v>
                </c:pt>
                <c:pt idx="3979">
                  <c:v>0.25229357798165097</c:v>
                </c:pt>
                <c:pt idx="3980">
                  <c:v>0.25229357798165097</c:v>
                </c:pt>
                <c:pt idx="3981">
                  <c:v>0.252676659528907</c:v>
                </c:pt>
                <c:pt idx="3982">
                  <c:v>0.25287356321839</c:v>
                </c:pt>
                <c:pt idx="3983">
                  <c:v>0.252895752895752</c:v>
                </c:pt>
                <c:pt idx="3984">
                  <c:v>0.25310173697270399</c:v>
                </c:pt>
                <c:pt idx="3985">
                  <c:v>0.253148614609571</c:v>
                </c:pt>
                <c:pt idx="3986">
                  <c:v>0.253164556962025</c:v>
                </c:pt>
                <c:pt idx="3987">
                  <c:v>0.25327102803738299</c:v>
                </c:pt>
                <c:pt idx="3988">
                  <c:v>0.254411764705882</c:v>
                </c:pt>
                <c:pt idx="3989">
                  <c:v>0.25450450450450401</c:v>
                </c:pt>
                <c:pt idx="3990">
                  <c:v>0.25456760048721</c:v>
                </c:pt>
                <c:pt idx="3991">
                  <c:v>0.25461254612546103</c:v>
                </c:pt>
                <c:pt idx="3992">
                  <c:v>0.25474254742547398</c:v>
                </c:pt>
                <c:pt idx="3993">
                  <c:v>0.25474254742547398</c:v>
                </c:pt>
                <c:pt idx="3994">
                  <c:v>0.25481798715203402</c:v>
                </c:pt>
                <c:pt idx="3995">
                  <c:v>0.25531914893617003</c:v>
                </c:pt>
                <c:pt idx="3996">
                  <c:v>0.25531914893617003</c:v>
                </c:pt>
                <c:pt idx="3997">
                  <c:v>0.25531914893617003</c:v>
                </c:pt>
                <c:pt idx="3998">
                  <c:v>0.25531914893617003</c:v>
                </c:pt>
                <c:pt idx="3999">
                  <c:v>0.25562372188138999</c:v>
                </c:pt>
                <c:pt idx="4000">
                  <c:v>0.256020278833966</c:v>
                </c:pt>
                <c:pt idx="4001">
                  <c:v>0.25621414913957902</c:v>
                </c:pt>
                <c:pt idx="4002">
                  <c:v>0.25631768953068601</c:v>
                </c:pt>
                <c:pt idx="4003">
                  <c:v>0.256332320162107</c:v>
                </c:pt>
                <c:pt idx="4004">
                  <c:v>0.25653206650831301</c:v>
                </c:pt>
                <c:pt idx="4005">
                  <c:v>0.25660377358490499</c:v>
                </c:pt>
                <c:pt idx="4006">
                  <c:v>0.25660377358490499</c:v>
                </c:pt>
                <c:pt idx="4007">
                  <c:v>0.25661680092059802</c:v>
                </c:pt>
                <c:pt idx="4008">
                  <c:v>0.256723716381418</c:v>
                </c:pt>
                <c:pt idx="4009">
                  <c:v>0.25678496868475897</c:v>
                </c:pt>
                <c:pt idx="4010">
                  <c:v>0.257080610021786</c:v>
                </c:pt>
                <c:pt idx="4011">
                  <c:v>0.25720876585928498</c:v>
                </c:pt>
                <c:pt idx="4012">
                  <c:v>0.25769669327251998</c:v>
                </c:pt>
                <c:pt idx="4013">
                  <c:v>0.257777777777777</c:v>
                </c:pt>
                <c:pt idx="4014">
                  <c:v>0.25799573560767503</c:v>
                </c:pt>
                <c:pt idx="4015">
                  <c:v>0.25806451612903197</c:v>
                </c:pt>
                <c:pt idx="4016">
                  <c:v>0.25818639798488602</c:v>
                </c:pt>
                <c:pt idx="4017">
                  <c:v>0.25831202046035701</c:v>
                </c:pt>
                <c:pt idx="4018">
                  <c:v>0.25840978593272101</c:v>
                </c:pt>
                <c:pt idx="4019">
                  <c:v>0.258536585365853</c:v>
                </c:pt>
                <c:pt idx="4020">
                  <c:v>0.258536585365853</c:v>
                </c:pt>
                <c:pt idx="4021">
                  <c:v>0.25897035881435199</c:v>
                </c:pt>
                <c:pt idx="4022">
                  <c:v>0.25955734406438602</c:v>
                </c:pt>
                <c:pt idx="4023">
                  <c:v>0.25964010282776301</c:v>
                </c:pt>
                <c:pt idx="4024">
                  <c:v>0.25974025974025899</c:v>
                </c:pt>
                <c:pt idx="4025">
                  <c:v>0.26007326007325998</c:v>
                </c:pt>
                <c:pt idx="4026">
                  <c:v>0.26007326007325998</c:v>
                </c:pt>
                <c:pt idx="4027">
                  <c:v>0.260115606936416</c:v>
                </c:pt>
                <c:pt idx="4028">
                  <c:v>0.260115606936416</c:v>
                </c:pt>
                <c:pt idx="4029">
                  <c:v>0.26019417475728102</c:v>
                </c:pt>
                <c:pt idx="4030">
                  <c:v>0.26048565121412798</c:v>
                </c:pt>
                <c:pt idx="4031">
                  <c:v>0.26061776061775999</c:v>
                </c:pt>
                <c:pt idx="4032">
                  <c:v>0.26068376068375998</c:v>
                </c:pt>
                <c:pt idx="4033">
                  <c:v>0.26093749999999999</c:v>
                </c:pt>
                <c:pt idx="4034">
                  <c:v>0.26095238095238099</c:v>
                </c:pt>
                <c:pt idx="4035">
                  <c:v>0.261450381679389</c:v>
                </c:pt>
                <c:pt idx="4036">
                  <c:v>0.26161369193153999</c:v>
                </c:pt>
                <c:pt idx="4037">
                  <c:v>0.26201372997711603</c:v>
                </c:pt>
                <c:pt idx="4038">
                  <c:v>0.26208072768618501</c:v>
                </c:pt>
                <c:pt idx="4039">
                  <c:v>0.26209677419354799</c:v>
                </c:pt>
                <c:pt idx="4040">
                  <c:v>0.26242774566473898</c:v>
                </c:pt>
                <c:pt idx="4041">
                  <c:v>0.262642740619902</c:v>
                </c:pt>
                <c:pt idx="4042">
                  <c:v>0.26279863481228599</c:v>
                </c:pt>
                <c:pt idx="4043">
                  <c:v>0.26315789473684198</c:v>
                </c:pt>
                <c:pt idx="4044">
                  <c:v>0.26373626373626302</c:v>
                </c:pt>
                <c:pt idx="4045">
                  <c:v>0.26403061224489699</c:v>
                </c:pt>
                <c:pt idx="4046">
                  <c:v>0.26470588235294101</c:v>
                </c:pt>
                <c:pt idx="4047">
                  <c:v>0.26470588235294101</c:v>
                </c:pt>
                <c:pt idx="4048">
                  <c:v>0.26473740621650599</c:v>
                </c:pt>
                <c:pt idx="4049">
                  <c:v>0.26478873239436601</c:v>
                </c:pt>
                <c:pt idx="4050">
                  <c:v>0.26501766784452302</c:v>
                </c:pt>
                <c:pt idx="4051">
                  <c:v>0.26535341830822701</c:v>
                </c:pt>
                <c:pt idx="4052">
                  <c:v>0.26564885496183199</c:v>
                </c:pt>
                <c:pt idx="4053">
                  <c:v>0.26574074074074</c:v>
                </c:pt>
                <c:pt idx="4054">
                  <c:v>0.26574074074074</c:v>
                </c:pt>
                <c:pt idx="4055">
                  <c:v>0.265822784810126</c:v>
                </c:pt>
                <c:pt idx="4056">
                  <c:v>0.26609442060085797</c:v>
                </c:pt>
                <c:pt idx="4057">
                  <c:v>0.26609442060085797</c:v>
                </c:pt>
                <c:pt idx="4058">
                  <c:v>0.266129032258064</c:v>
                </c:pt>
                <c:pt idx="4059">
                  <c:v>0.26615969581748999</c:v>
                </c:pt>
                <c:pt idx="4060">
                  <c:v>0.26621923937360098</c:v>
                </c:pt>
                <c:pt idx="4061">
                  <c:v>0.26625766871165601</c:v>
                </c:pt>
                <c:pt idx="4062">
                  <c:v>0.26628352490421398</c:v>
                </c:pt>
                <c:pt idx="4063">
                  <c:v>0.26641651031894897</c:v>
                </c:pt>
                <c:pt idx="4064">
                  <c:v>0.26641651031894897</c:v>
                </c:pt>
                <c:pt idx="4065">
                  <c:v>0.267123287671232</c:v>
                </c:pt>
                <c:pt idx="4066">
                  <c:v>0.26720647773279299</c:v>
                </c:pt>
                <c:pt idx="4067">
                  <c:v>0.267254038179148</c:v>
                </c:pt>
                <c:pt idx="4068">
                  <c:v>0.267394270122783</c:v>
                </c:pt>
                <c:pt idx="4069">
                  <c:v>0.26744186046511598</c:v>
                </c:pt>
                <c:pt idx="4070">
                  <c:v>0.26760563380281699</c:v>
                </c:pt>
                <c:pt idx="4071">
                  <c:v>0.26778783958602798</c:v>
                </c:pt>
                <c:pt idx="4072">
                  <c:v>0.268498942917547</c:v>
                </c:pt>
                <c:pt idx="4073">
                  <c:v>0.26904761904761898</c:v>
                </c:pt>
                <c:pt idx="4074">
                  <c:v>0.26919431279620798</c:v>
                </c:pt>
                <c:pt idx="4075">
                  <c:v>0.269230769230769</c:v>
                </c:pt>
                <c:pt idx="4076">
                  <c:v>0.26933333333333298</c:v>
                </c:pt>
                <c:pt idx="4077">
                  <c:v>0.26974664679582699</c:v>
                </c:pt>
                <c:pt idx="4078">
                  <c:v>0.26976744186046497</c:v>
                </c:pt>
                <c:pt idx="4079">
                  <c:v>0.27027027027027001</c:v>
                </c:pt>
                <c:pt idx="4080">
                  <c:v>0.27064803049555197</c:v>
                </c:pt>
                <c:pt idx="4081">
                  <c:v>0.27064803049555197</c:v>
                </c:pt>
                <c:pt idx="4082">
                  <c:v>0.27086614173228302</c:v>
                </c:pt>
                <c:pt idx="4083">
                  <c:v>0.27086614173228302</c:v>
                </c:pt>
                <c:pt idx="4084">
                  <c:v>0.27097902097902099</c:v>
                </c:pt>
                <c:pt idx="4085">
                  <c:v>0.27115384615384602</c:v>
                </c:pt>
                <c:pt idx="4086">
                  <c:v>0.27127659574467999</c:v>
                </c:pt>
                <c:pt idx="4087">
                  <c:v>0.27127659574467999</c:v>
                </c:pt>
                <c:pt idx="4088">
                  <c:v>0.27137546468401402</c:v>
                </c:pt>
                <c:pt idx="4089">
                  <c:v>0.27137970353477697</c:v>
                </c:pt>
                <c:pt idx="4090">
                  <c:v>0.27147766323023997</c:v>
                </c:pt>
                <c:pt idx="4091">
                  <c:v>0.27184466019417403</c:v>
                </c:pt>
                <c:pt idx="4092">
                  <c:v>0.27191679049034101</c:v>
                </c:pt>
                <c:pt idx="4093">
                  <c:v>0.27230046948356801</c:v>
                </c:pt>
                <c:pt idx="4094">
                  <c:v>0.27232635060639399</c:v>
                </c:pt>
                <c:pt idx="4095">
                  <c:v>0.27232635060639399</c:v>
                </c:pt>
                <c:pt idx="4096">
                  <c:v>0.27239488117001798</c:v>
                </c:pt>
                <c:pt idx="4097">
                  <c:v>0.27272727272727199</c:v>
                </c:pt>
                <c:pt idx="4098">
                  <c:v>0.27272727272727199</c:v>
                </c:pt>
                <c:pt idx="4099">
                  <c:v>0.27272727272727199</c:v>
                </c:pt>
                <c:pt idx="4100">
                  <c:v>0.27296248382923599</c:v>
                </c:pt>
                <c:pt idx="4101">
                  <c:v>0.27366609294320099</c:v>
                </c:pt>
                <c:pt idx="4102">
                  <c:v>0.27401415571284099</c:v>
                </c:pt>
                <c:pt idx="4103">
                  <c:v>0.27485380116959002</c:v>
                </c:pt>
                <c:pt idx="4104">
                  <c:v>0.275555555555555</c:v>
                </c:pt>
                <c:pt idx="4105">
                  <c:v>0.27567567567567502</c:v>
                </c:pt>
                <c:pt idx="4106">
                  <c:v>0.276018099547511</c:v>
                </c:pt>
                <c:pt idx="4107">
                  <c:v>0.27612903225806401</c:v>
                </c:pt>
                <c:pt idx="4108">
                  <c:v>0.276422764227642</c:v>
                </c:pt>
                <c:pt idx="4109">
                  <c:v>0.276422764227642</c:v>
                </c:pt>
                <c:pt idx="4110">
                  <c:v>0.27659574468085102</c:v>
                </c:pt>
                <c:pt idx="4111">
                  <c:v>0.27663934426229497</c:v>
                </c:pt>
                <c:pt idx="4112">
                  <c:v>0.27700127064802998</c:v>
                </c:pt>
                <c:pt idx="4113">
                  <c:v>0.27741083223249602</c:v>
                </c:pt>
                <c:pt idx="4114">
                  <c:v>0.27752639517345301</c:v>
                </c:pt>
                <c:pt idx="4115">
                  <c:v>0.27765237020316003</c:v>
                </c:pt>
                <c:pt idx="4116">
                  <c:v>0.27768014059753898</c:v>
                </c:pt>
                <c:pt idx="4117">
                  <c:v>0.277842907385697</c:v>
                </c:pt>
                <c:pt idx="4118">
                  <c:v>0.27806563039723597</c:v>
                </c:pt>
                <c:pt idx="4119">
                  <c:v>0.27810650887573901</c:v>
                </c:pt>
                <c:pt idx="4120">
                  <c:v>0.278145695364238</c:v>
                </c:pt>
                <c:pt idx="4121">
                  <c:v>0.27840909090909</c:v>
                </c:pt>
                <c:pt idx="4122">
                  <c:v>0.278481012658227</c:v>
                </c:pt>
                <c:pt idx="4123">
                  <c:v>0.27849740932642397</c:v>
                </c:pt>
                <c:pt idx="4124">
                  <c:v>0.278538812785388</c:v>
                </c:pt>
                <c:pt idx="4125">
                  <c:v>0.27905138339920899</c:v>
                </c:pt>
                <c:pt idx="4126">
                  <c:v>0.27919463087248297</c:v>
                </c:pt>
                <c:pt idx="4127">
                  <c:v>0.279308135810377</c:v>
                </c:pt>
                <c:pt idx="4128">
                  <c:v>0.27934272300469398</c:v>
                </c:pt>
                <c:pt idx="4129">
                  <c:v>0.27937915742793701</c:v>
                </c:pt>
                <c:pt idx="4130">
                  <c:v>0.28031496062992101</c:v>
                </c:pt>
                <c:pt idx="4131">
                  <c:v>0.280459770114942</c:v>
                </c:pt>
                <c:pt idx="4132">
                  <c:v>0.28065395095367801</c:v>
                </c:pt>
                <c:pt idx="4133">
                  <c:v>0.28102710413694698</c:v>
                </c:pt>
                <c:pt idx="4134">
                  <c:v>0.28102710413694698</c:v>
                </c:pt>
                <c:pt idx="4135">
                  <c:v>0.28102710413694698</c:v>
                </c:pt>
                <c:pt idx="4136">
                  <c:v>0.28104575163398599</c:v>
                </c:pt>
                <c:pt idx="4137">
                  <c:v>0.28254847645429298</c:v>
                </c:pt>
                <c:pt idx="4138">
                  <c:v>0.28270042194092798</c:v>
                </c:pt>
                <c:pt idx="4139">
                  <c:v>0.28309572301425601</c:v>
                </c:pt>
                <c:pt idx="4140">
                  <c:v>0.28333333333333299</c:v>
                </c:pt>
                <c:pt idx="4141">
                  <c:v>0.28344671201813998</c:v>
                </c:pt>
                <c:pt idx="4142">
                  <c:v>0.28367346938775501</c:v>
                </c:pt>
                <c:pt idx="4143">
                  <c:v>0.28416779431664402</c:v>
                </c:pt>
                <c:pt idx="4144">
                  <c:v>0.28458498023715401</c:v>
                </c:pt>
                <c:pt idx="4145">
                  <c:v>0.28491620111731802</c:v>
                </c:pt>
                <c:pt idx="4146">
                  <c:v>0.28515625</c:v>
                </c:pt>
                <c:pt idx="4147">
                  <c:v>0.28518057285180498</c:v>
                </c:pt>
                <c:pt idx="4148">
                  <c:v>0.285433070866141</c:v>
                </c:pt>
                <c:pt idx="4149">
                  <c:v>0.28571428571428498</c:v>
                </c:pt>
                <c:pt idx="4150">
                  <c:v>0.28611111111111098</c:v>
                </c:pt>
                <c:pt idx="4151">
                  <c:v>0.28735632183908</c:v>
                </c:pt>
                <c:pt idx="4152">
                  <c:v>0.28747795414462002</c:v>
                </c:pt>
                <c:pt idx="4153">
                  <c:v>0.28757515030060099</c:v>
                </c:pt>
                <c:pt idx="4154">
                  <c:v>0.28773584905660299</c:v>
                </c:pt>
                <c:pt idx="4155">
                  <c:v>0.28806584362139898</c:v>
                </c:pt>
                <c:pt idx="4156">
                  <c:v>0.288273615635179</c:v>
                </c:pt>
                <c:pt idx="4157">
                  <c:v>0.28864059590316499</c:v>
                </c:pt>
                <c:pt idx="4158">
                  <c:v>0.28885630498533699</c:v>
                </c:pt>
                <c:pt idx="4159">
                  <c:v>0.28899637243047099</c:v>
                </c:pt>
                <c:pt idx="4160">
                  <c:v>0.28919860627177701</c:v>
                </c:pt>
                <c:pt idx="4161">
                  <c:v>0.28919860627177701</c:v>
                </c:pt>
                <c:pt idx="4162">
                  <c:v>0.289385474860335</c:v>
                </c:pt>
                <c:pt idx="4163">
                  <c:v>0.289385474860335</c:v>
                </c:pt>
                <c:pt idx="4164">
                  <c:v>0.28985507246376802</c:v>
                </c:pt>
                <c:pt idx="4165">
                  <c:v>0.29005847953216302</c:v>
                </c:pt>
                <c:pt idx="4166">
                  <c:v>0.29025844930417399</c:v>
                </c:pt>
                <c:pt idx="4167">
                  <c:v>0.29025844930417399</c:v>
                </c:pt>
                <c:pt idx="4168">
                  <c:v>0.290617848970251</c:v>
                </c:pt>
                <c:pt idx="4169">
                  <c:v>0.29162462159434899</c:v>
                </c:pt>
                <c:pt idx="4170">
                  <c:v>0.29185520361990902</c:v>
                </c:pt>
                <c:pt idx="4171">
                  <c:v>0.29200463499420598</c:v>
                </c:pt>
                <c:pt idx="4172">
                  <c:v>0.29202279202279202</c:v>
                </c:pt>
                <c:pt idx="4173">
                  <c:v>0.29202279202279202</c:v>
                </c:pt>
                <c:pt idx="4174">
                  <c:v>0.29264705882352898</c:v>
                </c:pt>
                <c:pt idx="4175">
                  <c:v>0.29279279279279202</c:v>
                </c:pt>
                <c:pt idx="4176">
                  <c:v>0.29300118623962002</c:v>
                </c:pt>
                <c:pt idx="4177">
                  <c:v>0.293634496919917</c:v>
                </c:pt>
                <c:pt idx="4178">
                  <c:v>0.29455909943714798</c:v>
                </c:pt>
                <c:pt idx="4179">
                  <c:v>0.29475982532751099</c:v>
                </c:pt>
                <c:pt idx="4180">
                  <c:v>0.29485570890840601</c:v>
                </c:pt>
                <c:pt idx="4181">
                  <c:v>0.295173961840628</c:v>
                </c:pt>
                <c:pt idx="4182">
                  <c:v>0.295173961840628</c:v>
                </c:pt>
                <c:pt idx="4183">
                  <c:v>0.29537366548042698</c:v>
                </c:pt>
                <c:pt idx="4184">
                  <c:v>0.29540918163672603</c:v>
                </c:pt>
                <c:pt idx="4185">
                  <c:v>0.29597197898423799</c:v>
                </c:pt>
                <c:pt idx="4186">
                  <c:v>0.29597197898423799</c:v>
                </c:pt>
                <c:pt idx="4187">
                  <c:v>0.29650507328072101</c:v>
                </c:pt>
                <c:pt idx="4188">
                  <c:v>0.29678362573099398</c:v>
                </c:pt>
                <c:pt idx="4189">
                  <c:v>0.29679144385026701</c:v>
                </c:pt>
                <c:pt idx="4190">
                  <c:v>0.29689608636977</c:v>
                </c:pt>
                <c:pt idx="4191">
                  <c:v>0.29733520336605901</c:v>
                </c:pt>
                <c:pt idx="4192">
                  <c:v>0.29761904761904701</c:v>
                </c:pt>
                <c:pt idx="4193">
                  <c:v>0.29761904761904701</c:v>
                </c:pt>
                <c:pt idx="4194">
                  <c:v>0.29761904761904701</c:v>
                </c:pt>
                <c:pt idx="4195">
                  <c:v>0.29761904761904701</c:v>
                </c:pt>
                <c:pt idx="4196">
                  <c:v>0.29824561403508698</c:v>
                </c:pt>
                <c:pt idx="4197">
                  <c:v>0.29850746268656703</c:v>
                </c:pt>
                <c:pt idx="4198">
                  <c:v>0.29850746268656703</c:v>
                </c:pt>
                <c:pt idx="4199">
                  <c:v>0.29902912621359201</c:v>
                </c:pt>
                <c:pt idx="4200">
                  <c:v>0.299157303370786</c:v>
                </c:pt>
                <c:pt idx="4201">
                  <c:v>0.29916567342073902</c:v>
                </c:pt>
                <c:pt idx="4202">
                  <c:v>0.29940119760479</c:v>
                </c:pt>
                <c:pt idx="4203">
                  <c:v>0.29954954954954899</c:v>
                </c:pt>
                <c:pt idx="4204">
                  <c:v>0.29954954954954899</c:v>
                </c:pt>
                <c:pt idx="4205">
                  <c:v>0.29974811083123398</c:v>
                </c:pt>
                <c:pt idx="4206">
                  <c:v>0.3</c:v>
                </c:pt>
                <c:pt idx="4207">
                  <c:v>0.3</c:v>
                </c:pt>
                <c:pt idx="4208">
                  <c:v>0.30071599045345998</c:v>
                </c:pt>
                <c:pt idx="4209">
                  <c:v>0.30078125</c:v>
                </c:pt>
                <c:pt idx="4210">
                  <c:v>0.301014656144306</c:v>
                </c:pt>
                <c:pt idx="4211">
                  <c:v>0.301014656144306</c:v>
                </c:pt>
                <c:pt idx="4212">
                  <c:v>0.30138713745271101</c:v>
                </c:pt>
                <c:pt idx="4213">
                  <c:v>0.30227272727272703</c:v>
                </c:pt>
                <c:pt idx="4214">
                  <c:v>0.30232558139534799</c:v>
                </c:pt>
                <c:pt idx="4215">
                  <c:v>0.30248306997742602</c:v>
                </c:pt>
                <c:pt idx="4216">
                  <c:v>0.30310262529832899</c:v>
                </c:pt>
                <c:pt idx="4217">
                  <c:v>0.30357142857142799</c:v>
                </c:pt>
                <c:pt idx="4218">
                  <c:v>0.30378250591016498</c:v>
                </c:pt>
                <c:pt idx="4219">
                  <c:v>0.303827751196172</c:v>
                </c:pt>
                <c:pt idx="4220">
                  <c:v>0.30390143737166297</c:v>
                </c:pt>
                <c:pt idx="4221">
                  <c:v>0.30395480225988702</c:v>
                </c:pt>
                <c:pt idx="4222">
                  <c:v>0.304054054054053</c:v>
                </c:pt>
                <c:pt idx="4223">
                  <c:v>0.30414746543778798</c:v>
                </c:pt>
                <c:pt idx="4224">
                  <c:v>0.30434782608695599</c:v>
                </c:pt>
                <c:pt idx="4225">
                  <c:v>0.30449251247920101</c:v>
                </c:pt>
                <c:pt idx="4226">
                  <c:v>0.304773561811505</c:v>
                </c:pt>
                <c:pt idx="4227">
                  <c:v>0.304838709677419</c:v>
                </c:pt>
                <c:pt idx="4228">
                  <c:v>0.30530973451327398</c:v>
                </c:pt>
                <c:pt idx="4229">
                  <c:v>0.30532544378698201</c:v>
                </c:pt>
                <c:pt idx="4230">
                  <c:v>0.30542986425339302</c:v>
                </c:pt>
                <c:pt idx="4231">
                  <c:v>0.30583501006036201</c:v>
                </c:pt>
                <c:pt idx="4232">
                  <c:v>0.305851063829787</c:v>
                </c:pt>
                <c:pt idx="4233">
                  <c:v>0.30601092896174797</c:v>
                </c:pt>
                <c:pt idx="4234">
                  <c:v>0.306220095693779</c:v>
                </c:pt>
                <c:pt idx="4235">
                  <c:v>0.306882591093117</c:v>
                </c:pt>
                <c:pt idx="4236">
                  <c:v>0.30740740740740702</c:v>
                </c:pt>
                <c:pt idx="4237">
                  <c:v>0.30833333333333302</c:v>
                </c:pt>
                <c:pt idx="4238">
                  <c:v>0.30841121495327001</c:v>
                </c:pt>
                <c:pt idx="4239">
                  <c:v>0.30841121495327001</c:v>
                </c:pt>
                <c:pt idx="4240">
                  <c:v>0.30847029077117499</c:v>
                </c:pt>
                <c:pt idx="4241">
                  <c:v>0.308523409363745</c:v>
                </c:pt>
                <c:pt idx="4242">
                  <c:v>0.30904183535762397</c:v>
                </c:pt>
                <c:pt idx="4243">
                  <c:v>0.309815950920245</c:v>
                </c:pt>
                <c:pt idx="4244">
                  <c:v>0.31009615384615302</c:v>
                </c:pt>
                <c:pt idx="4245">
                  <c:v>0.31009615384615302</c:v>
                </c:pt>
                <c:pt idx="4246">
                  <c:v>0.31009615384615302</c:v>
                </c:pt>
                <c:pt idx="4247">
                  <c:v>0.310126582278481</c:v>
                </c:pt>
                <c:pt idx="4248">
                  <c:v>0.31034482758620602</c:v>
                </c:pt>
                <c:pt idx="4249">
                  <c:v>0.31034482758620602</c:v>
                </c:pt>
                <c:pt idx="4250">
                  <c:v>0.31081081081081002</c:v>
                </c:pt>
                <c:pt idx="4251">
                  <c:v>0.31102362204724399</c:v>
                </c:pt>
                <c:pt idx="4252">
                  <c:v>0.31102362204724399</c:v>
                </c:pt>
                <c:pt idx="4253">
                  <c:v>0.3125</c:v>
                </c:pt>
                <c:pt idx="4254">
                  <c:v>0.3125</c:v>
                </c:pt>
                <c:pt idx="4255">
                  <c:v>0.31297709923664102</c:v>
                </c:pt>
                <c:pt idx="4256">
                  <c:v>0.31309297912713402</c:v>
                </c:pt>
                <c:pt idx="4257">
                  <c:v>0.31376975169300197</c:v>
                </c:pt>
                <c:pt idx="4258">
                  <c:v>0.31393568147013701</c:v>
                </c:pt>
                <c:pt idx="4259">
                  <c:v>0.314711359404096</c:v>
                </c:pt>
                <c:pt idx="4260">
                  <c:v>0.31483715319662198</c:v>
                </c:pt>
                <c:pt idx="4261">
                  <c:v>0.31483715319662198</c:v>
                </c:pt>
                <c:pt idx="4262">
                  <c:v>0.31483715319662198</c:v>
                </c:pt>
                <c:pt idx="4263">
                  <c:v>0.31521739130434701</c:v>
                </c:pt>
                <c:pt idx="4264">
                  <c:v>0.31543624161073802</c:v>
                </c:pt>
                <c:pt idx="4265">
                  <c:v>0.31578947368421001</c:v>
                </c:pt>
                <c:pt idx="4266">
                  <c:v>0.31716417910447697</c:v>
                </c:pt>
                <c:pt idx="4267">
                  <c:v>0.31735159817351599</c:v>
                </c:pt>
                <c:pt idx="4268">
                  <c:v>0.31756756756756699</c:v>
                </c:pt>
                <c:pt idx="4269">
                  <c:v>0.317647058823529</c:v>
                </c:pt>
                <c:pt idx="4270">
                  <c:v>0.317801672640382</c:v>
                </c:pt>
                <c:pt idx="4271">
                  <c:v>0.31931464174454799</c:v>
                </c:pt>
                <c:pt idx="4272">
                  <c:v>0.31958762886597902</c:v>
                </c:pt>
                <c:pt idx="4273">
                  <c:v>0.32044198895027598</c:v>
                </c:pt>
                <c:pt idx="4274">
                  <c:v>0.32110091743119201</c:v>
                </c:pt>
                <c:pt idx="4275">
                  <c:v>0.32187857961053801</c:v>
                </c:pt>
                <c:pt idx="4276">
                  <c:v>0.32247815726767198</c:v>
                </c:pt>
                <c:pt idx="4277">
                  <c:v>0.32339449541284399</c:v>
                </c:pt>
                <c:pt idx="4278">
                  <c:v>0.32352941176470501</c:v>
                </c:pt>
                <c:pt idx="4279">
                  <c:v>0.32389162561576301</c:v>
                </c:pt>
                <c:pt idx="4280">
                  <c:v>0.32432432432432401</c:v>
                </c:pt>
                <c:pt idx="4281">
                  <c:v>0.32454361054766701</c:v>
                </c:pt>
                <c:pt idx="4282">
                  <c:v>0.32489451476793202</c:v>
                </c:pt>
                <c:pt idx="4283">
                  <c:v>0.325478645066273</c:v>
                </c:pt>
                <c:pt idx="4284">
                  <c:v>0.32550693703308398</c:v>
                </c:pt>
                <c:pt idx="4285">
                  <c:v>0.32563694267515902</c:v>
                </c:pt>
                <c:pt idx="4286">
                  <c:v>0.326129666011787</c:v>
                </c:pt>
                <c:pt idx="4287">
                  <c:v>0.32669322709163301</c:v>
                </c:pt>
                <c:pt idx="4288">
                  <c:v>0.32694938440492399</c:v>
                </c:pt>
                <c:pt idx="4289">
                  <c:v>0.32743362831858402</c:v>
                </c:pt>
                <c:pt idx="4290">
                  <c:v>0.32781954887218001</c:v>
                </c:pt>
                <c:pt idx="4291">
                  <c:v>0.32793522267206399</c:v>
                </c:pt>
                <c:pt idx="4292">
                  <c:v>0.32796317606444098</c:v>
                </c:pt>
                <c:pt idx="4293">
                  <c:v>0.32820512820512798</c:v>
                </c:pt>
                <c:pt idx="4294">
                  <c:v>0.32854578096947901</c:v>
                </c:pt>
                <c:pt idx="4295">
                  <c:v>0.32926829268292601</c:v>
                </c:pt>
                <c:pt idx="4296">
                  <c:v>0.32972972972972903</c:v>
                </c:pt>
                <c:pt idx="4297">
                  <c:v>0.33020134228187897</c:v>
                </c:pt>
                <c:pt idx="4298">
                  <c:v>0.330517423442449</c:v>
                </c:pt>
                <c:pt idx="4299">
                  <c:v>0.33064516129032201</c:v>
                </c:pt>
                <c:pt idx="4300">
                  <c:v>0.33186490455212903</c:v>
                </c:pt>
                <c:pt idx="4301">
                  <c:v>0.33333333333333298</c:v>
                </c:pt>
                <c:pt idx="4302">
                  <c:v>0.33333333333333298</c:v>
                </c:pt>
                <c:pt idx="4303">
                  <c:v>0.33395872420262601</c:v>
                </c:pt>
                <c:pt idx="4304">
                  <c:v>0.33395872420262601</c:v>
                </c:pt>
                <c:pt idx="4305">
                  <c:v>0.33414932680538501</c:v>
                </c:pt>
                <c:pt idx="4306">
                  <c:v>0.33437013996889497</c:v>
                </c:pt>
                <c:pt idx="4307">
                  <c:v>0.33455210237659899</c:v>
                </c:pt>
                <c:pt idx="4308">
                  <c:v>0.33564814814814797</c:v>
                </c:pt>
                <c:pt idx="4309">
                  <c:v>0.33589251439539303</c:v>
                </c:pt>
                <c:pt idx="4310">
                  <c:v>0.33596837944663999</c:v>
                </c:pt>
                <c:pt idx="4311">
                  <c:v>0.33617021276595699</c:v>
                </c:pt>
                <c:pt idx="4312">
                  <c:v>0.33649289099525997</c:v>
                </c:pt>
                <c:pt idx="4313">
                  <c:v>0.33734939759036098</c:v>
                </c:pt>
                <c:pt idx="4314">
                  <c:v>0.33774319066147801</c:v>
                </c:pt>
                <c:pt idx="4315">
                  <c:v>0.33799533799533799</c:v>
                </c:pt>
                <c:pt idx="4316">
                  <c:v>0.33811475409836</c:v>
                </c:pt>
                <c:pt idx="4317">
                  <c:v>0.33858267716535401</c:v>
                </c:pt>
                <c:pt idx="4318">
                  <c:v>0.33888888888888802</c:v>
                </c:pt>
                <c:pt idx="4319">
                  <c:v>0.33906633906633898</c:v>
                </c:pt>
                <c:pt idx="4320">
                  <c:v>0.33918128654970697</c:v>
                </c:pt>
                <c:pt idx="4321">
                  <c:v>0.33928571428571402</c:v>
                </c:pt>
                <c:pt idx="4322">
                  <c:v>0.33949801849405498</c:v>
                </c:pt>
                <c:pt idx="4323">
                  <c:v>0.33949801849405498</c:v>
                </c:pt>
                <c:pt idx="4324">
                  <c:v>0.33987730061349603</c:v>
                </c:pt>
                <c:pt idx="4325">
                  <c:v>0.33988212180746502</c:v>
                </c:pt>
                <c:pt idx="4326">
                  <c:v>0.34031413612565398</c:v>
                </c:pt>
                <c:pt idx="4327">
                  <c:v>0.34046692607003798</c:v>
                </c:pt>
                <c:pt idx="4328">
                  <c:v>0.340839303991811</c:v>
                </c:pt>
                <c:pt idx="4329">
                  <c:v>0.34090909090909</c:v>
                </c:pt>
                <c:pt idx="4330">
                  <c:v>0.34090909090909</c:v>
                </c:pt>
                <c:pt idx="4331">
                  <c:v>0.34112149532710201</c:v>
                </c:pt>
                <c:pt idx="4332">
                  <c:v>0.34171907756813402</c:v>
                </c:pt>
                <c:pt idx="4333">
                  <c:v>0.34194831013916399</c:v>
                </c:pt>
                <c:pt idx="4334">
                  <c:v>0.34272300469483502</c:v>
                </c:pt>
                <c:pt idx="4335">
                  <c:v>0.342741935483871</c:v>
                </c:pt>
                <c:pt idx="4336">
                  <c:v>0.34312696747114302</c:v>
                </c:pt>
                <c:pt idx="4337">
                  <c:v>0.34328358208955201</c:v>
                </c:pt>
                <c:pt idx="4338">
                  <c:v>0.34343434343434298</c:v>
                </c:pt>
                <c:pt idx="4339">
                  <c:v>0.34346504559270502</c:v>
                </c:pt>
                <c:pt idx="4340">
                  <c:v>0.34491634491634399</c:v>
                </c:pt>
                <c:pt idx="4341">
                  <c:v>0.34499205087440299</c:v>
                </c:pt>
                <c:pt idx="4342">
                  <c:v>0.34557823129251702</c:v>
                </c:pt>
                <c:pt idx="4343">
                  <c:v>0.346485819975339</c:v>
                </c:pt>
                <c:pt idx="4344">
                  <c:v>0.34705882352941098</c:v>
                </c:pt>
                <c:pt idx="4345">
                  <c:v>0.34761904761904699</c:v>
                </c:pt>
                <c:pt idx="4346">
                  <c:v>0.34761904761904699</c:v>
                </c:pt>
                <c:pt idx="4347">
                  <c:v>0.34808853118712202</c:v>
                </c:pt>
                <c:pt idx="4348">
                  <c:v>0.348130841121495</c:v>
                </c:pt>
                <c:pt idx="4349">
                  <c:v>0.34814814814814798</c:v>
                </c:pt>
                <c:pt idx="4350">
                  <c:v>0.34823529411764698</c:v>
                </c:pt>
                <c:pt idx="4351">
                  <c:v>0.348788198103266</c:v>
                </c:pt>
                <c:pt idx="4352">
                  <c:v>0.34926052332195601</c:v>
                </c:pt>
                <c:pt idx="4353">
                  <c:v>0.34970760233918102</c:v>
                </c:pt>
                <c:pt idx="4354">
                  <c:v>0.35</c:v>
                </c:pt>
                <c:pt idx="4355">
                  <c:v>0.35</c:v>
                </c:pt>
                <c:pt idx="4356">
                  <c:v>0.35033557046979802</c:v>
                </c:pt>
                <c:pt idx="4357">
                  <c:v>0.350785340314136</c:v>
                </c:pt>
                <c:pt idx="4358">
                  <c:v>0.35185185185185103</c:v>
                </c:pt>
                <c:pt idx="4359">
                  <c:v>0.35283363802559398</c:v>
                </c:pt>
                <c:pt idx="4360">
                  <c:v>0.35483870967741898</c:v>
                </c:pt>
                <c:pt idx="4361">
                  <c:v>0.35542168674698699</c:v>
                </c:pt>
                <c:pt idx="4362">
                  <c:v>0.35687022900763299</c:v>
                </c:pt>
                <c:pt idx="4363">
                  <c:v>0.359404096834264</c:v>
                </c:pt>
                <c:pt idx="4364">
                  <c:v>0.36021505376343999</c:v>
                </c:pt>
                <c:pt idx="4365">
                  <c:v>0.36030534351144999</c:v>
                </c:pt>
                <c:pt idx="4366">
                  <c:v>0.36157337367624798</c:v>
                </c:pt>
                <c:pt idx="4367">
                  <c:v>0.36170212765957399</c:v>
                </c:pt>
                <c:pt idx="4368">
                  <c:v>0.362041467304625</c:v>
                </c:pt>
                <c:pt idx="4369">
                  <c:v>0.362341772151898</c:v>
                </c:pt>
                <c:pt idx="4370">
                  <c:v>0.36307053941908701</c:v>
                </c:pt>
                <c:pt idx="4371">
                  <c:v>0.36315789473684201</c:v>
                </c:pt>
                <c:pt idx="4372">
                  <c:v>0.36363636363636298</c:v>
                </c:pt>
                <c:pt idx="4373">
                  <c:v>0.36388140161725002</c:v>
                </c:pt>
                <c:pt idx="4374">
                  <c:v>0.36406995230524603</c:v>
                </c:pt>
                <c:pt idx="4375">
                  <c:v>0.36420525657071301</c:v>
                </c:pt>
                <c:pt idx="4376">
                  <c:v>0.36429308565531399</c:v>
                </c:pt>
                <c:pt idx="4377">
                  <c:v>0.36475409836065498</c:v>
                </c:pt>
                <c:pt idx="4378">
                  <c:v>0.36491677336747702</c:v>
                </c:pt>
                <c:pt idx="4379">
                  <c:v>0.365461847389558</c:v>
                </c:pt>
                <c:pt idx="4380">
                  <c:v>0.36554621848739499</c:v>
                </c:pt>
                <c:pt idx="4381">
                  <c:v>0.36604774535808998</c:v>
                </c:pt>
                <c:pt idx="4382">
                  <c:v>0.36636636636636599</c:v>
                </c:pt>
                <c:pt idx="4383">
                  <c:v>0.36666666666666597</c:v>
                </c:pt>
                <c:pt idx="4384">
                  <c:v>0.36704730831973897</c:v>
                </c:pt>
                <c:pt idx="4385">
                  <c:v>0.368589743589743</c:v>
                </c:pt>
                <c:pt idx="4386">
                  <c:v>0.36878453038673997</c:v>
                </c:pt>
                <c:pt idx="4387">
                  <c:v>0.36934673366834098</c:v>
                </c:pt>
                <c:pt idx="4388">
                  <c:v>0.36972111553784798</c:v>
                </c:pt>
                <c:pt idx="4389">
                  <c:v>0.36972193614830001</c:v>
                </c:pt>
                <c:pt idx="4390">
                  <c:v>0.37130801687763698</c:v>
                </c:pt>
                <c:pt idx="4391">
                  <c:v>0.37306501547987603</c:v>
                </c:pt>
                <c:pt idx="4392">
                  <c:v>0.37431906614785898</c:v>
                </c:pt>
                <c:pt idx="4393">
                  <c:v>0.37483443708609199</c:v>
                </c:pt>
                <c:pt idx="4394">
                  <c:v>0.37514384349827301</c:v>
                </c:pt>
                <c:pt idx="4395">
                  <c:v>0.37519999999999998</c:v>
                </c:pt>
                <c:pt idx="4396">
                  <c:v>0.37598425196850299</c:v>
                </c:pt>
                <c:pt idx="4397">
                  <c:v>0.37755102040816302</c:v>
                </c:pt>
                <c:pt idx="4398">
                  <c:v>0.37856173677069099</c:v>
                </c:pt>
                <c:pt idx="4399">
                  <c:v>0.37869822485207</c:v>
                </c:pt>
                <c:pt idx="4400">
                  <c:v>0.37931034482758602</c:v>
                </c:pt>
                <c:pt idx="4401">
                  <c:v>0.37947882736156302</c:v>
                </c:pt>
                <c:pt idx="4402">
                  <c:v>0.37949400798934702</c:v>
                </c:pt>
                <c:pt idx="4403">
                  <c:v>0.380368098159509</c:v>
                </c:pt>
                <c:pt idx="4404">
                  <c:v>0.38196555217831801</c:v>
                </c:pt>
                <c:pt idx="4405">
                  <c:v>0.38248847926267199</c:v>
                </c:pt>
                <c:pt idx="4406">
                  <c:v>0.38297872340425498</c:v>
                </c:pt>
                <c:pt idx="4407">
                  <c:v>0.38297872340425498</c:v>
                </c:pt>
                <c:pt idx="4408">
                  <c:v>0.38297872340425498</c:v>
                </c:pt>
                <c:pt idx="4409">
                  <c:v>0.38320610687022899</c:v>
                </c:pt>
                <c:pt idx="4410">
                  <c:v>0.38416988416988401</c:v>
                </c:pt>
                <c:pt idx="4411">
                  <c:v>0.38445154419595301</c:v>
                </c:pt>
                <c:pt idx="4412">
                  <c:v>0.38479809976246998</c:v>
                </c:pt>
                <c:pt idx="4413">
                  <c:v>0.385281385281385</c:v>
                </c:pt>
                <c:pt idx="4414">
                  <c:v>0.38557993730407503</c:v>
                </c:pt>
                <c:pt idx="4415">
                  <c:v>0.38677354709418799</c:v>
                </c:pt>
                <c:pt idx="4416">
                  <c:v>0.38873994638069698</c:v>
                </c:pt>
                <c:pt idx="4417">
                  <c:v>0.38873994638069698</c:v>
                </c:pt>
                <c:pt idx="4418">
                  <c:v>0.389006342494714</c:v>
                </c:pt>
                <c:pt idx="4419">
                  <c:v>0.38955823293172598</c:v>
                </c:pt>
                <c:pt idx="4420">
                  <c:v>0.389578163771712</c:v>
                </c:pt>
                <c:pt idx="4421">
                  <c:v>0.389908256880733</c:v>
                </c:pt>
                <c:pt idx="4422">
                  <c:v>0.390070921985815</c:v>
                </c:pt>
                <c:pt idx="4423">
                  <c:v>0.391129032258064</c:v>
                </c:pt>
                <c:pt idx="4424">
                  <c:v>0.391949152542372</c:v>
                </c:pt>
                <c:pt idx="4425">
                  <c:v>0.39260969976905302</c:v>
                </c:pt>
                <c:pt idx="4426">
                  <c:v>0.39270386266094398</c:v>
                </c:pt>
                <c:pt idx="4427">
                  <c:v>0.39293139293139201</c:v>
                </c:pt>
                <c:pt idx="4428">
                  <c:v>0.392996108949416</c:v>
                </c:pt>
                <c:pt idx="4429">
                  <c:v>0.39318885448916402</c:v>
                </c:pt>
                <c:pt idx="4430">
                  <c:v>0.39406345957011202</c:v>
                </c:pt>
                <c:pt idx="4431">
                  <c:v>0.394279877425944</c:v>
                </c:pt>
                <c:pt idx="4432">
                  <c:v>0.39477303988995799</c:v>
                </c:pt>
                <c:pt idx="4433">
                  <c:v>0.39597315436241598</c:v>
                </c:pt>
                <c:pt idx="4434">
                  <c:v>0.39655172413793099</c:v>
                </c:pt>
                <c:pt idx="4435">
                  <c:v>0.39715394566623502</c:v>
                </c:pt>
                <c:pt idx="4436">
                  <c:v>0.39801980198019699</c:v>
                </c:pt>
                <c:pt idx="4437">
                  <c:v>0.39944903581267199</c:v>
                </c:pt>
                <c:pt idx="4438">
                  <c:v>0.39953542392566699</c:v>
                </c:pt>
                <c:pt idx="4439">
                  <c:v>0.39957716701902701</c:v>
                </c:pt>
                <c:pt idx="4440">
                  <c:v>0.39999999999999902</c:v>
                </c:pt>
                <c:pt idx="4441">
                  <c:v>0.401869158878504</c:v>
                </c:pt>
                <c:pt idx="4442">
                  <c:v>0.40311804008908603</c:v>
                </c:pt>
                <c:pt idx="4443">
                  <c:v>0.40314136125654398</c:v>
                </c:pt>
                <c:pt idx="4444">
                  <c:v>0.40357852882703699</c:v>
                </c:pt>
                <c:pt idx="4445">
                  <c:v>0.40361445783132499</c:v>
                </c:pt>
                <c:pt idx="4446">
                  <c:v>0.40368852459016402</c:v>
                </c:pt>
                <c:pt idx="4447">
                  <c:v>0.40416047548291201</c:v>
                </c:pt>
                <c:pt idx="4448">
                  <c:v>0.40540540540540498</c:v>
                </c:pt>
                <c:pt idx="4449">
                  <c:v>0.40552016985137901</c:v>
                </c:pt>
                <c:pt idx="4450">
                  <c:v>0.40650406504065001</c:v>
                </c:pt>
                <c:pt idx="4451">
                  <c:v>0.40685224839400402</c:v>
                </c:pt>
                <c:pt idx="4452">
                  <c:v>0.412133891213389</c:v>
                </c:pt>
                <c:pt idx="4453">
                  <c:v>0.41269841269841201</c:v>
                </c:pt>
                <c:pt idx="4454">
                  <c:v>0.413612565445026</c:v>
                </c:pt>
                <c:pt idx="4455">
                  <c:v>0.41666666666666602</c:v>
                </c:pt>
                <c:pt idx="4456">
                  <c:v>0.41803278688524498</c:v>
                </c:pt>
                <c:pt idx="4457">
                  <c:v>0.41832669322709098</c:v>
                </c:pt>
                <c:pt idx="4458">
                  <c:v>0.41894060995184601</c:v>
                </c:pt>
                <c:pt idx="4459">
                  <c:v>0.42016806722688999</c:v>
                </c:pt>
                <c:pt idx="4460">
                  <c:v>0.42038946162657498</c:v>
                </c:pt>
                <c:pt idx="4461">
                  <c:v>0.42086752637749097</c:v>
                </c:pt>
                <c:pt idx="4462">
                  <c:v>0.42105263157894701</c:v>
                </c:pt>
                <c:pt idx="4463">
                  <c:v>0.42105263157894701</c:v>
                </c:pt>
                <c:pt idx="4464">
                  <c:v>0.42212189616252799</c:v>
                </c:pt>
                <c:pt idx="4465">
                  <c:v>0.42253521126760502</c:v>
                </c:pt>
                <c:pt idx="4466">
                  <c:v>0.42499999999999999</c:v>
                </c:pt>
                <c:pt idx="4467">
                  <c:v>0.42544731610337899</c:v>
                </c:pt>
                <c:pt idx="4468">
                  <c:v>0.42580645161290298</c:v>
                </c:pt>
                <c:pt idx="4469">
                  <c:v>0.42626262626262601</c:v>
                </c:pt>
                <c:pt idx="4470">
                  <c:v>0.42653061224489702</c:v>
                </c:pt>
                <c:pt idx="4471">
                  <c:v>0.42655601659751002</c:v>
                </c:pt>
                <c:pt idx="4472">
                  <c:v>0.42677165354330698</c:v>
                </c:pt>
                <c:pt idx="4473">
                  <c:v>0.42725173210161599</c:v>
                </c:pt>
                <c:pt idx="4474">
                  <c:v>0.42936288088642599</c:v>
                </c:pt>
                <c:pt idx="4475">
                  <c:v>0.42995951417004002</c:v>
                </c:pt>
                <c:pt idx="4476">
                  <c:v>0.42995951417004002</c:v>
                </c:pt>
                <c:pt idx="4477">
                  <c:v>0.43005181347150201</c:v>
                </c:pt>
                <c:pt idx="4478">
                  <c:v>0.433447098976109</c:v>
                </c:pt>
                <c:pt idx="4479">
                  <c:v>0.43464399574920298</c:v>
                </c:pt>
                <c:pt idx="4480">
                  <c:v>0.435435435435435</c:v>
                </c:pt>
                <c:pt idx="4481">
                  <c:v>0.43641912512716102</c:v>
                </c:pt>
                <c:pt idx="4482">
                  <c:v>0.43763213530655398</c:v>
                </c:pt>
                <c:pt idx="4483">
                  <c:v>0.43835616438356101</c:v>
                </c:pt>
                <c:pt idx="4484">
                  <c:v>0.44444444444444398</c:v>
                </c:pt>
                <c:pt idx="4485">
                  <c:v>0.44444444444444398</c:v>
                </c:pt>
                <c:pt idx="4486">
                  <c:v>0.44895104895104798</c:v>
                </c:pt>
                <c:pt idx="4487">
                  <c:v>0.44921465968586299</c:v>
                </c:pt>
                <c:pt idx="4488">
                  <c:v>0.45110410094637199</c:v>
                </c:pt>
                <c:pt idx="4489">
                  <c:v>0.45152354570637099</c:v>
                </c:pt>
                <c:pt idx="4490">
                  <c:v>0.45320197044334898</c:v>
                </c:pt>
                <c:pt idx="4491">
                  <c:v>0.45501285347043602</c:v>
                </c:pt>
                <c:pt idx="4492">
                  <c:v>0.456779661016949</c:v>
                </c:pt>
                <c:pt idx="4493">
                  <c:v>0.45736434108527102</c:v>
                </c:pt>
                <c:pt idx="4494">
                  <c:v>0.45911949685534498</c:v>
                </c:pt>
                <c:pt idx="4495">
                  <c:v>0.45922746781115797</c:v>
                </c:pt>
                <c:pt idx="4496">
                  <c:v>0.45922746781115797</c:v>
                </c:pt>
                <c:pt idx="4497">
                  <c:v>0.46122448979591801</c:v>
                </c:pt>
                <c:pt idx="4498">
                  <c:v>0.46439317953861498</c:v>
                </c:pt>
                <c:pt idx="4499">
                  <c:v>0.46551724137931</c:v>
                </c:pt>
                <c:pt idx="4500">
                  <c:v>0.467289719626168</c:v>
                </c:pt>
                <c:pt idx="4501">
                  <c:v>0.46733668341708501</c:v>
                </c:pt>
                <c:pt idx="4502">
                  <c:v>0.46793349168645998</c:v>
                </c:pt>
                <c:pt idx="4503">
                  <c:v>0.46923076923076901</c:v>
                </c:pt>
                <c:pt idx="4504">
                  <c:v>0.46930280957336101</c:v>
                </c:pt>
                <c:pt idx="4505">
                  <c:v>0.46957520091848398</c:v>
                </c:pt>
                <c:pt idx="4506">
                  <c:v>0.46982758620689602</c:v>
                </c:pt>
                <c:pt idx="4507">
                  <c:v>0.47029702970296999</c:v>
                </c:pt>
                <c:pt idx="4508">
                  <c:v>0.47169811320754701</c:v>
                </c:pt>
                <c:pt idx="4509">
                  <c:v>0.47169811320754701</c:v>
                </c:pt>
                <c:pt idx="4510">
                  <c:v>0.47196261682243001</c:v>
                </c:pt>
                <c:pt idx="4511">
                  <c:v>0.47234042553191402</c:v>
                </c:pt>
                <c:pt idx="4512">
                  <c:v>0.47457627118644002</c:v>
                </c:pt>
                <c:pt idx="4513">
                  <c:v>0.47522522522522498</c:v>
                </c:pt>
                <c:pt idx="4514">
                  <c:v>0.47549019607843102</c:v>
                </c:pt>
                <c:pt idx="4515">
                  <c:v>0.47593582887700497</c:v>
                </c:pt>
                <c:pt idx="4516">
                  <c:v>0.47635524798154499</c:v>
                </c:pt>
                <c:pt idx="4517">
                  <c:v>0.47645429362880798</c:v>
                </c:pt>
                <c:pt idx="4518">
                  <c:v>0.47698744769874402</c:v>
                </c:pt>
                <c:pt idx="4519">
                  <c:v>0.47761194029850701</c:v>
                </c:pt>
                <c:pt idx="4520">
                  <c:v>0.47970863683662801</c:v>
                </c:pt>
                <c:pt idx="4521">
                  <c:v>0.48232611174458301</c:v>
                </c:pt>
                <c:pt idx="4522">
                  <c:v>0.48244274809160298</c:v>
                </c:pt>
                <c:pt idx="4523">
                  <c:v>0.48261474269819099</c:v>
                </c:pt>
                <c:pt idx="4524">
                  <c:v>0.48475120385232701</c:v>
                </c:pt>
                <c:pt idx="4525">
                  <c:v>0.48499999999999999</c:v>
                </c:pt>
                <c:pt idx="4526">
                  <c:v>0.487881981032666</c:v>
                </c:pt>
                <c:pt idx="4527">
                  <c:v>0.48979591836734698</c:v>
                </c:pt>
                <c:pt idx="4528">
                  <c:v>0.49245689655172398</c:v>
                </c:pt>
                <c:pt idx="4529">
                  <c:v>0.49246231155778802</c:v>
                </c:pt>
                <c:pt idx="4530">
                  <c:v>0.49546827794561898</c:v>
                </c:pt>
                <c:pt idx="4531">
                  <c:v>0.49546827794561898</c:v>
                </c:pt>
                <c:pt idx="4532">
                  <c:v>0.49614395886889401</c:v>
                </c:pt>
                <c:pt idx="4533">
                  <c:v>0.49661016949152498</c:v>
                </c:pt>
                <c:pt idx="4534">
                  <c:v>0.49752066115702398</c:v>
                </c:pt>
                <c:pt idx="4535">
                  <c:v>0.50051387461459396</c:v>
                </c:pt>
                <c:pt idx="4536">
                  <c:v>0.50124688279301699</c:v>
                </c:pt>
                <c:pt idx="4537">
                  <c:v>0.50303643724696301</c:v>
                </c:pt>
                <c:pt idx="4538">
                  <c:v>0.50348027842227305</c:v>
                </c:pt>
                <c:pt idx="4539">
                  <c:v>0.50693703308431104</c:v>
                </c:pt>
                <c:pt idx="4540">
                  <c:v>0.50749999999999995</c:v>
                </c:pt>
                <c:pt idx="4541">
                  <c:v>0.5078125</c:v>
                </c:pt>
                <c:pt idx="4542">
                  <c:v>0.50947368421052597</c:v>
                </c:pt>
                <c:pt idx="4543">
                  <c:v>0.51167728237791898</c:v>
                </c:pt>
                <c:pt idx="4544">
                  <c:v>0.512027491408934</c:v>
                </c:pt>
                <c:pt idx="4545">
                  <c:v>0.52067868504771997</c:v>
                </c:pt>
                <c:pt idx="4546">
                  <c:v>0.52123893805309696</c:v>
                </c:pt>
                <c:pt idx="4547">
                  <c:v>0.52197802197802101</c:v>
                </c:pt>
                <c:pt idx="4548">
                  <c:v>0.52400835073068897</c:v>
                </c:pt>
                <c:pt idx="4549">
                  <c:v>0.52620087336244503</c:v>
                </c:pt>
                <c:pt idx="4550">
                  <c:v>0.52887882219705495</c:v>
                </c:pt>
                <c:pt idx="4551">
                  <c:v>0.530416221985058</c:v>
                </c:pt>
                <c:pt idx="4552">
                  <c:v>0.53731343283582</c:v>
                </c:pt>
                <c:pt idx="4553">
                  <c:v>0.544921875</c:v>
                </c:pt>
                <c:pt idx="4554">
                  <c:v>0.54716981132075404</c:v>
                </c:pt>
                <c:pt idx="4555">
                  <c:v>0.54879328436516195</c:v>
                </c:pt>
                <c:pt idx="4556">
                  <c:v>0.54892601431980903</c:v>
                </c:pt>
                <c:pt idx="4557">
                  <c:v>0.55084745762711795</c:v>
                </c:pt>
                <c:pt idx="4558">
                  <c:v>0.55114503816793903</c:v>
                </c:pt>
                <c:pt idx="4559">
                  <c:v>0.552763819095477</c:v>
                </c:pt>
                <c:pt idx="4560">
                  <c:v>0.55642023346303504</c:v>
                </c:pt>
                <c:pt idx="4561">
                  <c:v>0.56082474226804102</c:v>
                </c:pt>
                <c:pt idx="4562">
                  <c:v>0.56129032258064504</c:v>
                </c:pt>
                <c:pt idx="4563">
                  <c:v>0.56194690265486702</c:v>
                </c:pt>
                <c:pt idx="4564">
                  <c:v>0.5625</c:v>
                </c:pt>
                <c:pt idx="4565">
                  <c:v>0.56275303643724695</c:v>
                </c:pt>
                <c:pt idx="4566">
                  <c:v>0.56367663344407504</c:v>
                </c:pt>
                <c:pt idx="4567">
                  <c:v>0.56484458735262599</c:v>
                </c:pt>
                <c:pt idx="4568">
                  <c:v>0.57021276595744597</c:v>
                </c:pt>
                <c:pt idx="4569">
                  <c:v>0.57476139978790997</c:v>
                </c:pt>
                <c:pt idx="4570">
                  <c:v>0.57524012806830305</c:v>
                </c:pt>
                <c:pt idx="4571">
                  <c:v>0.575824175824175</c:v>
                </c:pt>
                <c:pt idx="4572">
                  <c:v>0.57591623036649198</c:v>
                </c:pt>
                <c:pt idx="4573">
                  <c:v>0.57907542579075399</c:v>
                </c:pt>
                <c:pt idx="4574">
                  <c:v>0.57916666666666605</c:v>
                </c:pt>
                <c:pt idx="4575">
                  <c:v>0.57922769640479299</c:v>
                </c:pt>
                <c:pt idx="4576">
                  <c:v>0.58880516684607098</c:v>
                </c:pt>
                <c:pt idx="4577">
                  <c:v>0.58880516684607098</c:v>
                </c:pt>
                <c:pt idx="4578">
                  <c:v>0.58882681564245798</c:v>
                </c:pt>
                <c:pt idx="4579">
                  <c:v>0.58986175115207296</c:v>
                </c:pt>
                <c:pt idx="4580">
                  <c:v>0.59728506787330304</c:v>
                </c:pt>
                <c:pt idx="4581">
                  <c:v>0.60044642857142805</c:v>
                </c:pt>
                <c:pt idx="4582">
                  <c:v>0.60439560439560402</c:v>
                </c:pt>
                <c:pt idx="4583">
                  <c:v>0.60721868365180398</c:v>
                </c:pt>
                <c:pt idx="4584">
                  <c:v>0.60722347629796802</c:v>
                </c:pt>
                <c:pt idx="4585">
                  <c:v>0.60892667375132803</c:v>
                </c:pt>
                <c:pt idx="4586">
                  <c:v>0.61237785016286606</c:v>
                </c:pt>
                <c:pt idx="4587">
                  <c:v>0.61333333333333295</c:v>
                </c:pt>
                <c:pt idx="4588">
                  <c:v>0.61991869918699105</c:v>
                </c:pt>
                <c:pt idx="4589">
                  <c:v>0.62628865979381398</c:v>
                </c:pt>
                <c:pt idx="4590">
                  <c:v>0.62970936490850304</c:v>
                </c:pt>
                <c:pt idx="4591">
                  <c:v>0.63578947368421002</c:v>
                </c:pt>
                <c:pt idx="4592">
                  <c:v>0.63888888888888795</c:v>
                </c:pt>
                <c:pt idx="4593">
                  <c:v>0.64322916666666596</c:v>
                </c:pt>
                <c:pt idx="4594">
                  <c:v>0.64453961456102704</c:v>
                </c:pt>
                <c:pt idx="4595">
                  <c:v>0.65181347150258995</c:v>
                </c:pt>
                <c:pt idx="4596">
                  <c:v>0.65481171548117101</c:v>
                </c:pt>
                <c:pt idx="4597">
                  <c:v>0.66293393057110805</c:v>
                </c:pt>
                <c:pt idx="4598">
                  <c:v>0.66666666666666596</c:v>
                </c:pt>
                <c:pt idx="4599">
                  <c:v>0.67625133120340797</c:v>
                </c:pt>
                <c:pt idx="4600">
                  <c:v>0.67637540453074396</c:v>
                </c:pt>
                <c:pt idx="4601">
                  <c:v>0.67982924226254005</c:v>
                </c:pt>
                <c:pt idx="4602">
                  <c:v>0.68409343715239102</c:v>
                </c:pt>
                <c:pt idx="4603">
                  <c:v>0.685466377440347</c:v>
                </c:pt>
                <c:pt idx="4604">
                  <c:v>0.68627450980392102</c:v>
                </c:pt>
                <c:pt idx="4605">
                  <c:v>0.68677248677248603</c:v>
                </c:pt>
                <c:pt idx="4606">
                  <c:v>0.68941979522184305</c:v>
                </c:pt>
                <c:pt idx="4607">
                  <c:v>0.69004524886877805</c:v>
                </c:pt>
                <c:pt idx="4608">
                  <c:v>0.70072239422084603</c:v>
                </c:pt>
                <c:pt idx="4609">
                  <c:v>0.70530877573131101</c:v>
                </c:pt>
                <c:pt idx="4610">
                  <c:v>0.70886075949367</c:v>
                </c:pt>
                <c:pt idx="4611">
                  <c:v>0.70974576271186396</c:v>
                </c:pt>
                <c:pt idx="4612">
                  <c:v>0.71030042918454905</c:v>
                </c:pt>
                <c:pt idx="4613">
                  <c:v>0.71221532091097295</c:v>
                </c:pt>
                <c:pt idx="4614">
                  <c:v>0.71428571428571397</c:v>
                </c:pt>
                <c:pt idx="4615">
                  <c:v>0.71488033298647202</c:v>
                </c:pt>
                <c:pt idx="4616">
                  <c:v>0.71666666666666601</c:v>
                </c:pt>
                <c:pt idx="4617">
                  <c:v>0.72204806687565304</c:v>
                </c:pt>
                <c:pt idx="4618">
                  <c:v>0.72762645914396895</c:v>
                </c:pt>
                <c:pt idx="4619">
                  <c:v>0.73076923076922995</c:v>
                </c:pt>
                <c:pt idx="4620">
                  <c:v>0.73784355179703998</c:v>
                </c:pt>
                <c:pt idx="4621">
                  <c:v>0.74545454545454504</c:v>
                </c:pt>
                <c:pt idx="4622">
                  <c:v>0.74576271186440601</c:v>
                </c:pt>
                <c:pt idx="4623">
                  <c:v>0.75771971496436996</c:v>
                </c:pt>
                <c:pt idx="4624">
                  <c:v>0.77429467084639403</c:v>
                </c:pt>
                <c:pt idx="4625">
                  <c:v>0.78900112233445496</c:v>
                </c:pt>
                <c:pt idx="4626">
                  <c:v>0.78935939196525495</c:v>
                </c:pt>
                <c:pt idx="4627">
                  <c:v>0.79101123595505596</c:v>
                </c:pt>
                <c:pt idx="4628">
                  <c:v>0.79909706546275405</c:v>
                </c:pt>
                <c:pt idx="4629">
                  <c:v>0.80467955239064004</c:v>
                </c:pt>
                <c:pt idx="4630">
                  <c:v>0.80715059588298999</c:v>
                </c:pt>
                <c:pt idx="4631">
                  <c:v>0.80900109769483997</c:v>
                </c:pt>
                <c:pt idx="4632">
                  <c:v>0.82099447513812096</c:v>
                </c:pt>
                <c:pt idx="4633">
                  <c:v>0.82436882546652002</c:v>
                </c:pt>
                <c:pt idx="4634">
                  <c:v>0.84215991692627201</c:v>
                </c:pt>
                <c:pt idx="4635">
                  <c:v>0.84288747346072102</c:v>
                </c:pt>
                <c:pt idx="4636">
                  <c:v>0.85791173304628598</c:v>
                </c:pt>
                <c:pt idx="4637">
                  <c:v>0.86344537815125999</c:v>
                </c:pt>
                <c:pt idx="4638">
                  <c:v>0.86736842105263101</c:v>
                </c:pt>
                <c:pt idx="4639">
                  <c:v>0.87130801687763704</c:v>
                </c:pt>
                <c:pt idx="4640">
                  <c:v>0.876787678767876</c:v>
                </c:pt>
                <c:pt idx="4641">
                  <c:v>0.87796610169491496</c:v>
                </c:pt>
                <c:pt idx="4642">
                  <c:v>0.88300220750551806</c:v>
                </c:pt>
                <c:pt idx="4643">
                  <c:v>0.899786780383795</c:v>
                </c:pt>
                <c:pt idx="4644">
                  <c:v>0.90384615384615297</c:v>
                </c:pt>
                <c:pt idx="4645">
                  <c:v>0.90384615384615297</c:v>
                </c:pt>
                <c:pt idx="4646">
                  <c:v>0.90547798066594998</c:v>
                </c:pt>
                <c:pt idx="4647">
                  <c:v>0.90718232044198799</c:v>
                </c:pt>
                <c:pt idx="4648">
                  <c:v>0.91140642303432995</c:v>
                </c:pt>
                <c:pt idx="4649">
                  <c:v>0.91576673866090696</c:v>
                </c:pt>
                <c:pt idx="4650">
                  <c:v>0.92199349945828801</c:v>
                </c:pt>
                <c:pt idx="4651">
                  <c:v>0.93035908596300299</c:v>
                </c:pt>
                <c:pt idx="4652">
                  <c:v>0.93246187363834399</c:v>
                </c:pt>
                <c:pt idx="4653">
                  <c:v>0.93668122270742304</c:v>
                </c:pt>
                <c:pt idx="4654">
                  <c:v>0.94541484716157198</c:v>
                </c:pt>
                <c:pt idx="4655">
                  <c:v>0.95805739514348698</c:v>
                </c:pt>
              </c:numCache>
            </c:numRef>
          </c:xVal>
          <c:yVal>
            <c:numRef>
              <c:f>그래프!$C$2:$C$4657</c:f>
              <c:numCache>
                <c:formatCode>0.00%</c:formatCode>
                <c:ptCount val="4656"/>
                <c:pt idx="0">
                  <c:v>0</c:v>
                </c:pt>
                <c:pt idx="1">
                  <c:v>0.10140646636360599</c:v>
                </c:pt>
                <c:pt idx="2">
                  <c:v>0.10119172650731501</c:v>
                </c:pt>
                <c:pt idx="3">
                  <c:v>0.101482753898501</c:v>
                </c:pt>
                <c:pt idx="4">
                  <c:v>0</c:v>
                </c:pt>
                <c:pt idx="5">
                  <c:v>0.103165107171466</c:v>
                </c:pt>
                <c:pt idx="6">
                  <c:v>0</c:v>
                </c:pt>
                <c:pt idx="7">
                  <c:v>0.100610893115626</c:v>
                </c:pt>
                <c:pt idx="8">
                  <c:v>0.10264402981717501</c:v>
                </c:pt>
                <c:pt idx="9">
                  <c:v>0.100223602882321</c:v>
                </c:pt>
                <c:pt idx="10">
                  <c:v>0</c:v>
                </c:pt>
                <c:pt idx="11">
                  <c:v>0.102348946183365</c:v>
                </c:pt>
                <c:pt idx="12">
                  <c:v>0.10041691193162799</c:v>
                </c:pt>
                <c:pt idx="13">
                  <c:v>0.10018587995633201</c:v>
                </c:pt>
                <c:pt idx="14">
                  <c:v>0</c:v>
                </c:pt>
                <c:pt idx="15">
                  <c:v>0</c:v>
                </c:pt>
                <c:pt idx="16">
                  <c:v>0.10172120134104801</c:v>
                </c:pt>
                <c:pt idx="17">
                  <c:v>0</c:v>
                </c:pt>
                <c:pt idx="18">
                  <c:v>0.104503155550528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0.10734313989413</c:v>
                </c:pt>
                <c:pt idx="27">
                  <c:v>0</c:v>
                </c:pt>
                <c:pt idx="28">
                  <c:v>0</c:v>
                </c:pt>
                <c:pt idx="29">
                  <c:v>0.106228886357653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0.103055139840827</c:v>
                </c:pt>
                <c:pt idx="37">
                  <c:v>0</c:v>
                </c:pt>
                <c:pt idx="38">
                  <c:v>0</c:v>
                </c:pt>
                <c:pt idx="39">
                  <c:v>0.10449688682143</c:v>
                </c:pt>
                <c:pt idx="40">
                  <c:v>0.104703136819136</c:v>
                </c:pt>
                <c:pt idx="41">
                  <c:v>0</c:v>
                </c:pt>
                <c:pt idx="42">
                  <c:v>0.10436060060072599</c:v>
                </c:pt>
                <c:pt idx="43">
                  <c:v>0</c:v>
                </c:pt>
                <c:pt idx="44">
                  <c:v>0</c:v>
                </c:pt>
                <c:pt idx="45">
                  <c:v>0.100093904710209</c:v>
                </c:pt>
                <c:pt idx="46">
                  <c:v>0</c:v>
                </c:pt>
                <c:pt idx="47">
                  <c:v>0.10414566236606899</c:v>
                </c:pt>
                <c:pt idx="48">
                  <c:v>0</c:v>
                </c:pt>
                <c:pt idx="49">
                  <c:v>0.111774765374356</c:v>
                </c:pt>
                <c:pt idx="50">
                  <c:v>0.100251473293232</c:v>
                </c:pt>
                <c:pt idx="51">
                  <c:v>0</c:v>
                </c:pt>
                <c:pt idx="52">
                  <c:v>0</c:v>
                </c:pt>
                <c:pt idx="53">
                  <c:v>0.10361711609894</c:v>
                </c:pt>
                <c:pt idx="54">
                  <c:v>0.10047794976940801</c:v>
                </c:pt>
                <c:pt idx="55">
                  <c:v>0.10180444169528401</c:v>
                </c:pt>
                <c:pt idx="56">
                  <c:v>0</c:v>
                </c:pt>
                <c:pt idx="57">
                  <c:v>0</c:v>
                </c:pt>
                <c:pt idx="58">
                  <c:v>0.10852725071544</c:v>
                </c:pt>
                <c:pt idx="59">
                  <c:v>0.10374838872325499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0.105391748180549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0.10234757967557601</c:v>
                </c:pt>
                <c:pt idx="70">
                  <c:v>0.10639079980805</c:v>
                </c:pt>
                <c:pt idx="71">
                  <c:v>0.10406520610454099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0.104506153126864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0.101433242309449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0.11696935992256401</c:v>
                </c:pt>
                <c:pt idx="87">
                  <c:v>0.102326382465252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0.11225590649032501</c:v>
                </c:pt>
                <c:pt idx="92">
                  <c:v>0</c:v>
                </c:pt>
                <c:pt idx="93">
                  <c:v>0.10059451394542999</c:v>
                </c:pt>
                <c:pt idx="94">
                  <c:v>0</c:v>
                </c:pt>
                <c:pt idx="95">
                  <c:v>0</c:v>
                </c:pt>
                <c:pt idx="96">
                  <c:v>0.115072669286181</c:v>
                </c:pt>
                <c:pt idx="97">
                  <c:v>0</c:v>
                </c:pt>
                <c:pt idx="98">
                  <c:v>0.11371506444472</c:v>
                </c:pt>
                <c:pt idx="99">
                  <c:v>0.103497168390597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0.10086863157937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0.10573659483515301</c:v>
                </c:pt>
                <c:pt idx="135">
                  <c:v>0.103115382062543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0.101206413851824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0.10083360375947301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0.10975859886839601</c:v>
                </c:pt>
                <c:pt idx="159">
                  <c:v>0.100439427295166</c:v>
                </c:pt>
                <c:pt idx="160">
                  <c:v>0.105662624701687</c:v>
                </c:pt>
                <c:pt idx="161">
                  <c:v>0.100828235123491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0.100935006720328</c:v>
                </c:pt>
                <c:pt idx="168">
                  <c:v>9.9849780203472793E-2</c:v>
                </c:pt>
                <c:pt idx="169">
                  <c:v>0</c:v>
                </c:pt>
                <c:pt idx="170">
                  <c:v>0</c:v>
                </c:pt>
                <c:pt idx="171">
                  <c:v>0.10148092752263101</c:v>
                </c:pt>
                <c:pt idx="172">
                  <c:v>0.1005758439951</c:v>
                </c:pt>
                <c:pt idx="173">
                  <c:v>0</c:v>
                </c:pt>
                <c:pt idx="174">
                  <c:v>0</c:v>
                </c:pt>
                <c:pt idx="175">
                  <c:v>0.103277635985926</c:v>
                </c:pt>
                <c:pt idx="176">
                  <c:v>0</c:v>
                </c:pt>
                <c:pt idx="177">
                  <c:v>0.102424523036915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0.113075530827668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0.100177018236653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0.107719682825201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0.10026227885825301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0.100398396448192</c:v>
                </c:pt>
                <c:pt idx="228">
                  <c:v>0</c:v>
                </c:pt>
                <c:pt idx="229">
                  <c:v>0</c:v>
                </c:pt>
                <c:pt idx="230">
                  <c:v>0.106959465702892</c:v>
                </c:pt>
                <c:pt idx="231">
                  <c:v>0.102226140631364</c:v>
                </c:pt>
                <c:pt idx="232">
                  <c:v>0</c:v>
                </c:pt>
                <c:pt idx="233">
                  <c:v>0</c:v>
                </c:pt>
                <c:pt idx="234">
                  <c:v>0.10198499158619501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0.10066637149539499</c:v>
                </c:pt>
                <c:pt idx="239">
                  <c:v>0</c:v>
                </c:pt>
                <c:pt idx="240">
                  <c:v>0.101860875302454</c:v>
                </c:pt>
                <c:pt idx="241">
                  <c:v>0</c:v>
                </c:pt>
                <c:pt idx="242">
                  <c:v>0.10313754860084801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0.109047128271622</c:v>
                </c:pt>
                <c:pt idx="252">
                  <c:v>0.10127119959403</c:v>
                </c:pt>
                <c:pt idx="253">
                  <c:v>0</c:v>
                </c:pt>
                <c:pt idx="254">
                  <c:v>0.10298583452233601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0.10173784118882701</c:v>
                </c:pt>
                <c:pt idx="263">
                  <c:v>0</c:v>
                </c:pt>
                <c:pt idx="264">
                  <c:v>0.101453561272128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0.10046422456431101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0.10247865978706901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0.100106698482735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0.102636521170137</c:v>
                </c:pt>
                <c:pt idx="325">
                  <c:v>0.105884611100956</c:v>
                </c:pt>
                <c:pt idx="326">
                  <c:v>0.102736680269593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0.109123999913734</c:v>
                </c:pt>
                <c:pt idx="368">
                  <c:v>0</c:v>
                </c:pt>
                <c:pt idx="369">
                  <c:v>0.11298810022679801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0.118312129926491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0.10102487372560701</c:v>
                </c:pt>
                <c:pt idx="440">
                  <c:v>0.107360176527195</c:v>
                </c:pt>
                <c:pt idx="441">
                  <c:v>0</c:v>
                </c:pt>
                <c:pt idx="442">
                  <c:v>0.102751362293333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0.10145554166095901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0.10184782153624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0.109644911648628</c:v>
                </c:pt>
                <c:pt idx="472">
                  <c:v>0.114769915509742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0.106895739193415</c:v>
                </c:pt>
                <c:pt idx="478">
                  <c:v>0.11013487163485999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0.1002738793094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0.105796748211748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0.10031361372572099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0.101905128448319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0.10955260535773299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0.100521680673575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0.11125549227232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0.10251816586595899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0.104661621563955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0.10113066448732599</c:v>
                </c:pt>
                <c:pt idx="567">
                  <c:v>0.10441441627836399</c:v>
                </c:pt>
                <c:pt idx="568">
                  <c:v>0.104561167216755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0.101167063762698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0.10040233812886699</c:v>
                </c:pt>
                <c:pt idx="594">
                  <c:v>0.102029408243415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0.105507184085103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0.10081816224974401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0.107594382290826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0.10606808662353499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9.9996455285188093E-2</c:v>
                </c:pt>
                <c:pt idx="657">
                  <c:v>0.10635843996072999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0.11064286593200801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0.10067315351133201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0.10061276412629599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0.100034019667968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0.100498659261495</c:v>
                </c:pt>
                <c:pt idx="701">
                  <c:v>0.100978591416526</c:v>
                </c:pt>
                <c:pt idx="702">
                  <c:v>0</c:v>
                </c:pt>
                <c:pt idx="703">
                  <c:v>0</c:v>
                </c:pt>
                <c:pt idx="704">
                  <c:v>0.100804863531755</c:v>
                </c:pt>
                <c:pt idx="705">
                  <c:v>0.100013158901815</c:v>
                </c:pt>
                <c:pt idx="706">
                  <c:v>0.101970251370611</c:v>
                </c:pt>
                <c:pt idx="707">
                  <c:v>0</c:v>
                </c:pt>
                <c:pt idx="708">
                  <c:v>0</c:v>
                </c:pt>
                <c:pt idx="709">
                  <c:v>0.10262366449478599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0.10729424222958001</c:v>
                </c:pt>
                <c:pt idx="714">
                  <c:v>0</c:v>
                </c:pt>
                <c:pt idx="715">
                  <c:v>0</c:v>
                </c:pt>
                <c:pt idx="716">
                  <c:v>0.101267126893645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0.101468440318165</c:v>
                </c:pt>
                <c:pt idx="722">
                  <c:v>0.100522300556193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0.122472744370948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0.10922678130072</c:v>
                </c:pt>
                <c:pt idx="746">
                  <c:v>0.10771521686002999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0.110375452512165</c:v>
                </c:pt>
                <c:pt idx="780">
                  <c:v>0.101220025389612</c:v>
                </c:pt>
                <c:pt idx="781">
                  <c:v>0.10194202320868199</c:v>
                </c:pt>
                <c:pt idx="782">
                  <c:v>0.10082708824877699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0.10049239692581199</c:v>
                </c:pt>
                <c:pt idx="805">
                  <c:v>0</c:v>
                </c:pt>
                <c:pt idx="806">
                  <c:v>0.102071764430432</c:v>
                </c:pt>
                <c:pt idx="807">
                  <c:v>0.10027305369863899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0.101094871297546</c:v>
                </c:pt>
                <c:pt idx="817">
                  <c:v>0</c:v>
                </c:pt>
                <c:pt idx="818">
                  <c:v>0.10481595398336099</c:v>
                </c:pt>
                <c:pt idx="819">
                  <c:v>0.105408530541568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0.11281058227398599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0.101756035305844</c:v>
                </c:pt>
                <c:pt idx="838">
                  <c:v>0</c:v>
                </c:pt>
                <c:pt idx="839">
                  <c:v>0.123233243562946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0.10116167382707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0.13353538058124401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0.103419500350748</c:v>
                </c:pt>
                <c:pt idx="865">
                  <c:v>0</c:v>
                </c:pt>
                <c:pt idx="866">
                  <c:v>0</c:v>
                </c:pt>
                <c:pt idx="867">
                  <c:v>0.107351279729794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0.10463929055884</c:v>
                </c:pt>
                <c:pt idx="880">
                  <c:v>0.103494191299995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0.102308378259027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0.105279181061096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0.102121942285212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0.100430555328534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9.9975677000163396E-2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0.10072886313002399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0.108929555495965</c:v>
                </c:pt>
                <c:pt idx="939">
                  <c:v>9.9986325568520898E-2</c:v>
                </c:pt>
                <c:pt idx="940">
                  <c:v>0.10159358644161701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0.100042457606659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0.100949926154311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0.100708935882283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0.105006895498765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0.10108399203900199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9.9874895389096802E-2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0.100178754705187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0.103781986479781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0.110379017795635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0.10293092846916101</c:v>
                </c:pt>
                <c:pt idx="1042">
                  <c:v>0.10219870487872799</c:v>
                </c:pt>
                <c:pt idx="1043">
                  <c:v>0.105334303767172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0.104668870763166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0.100468804634855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0.11072886886241901</c:v>
                </c:pt>
                <c:pt idx="1071">
                  <c:v>0</c:v>
                </c:pt>
                <c:pt idx="1072">
                  <c:v>0.10510135287582099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0.10705532349114499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0.10399513851987199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0.100289557865903</c:v>
                </c:pt>
                <c:pt idx="1107">
                  <c:v>0</c:v>
                </c:pt>
                <c:pt idx="1108">
                  <c:v>0.108408570355758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0.100832146816735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0.100139213483163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0.104937260612462</c:v>
                </c:pt>
                <c:pt idx="1148">
                  <c:v>0.102883110208198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0.10169656925734601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0.10613774073940099</c:v>
                </c:pt>
                <c:pt idx="1179">
                  <c:v>0</c:v>
                </c:pt>
                <c:pt idx="1180">
                  <c:v>0.10163356510617599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9.9990297963142599E-2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0.105427053045848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0.100520648951233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0.107597554769059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0.103966973451721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0.105680539816926</c:v>
                </c:pt>
                <c:pt idx="1232">
                  <c:v>0.10143520816160199</c:v>
                </c:pt>
                <c:pt idx="1233">
                  <c:v>0</c:v>
                </c:pt>
                <c:pt idx="1234">
                  <c:v>0</c:v>
                </c:pt>
                <c:pt idx="1235">
                  <c:v>0.101989990485749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0.100740530890499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0.10024476632401701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0.100537897967631</c:v>
                </c:pt>
                <c:pt idx="1276">
                  <c:v>0</c:v>
                </c:pt>
                <c:pt idx="1277">
                  <c:v>0.100065341659723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0.10035530521930699</c:v>
                </c:pt>
                <c:pt idx="1286">
                  <c:v>0</c:v>
                </c:pt>
                <c:pt idx="1287">
                  <c:v>0.100105213580469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0.113899493056851</c:v>
                </c:pt>
                <c:pt idx="1293">
                  <c:v>0.11052084237240301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0.101050493101469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9.9926381714506601E-2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0.10285086026208499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0.111895075954389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0.108248929723909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0.108655412870602</c:v>
                </c:pt>
                <c:pt idx="1397">
                  <c:v>0.104136489951887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0.103920518954689</c:v>
                </c:pt>
                <c:pt idx="1414">
                  <c:v>0</c:v>
                </c:pt>
                <c:pt idx="1415">
                  <c:v>0.100514263476827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0.100386249384095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0.107668279230982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0.100480700147841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  <c:pt idx="1471">
                  <c:v>0</c:v>
                </c:pt>
                <c:pt idx="1472">
                  <c:v>0</c:v>
                </c:pt>
                <c:pt idx="1473">
                  <c:v>0</c:v>
                </c:pt>
                <c:pt idx="1474">
                  <c:v>0</c:v>
                </c:pt>
                <c:pt idx="1475">
                  <c:v>0</c:v>
                </c:pt>
                <c:pt idx="1476">
                  <c:v>0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0</c:v>
                </c:pt>
                <c:pt idx="1484">
                  <c:v>0</c:v>
                </c:pt>
                <c:pt idx="1485">
                  <c:v>0</c:v>
                </c:pt>
                <c:pt idx="1486">
                  <c:v>0</c:v>
                </c:pt>
                <c:pt idx="1487">
                  <c:v>0</c:v>
                </c:pt>
                <c:pt idx="1488">
                  <c:v>0</c:v>
                </c:pt>
                <c:pt idx="1489">
                  <c:v>0</c:v>
                </c:pt>
                <c:pt idx="1490">
                  <c:v>0.10009109360894999</c:v>
                </c:pt>
                <c:pt idx="1491">
                  <c:v>0</c:v>
                </c:pt>
                <c:pt idx="1492">
                  <c:v>0</c:v>
                </c:pt>
                <c:pt idx="1493">
                  <c:v>0</c:v>
                </c:pt>
                <c:pt idx="1494">
                  <c:v>0</c:v>
                </c:pt>
                <c:pt idx="1495">
                  <c:v>0</c:v>
                </c:pt>
                <c:pt idx="1496">
                  <c:v>0</c:v>
                </c:pt>
                <c:pt idx="1497">
                  <c:v>0</c:v>
                </c:pt>
                <c:pt idx="1498">
                  <c:v>0</c:v>
                </c:pt>
                <c:pt idx="1499">
                  <c:v>0</c:v>
                </c:pt>
                <c:pt idx="1500">
                  <c:v>0</c:v>
                </c:pt>
                <c:pt idx="1501">
                  <c:v>0</c:v>
                </c:pt>
                <c:pt idx="1502">
                  <c:v>0</c:v>
                </c:pt>
                <c:pt idx="1503">
                  <c:v>0</c:v>
                </c:pt>
                <c:pt idx="1504">
                  <c:v>0.101957221783496</c:v>
                </c:pt>
                <c:pt idx="1505">
                  <c:v>0.100023934125591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0</c:v>
                </c:pt>
                <c:pt idx="1512">
                  <c:v>0.106888310539585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0</c:v>
                </c:pt>
                <c:pt idx="1520">
                  <c:v>0.100315186615725</c:v>
                </c:pt>
                <c:pt idx="1521">
                  <c:v>0</c:v>
                </c:pt>
                <c:pt idx="1522">
                  <c:v>0</c:v>
                </c:pt>
                <c:pt idx="1523">
                  <c:v>0</c:v>
                </c:pt>
                <c:pt idx="1524">
                  <c:v>0</c:v>
                </c:pt>
                <c:pt idx="1525">
                  <c:v>0</c:v>
                </c:pt>
                <c:pt idx="1526">
                  <c:v>0</c:v>
                </c:pt>
                <c:pt idx="1527">
                  <c:v>0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0</c:v>
                </c:pt>
                <c:pt idx="1533">
                  <c:v>0</c:v>
                </c:pt>
                <c:pt idx="1534">
                  <c:v>0</c:v>
                </c:pt>
                <c:pt idx="1535">
                  <c:v>0</c:v>
                </c:pt>
                <c:pt idx="1536">
                  <c:v>0</c:v>
                </c:pt>
                <c:pt idx="1537">
                  <c:v>0</c:v>
                </c:pt>
                <c:pt idx="1538">
                  <c:v>0.101191144250036</c:v>
                </c:pt>
                <c:pt idx="1539">
                  <c:v>0.100914448123797</c:v>
                </c:pt>
                <c:pt idx="1540">
                  <c:v>0</c:v>
                </c:pt>
                <c:pt idx="1541">
                  <c:v>0</c:v>
                </c:pt>
                <c:pt idx="1542">
                  <c:v>0</c:v>
                </c:pt>
                <c:pt idx="1543">
                  <c:v>0</c:v>
                </c:pt>
                <c:pt idx="1544">
                  <c:v>0</c:v>
                </c:pt>
                <c:pt idx="1545">
                  <c:v>0</c:v>
                </c:pt>
                <c:pt idx="1546">
                  <c:v>0</c:v>
                </c:pt>
                <c:pt idx="1547">
                  <c:v>0</c:v>
                </c:pt>
                <c:pt idx="1548">
                  <c:v>0</c:v>
                </c:pt>
                <c:pt idx="1549">
                  <c:v>0</c:v>
                </c:pt>
                <c:pt idx="1550">
                  <c:v>0</c:v>
                </c:pt>
                <c:pt idx="1551">
                  <c:v>0</c:v>
                </c:pt>
                <c:pt idx="1552">
                  <c:v>0.10085786604216899</c:v>
                </c:pt>
                <c:pt idx="1553">
                  <c:v>0.10629600796840701</c:v>
                </c:pt>
                <c:pt idx="1554">
                  <c:v>0</c:v>
                </c:pt>
                <c:pt idx="1555">
                  <c:v>0</c:v>
                </c:pt>
                <c:pt idx="1556">
                  <c:v>0</c:v>
                </c:pt>
                <c:pt idx="1557">
                  <c:v>0.10590283039159901</c:v>
                </c:pt>
                <c:pt idx="1558">
                  <c:v>0</c:v>
                </c:pt>
                <c:pt idx="1559">
                  <c:v>0</c:v>
                </c:pt>
                <c:pt idx="1560">
                  <c:v>0</c:v>
                </c:pt>
                <c:pt idx="1561">
                  <c:v>0</c:v>
                </c:pt>
                <c:pt idx="1562">
                  <c:v>0</c:v>
                </c:pt>
                <c:pt idx="1563">
                  <c:v>0</c:v>
                </c:pt>
                <c:pt idx="1564">
                  <c:v>0</c:v>
                </c:pt>
                <c:pt idx="1565">
                  <c:v>0</c:v>
                </c:pt>
                <c:pt idx="1566">
                  <c:v>0</c:v>
                </c:pt>
                <c:pt idx="1567">
                  <c:v>0</c:v>
                </c:pt>
                <c:pt idx="1568">
                  <c:v>0</c:v>
                </c:pt>
                <c:pt idx="1569">
                  <c:v>0</c:v>
                </c:pt>
                <c:pt idx="1570">
                  <c:v>0</c:v>
                </c:pt>
                <c:pt idx="1571">
                  <c:v>0</c:v>
                </c:pt>
                <c:pt idx="1572">
                  <c:v>0</c:v>
                </c:pt>
                <c:pt idx="1573">
                  <c:v>0</c:v>
                </c:pt>
                <c:pt idx="1574">
                  <c:v>0</c:v>
                </c:pt>
                <c:pt idx="1575">
                  <c:v>0.107616776477497</c:v>
                </c:pt>
                <c:pt idx="1576">
                  <c:v>0</c:v>
                </c:pt>
                <c:pt idx="1577">
                  <c:v>0</c:v>
                </c:pt>
                <c:pt idx="1578">
                  <c:v>0</c:v>
                </c:pt>
                <c:pt idx="1579">
                  <c:v>0</c:v>
                </c:pt>
                <c:pt idx="1580">
                  <c:v>0</c:v>
                </c:pt>
                <c:pt idx="1581">
                  <c:v>0</c:v>
                </c:pt>
                <c:pt idx="1582">
                  <c:v>0.107245008353221</c:v>
                </c:pt>
                <c:pt idx="1583">
                  <c:v>0</c:v>
                </c:pt>
                <c:pt idx="1584">
                  <c:v>0</c:v>
                </c:pt>
                <c:pt idx="1585">
                  <c:v>0</c:v>
                </c:pt>
                <c:pt idx="1586">
                  <c:v>0</c:v>
                </c:pt>
                <c:pt idx="1587">
                  <c:v>0</c:v>
                </c:pt>
                <c:pt idx="1588">
                  <c:v>0</c:v>
                </c:pt>
                <c:pt idx="1589">
                  <c:v>0</c:v>
                </c:pt>
                <c:pt idx="1590">
                  <c:v>0</c:v>
                </c:pt>
                <c:pt idx="1591">
                  <c:v>0</c:v>
                </c:pt>
                <c:pt idx="1592">
                  <c:v>0</c:v>
                </c:pt>
                <c:pt idx="1593">
                  <c:v>0</c:v>
                </c:pt>
                <c:pt idx="1594">
                  <c:v>0</c:v>
                </c:pt>
                <c:pt idx="1595">
                  <c:v>0</c:v>
                </c:pt>
                <c:pt idx="1596">
                  <c:v>0</c:v>
                </c:pt>
                <c:pt idx="1597">
                  <c:v>0</c:v>
                </c:pt>
                <c:pt idx="1598">
                  <c:v>0</c:v>
                </c:pt>
                <c:pt idx="1599">
                  <c:v>0</c:v>
                </c:pt>
                <c:pt idx="1600">
                  <c:v>0</c:v>
                </c:pt>
                <c:pt idx="1601">
                  <c:v>0</c:v>
                </c:pt>
                <c:pt idx="1602">
                  <c:v>0</c:v>
                </c:pt>
                <c:pt idx="1603">
                  <c:v>0</c:v>
                </c:pt>
                <c:pt idx="1604">
                  <c:v>0</c:v>
                </c:pt>
                <c:pt idx="1605">
                  <c:v>0</c:v>
                </c:pt>
                <c:pt idx="1606">
                  <c:v>0</c:v>
                </c:pt>
                <c:pt idx="1607">
                  <c:v>0</c:v>
                </c:pt>
                <c:pt idx="1608">
                  <c:v>0</c:v>
                </c:pt>
                <c:pt idx="1609">
                  <c:v>0</c:v>
                </c:pt>
                <c:pt idx="1610">
                  <c:v>0</c:v>
                </c:pt>
                <c:pt idx="1611">
                  <c:v>0</c:v>
                </c:pt>
                <c:pt idx="1612">
                  <c:v>0</c:v>
                </c:pt>
                <c:pt idx="1613">
                  <c:v>0</c:v>
                </c:pt>
                <c:pt idx="1614">
                  <c:v>0</c:v>
                </c:pt>
                <c:pt idx="1615">
                  <c:v>0</c:v>
                </c:pt>
                <c:pt idx="1616">
                  <c:v>0</c:v>
                </c:pt>
                <c:pt idx="1617">
                  <c:v>0</c:v>
                </c:pt>
                <c:pt idx="1618">
                  <c:v>0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0</c:v>
                </c:pt>
                <c:pt idx="1623">
                  <c:v>0</c:v>
                </c:pt>
                <c:pt idx="1624">
                  <c:v>0</c:v>
                </c:pt>
                <c:pt idx="1625">
                  <c:v>0</c:v>
                </c:pt>
                <c:pt idx="1626">
                  <c:v>0</c:v>
                </c:pt>
                <c:pt idx="1627">
                  <c:v>0</c:v>
                </c:pt>
                <c:pt idx="1628">
                  <c:v>0</c:v>
                </c:pt>
                <c:pt idx="1629">
                  <c:v>0</c:v>
                </c:pt>
                <c:pt idx="1630">
                  <c:v>0</c:v>
                </c:pt>
                <c:pt idx="1631">
                  <c:v>0</c:v>
                </c:pt>
                <c:pt idx="1632">
                  <c:v>0</c:v>
                </c:pt>
                <c:pt idx="1633">
                  <c:v>0</c:v>
                </c:pt>
                <c:pt idx="1634">
                  <c:v>0</c:v>
                </c:pt>
                <c:pt idx="1635">
                  <c:v>0.10016398692488</c:v>
                </c:pt>
                <c:pt idx="1636">
                  <c:v>0</c:v>
                </c:pt>
                <c:pt idx="1637">
                  <c:v>0</c:v>
                </c:pt>
                <c:pt idx="1638">
                  <c:v>0</c:v>
                </c:pt>
                <c:pt idx="1639">
                  <c:v>0.10009665626634399</c:v>
                </c:pt>
                <c:pt idx="1640">
                  <c:v>0.101939640614664</c:v>
                </c:pt>
                <c:pt idx="1641">
                  <c:v>0</c:v>
                </c:pt>
                <c:pt idx="1642">
                  <c:v>0</c:v>
                </c:pt>
                <c:pt idx="1643">
                  <c:v>0</c:v>
                </c:pt>
                <c:pt idx="1644">
                  <c:v>0.106864218609881</c:v>
                </c:pt>
                <c:pt idx="1645">
                  <c:v>0.115497652849851</c:v>
                </c:pt>
                <c:pt idx="1646">
                  <c:v>0</c:v>
                </c:pt>
                <c:pt idx="1647">
                  <c:v>0</c:v>
                </c:pt>
                <c:pt idx="1648">
                  <c:v>0.102349543527533</c:v>
                </c:pt>
                <c:pt idx="1649">
                  <c:v>0</c:v>
                </c:pt>
                <c:pt idx="1650">
                  <c:v>0</c:v>
                </c:pt>
                <c:pt idx="1651">
                  <c:v>0</c:v>
                </c:pt>
                <c:pt idx="1652">
                  <c:v>0</c:v>
                </c:pt>
                <c:pt idx="1653">
                  <c:v>0</c:v>
                </c:pt>
                <c:pt idx="1654">
                  <c:v>0</c:v>
                </c:pt>
                <c:pt idx="1655">
                  <c:v>0</c:v>
                </c:pt>
                <c:pt idx="1656">
                  <c:v>0</c:v>
                </c:pt>
                <c:pt idx="1657">
                  <c:v>0</c:v>
                </c:pt>
                <c:pt idx="1658">
                  <c:v>0</c:v>
                </c:pt>
                <c:pt idx="1659">
                  <c:v>0</c:v>
                </c:pt>
                <c:pt idx="1660">
                  <c:v>0</c:v>
                </c:pt>
                <c:pt idx="1661">
                  <c:v>0</c:v>
                </c:pt>
                <c:pt idx="1662">
                  <c:v>0</c:v>
                </c:pt>
                <c:pt idx="1663">
                  <c:v>0</c:v>
                </c:pt>
                <c:pt idx="1664">
                  <c:v>0</c:v>
                </c:pt>
                <c:pt idx="1665">
                  <c:v>0</c:v>
                </c:pt>
                <c:pt idx="1666">
                  <c:v>0</c:v>
                </c:pt>
                <c:pt idx="1667">
                  <c:v>0</c:v>
                </c:pt>
                <c:pt idx="1668">
                  <c:v>0</c:v>
                </c:pt>
                <c:pt idx="1669">
                  <c:v>0</c:v>
                </c:pt>
                <c:pt idx="1670">
                  <c:v>0</c:v>
                </c:pt>
                <c:pt idx="1671">
                  <c:v>0</c:v>
                </c:pt>
                <c:pt idx="1672">
                  <c:v>0</c:v>
                </c:pt>
                <c:pt idx="1673">
                  <c:v>0</c:v>
                </c:pt>
                <c:pt idx="1674">
                  <c:v>0</c:v>
                </c:pt>
                <c:pt idx="1675">
                  <c:v>0</c:v>
                </c:pt>
                <c:pt idx="1676">
                  <c:v>0</c:v>
                </c:pt>
                <c:pt idx="1677">
                  <c:v>0</c:v>
                </c:pt>
                <c:pt idx="1678">
                  <c:v>0</c:v>
                </c:pt>
                <c:pt idx="1679">
                  <c:v>0</c:v>
                </c:pt>
                <c:pt idx="1680">
                  <c:v>0</c:v>
                </c:pt>
                <c:pt idx="1681">
                  <c:v>0</c:v>
                </c:pt>
                <c:pt idx="1682">
                  <c:v>0</c:v>
                </c:pt>
                <c:pt idx="1683">
                  <c:v>0</c:v>
                </c:pt>
                <c:pt idx="1684">
                  <c:v>0</c:v>
                </c:pt>
                <c:pt idx="1685">
                  <c:v>0</c:v>
                </c:pt>
                <c:pt idx="1686">
                  <c:v>0</c:v>
                </c:pt>
                <c:pt idx="1687">
                  <c:v>0</c:v>
                </c:pt>
                <c:pt idx="1688">
                  <c:v>0</c:v>
                </c:pt>
                <c:pt idx="1689">
                  <c:v>0</c:v>
                </c:pt>
                <c:pt idx="1690">
                  <c:v>0</c:v>
                </c:pt>
                <c:pt idx="1691">
                  <c:v>0.10797914515713999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0</c:v>
                </c:pt>
                <c:pt idx="1696">
                  <c:v>0</c:v>
                </c:pt>
                <c:pt idx="1697">
                  <c:v>0</c:v>
                </c:pt>
                <c:pt idx="1698">
                  <c:v>0</c:v>
                </c:pt>
                <c:pt idx="1699">
                  <c:v>0</c:v>
                </c:pt>
                <c:pt idx="1700">
                  <c:v>9.9968731809528102E-2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0</c:v>
                </c:pt>
                <c:pt idx="1705">
                  <c:v>0</c:v>
                </c:pt>
                <c:pt idx="1706">
                  <c:v>0</c:v>
                </c:pt>
                <c:pt idx="1707">
                  <c:v>0</c:v>
                </c:pt>
                <c:pt idx="1708">
                  <c:v>0.100605425478195</c:v>
                </c:pt>
                <c:pt idx="1709">
                  <c:v>0</c:v>
                </c:pt>
                <c:pt idx="1710">
                  <c:v>0</c:v>
                </c:pt>
                <c:pt idx="1711">
                  <c:v>0</c:v>
                </c:pt>
                <c:pt idx="1712">
                  <c:v>0</c:v>
                </c:pt>
                <c:pt idx="1713">
                  <c:v>0</c:v>
                </c:pt>
                <c:pt idx="1714">
                  <c:v>0.106478801785083</c:v>
                </c:pt>
                <c:pt idx="1715">
                  <c:v>0</c:v>
                </c:pt>
                <c:pt idx="1716">
                  <c:v>0</c:v>
                </c:pt>
                <c:pt idx="1717">
                  <c:v>0</c:v>
                </c:pt>
                <c:pt idx="1718">
                  <c:v>0</c:v>
                </c:pt>
                <c:pt idx="1719">
                  <c:v>0</c:v>
                </c:pt>
                <c:pt idx="1720">
                  <c:v>0</c:v>
                </c:pt>
                <c:pt idx="1721">
                  <c:v>0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0</c:v>
                </c:pt>
                <c:pt idx="1727">
                  <c:v>0</c:v>
                </c:pt>
                <c:pt idx="1728">
                  <c:v>0</c:v>
                </c:pt>
                <c:pt idx="1729">
                  <c:v>0</c:v>
                </c:pt>
                <c:pt idx="1730">
                  <c:v>0</c:v>
                </c:pt>
                <c:pt idx="1731">
                  <c:v>0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0</c:v>
                </c:pt>
                <c:pt idx="1736">
                  <c:v>0</c:v>
                </c:pt>
                <c:pt idx="1737">
                  <c:v>0</c:v>
                </c:pt>
                <c:pt idx="1738">
                  <c:v>0</c:v>
                </c:pt>
                <c:pt idx="1739">
                  <c:v>0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0</c:v>
                </c:pt>
                <c:pt idx="1746">
                  <c:v>0</c:v>
                </c:pt>
                <c:pt idx="1747">
                  <c:v>0</c:v>
                </c:pt>
                <c:pt idx="1748">
                  <c:v>0</c:v>
                </c:pt>
                <c:pt idx="1749">
                  <c:v>0</c:v>
                </c:pt>
                <c:pt idx="1750">
                  <c:v>0</c:v>
                </c:pt>
                <c:pt idx="1751">
                  <c:v>0</c:v>
                </c:pt>
                <c:pt idx="1752">
                  <c:v>0.100543231188161</c:v>
                </c:pt>
                <c:pt idx="1753">
                  <c:v>0</c:v>
                </c:pt>
                <c:pt idx="1754">
                  <c:v>0</c:v>
                </c:pt>
                <c:pt idx="1755">
                  <c:v>0</c:v>
                </c:pt>
                <c:pt idx="1756">
                  <c:v>0</c:v>
                </c:pt>
                <c:pt idx="1757">
                  <c:v>0</c:v>
                </c:pt>
                <c:pt idx="1758">
                  <c:v>0</c:v>
                </c:pt>
                <c:pt idx="1759">
                  <c:v>0</c:v>
                </c:pt>
                <c:pt idx="1760">
                  <c:v>0</c:v>
                </c:pt>
                <c:pt idx="1761">
                  <c:v>0</c:v>
                </c:pt>
                <c:pt idx="1762">
                  <c:v>0</c:v>
                </c:pt>
                <c:pt idx="1763">
                  <c:v>0</c:v>
                </c:pt>
                <c:pt idx="1764">
                  <c:v>0</c:v>
                </c:pt>
                <c:pt idx="1765">
                  <c:v>0</c:v>
                </c:pt>
                <c:pt idx="1766">
                  <c:v>0.101145571979899</c:v>
                </c:pt>
                <c:pt idx="1767">
                  <c:v>0</c:v>
                </c:pt>
                <c:pt idx="1768">
                  <c:v>0.107105664137559</c:v>
                </c:pt>
                <c:pt idx="1769">
                  <c:v>0</c:v>
                </c:pt>
                <c:pt idx="1770">
                  <c:v>0</c:v>
                </c:pt>
                <c:pt idx="1771">
                  <c:v>0</c:v>
                </c:pt>
                <c:pt idx="1772">
                  <c:v>0</c:v>
                </c:pt>
                <c:pt idx="1773">
                  <c:v>0</c:v>
                </c:pt>
                <c:pt idx="1774">
                  <c:v>0</c:v>
                </c:pt>
                <c:pt idx="1775">
                  <c:v>0</c:v>
                </c:pt>
                <c:pt idx="1776">
                  <c:v>0</c:v>
                </c:pt>
                <c:pt idx="1777">
                  <c:v>0</c:v>
                </c:pt>
                <c:pt idx="1778">
                  <c:v>0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0</c:v>
                </c:pt>
                <c:pt idx="1784">
                  <c:v>0</c:v>
                </c:pt>
                <c:pt idx="1785">
                  <c:v>0</c:v>
                </c:pt>
                <c:pt idx="1786">
                  <c:v>0</c:v>
                </c:pt>
                <c:pt idx="1787">
                  <c:v>0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0</c:v>
                </c:pt>
                <c:pt idx="1792">
                  <c:v>0</c:v>
                </c:pt>
                <c:pt idx="1793">
                  <c:v>0</c:v>
                </c:pt>
                <c:pt idx="1794">
                  <c:v>0.104918153264565</c:v>
                </c:pt>
                <c:pt idx="1795">
                  <c:v>0</c:v>
                </c:pt>
                <c:pt idx="1796">
                  <c:v>9.9747893276863606E-2</c:v>
                </c:pt>
                <c:pt idx="1797">
                  <c:v>0</c:v>
                </c:pt>
                <c:pt idx="1798">
                  <c:v>0</c:v>
                </c:pt>
                <c:pt idx="1799">
                  <c:v>0</c:v>
                </c:pt>
                <c:pt idx="1800">
                  <c:v>0</c:v>
                </c:pt>
                <c:pt idx="1801">
                  <c:v>0</c:v>
                </c:pt>
                <c:pt idx="1802">
                  <c:v>0</c:v>
                </c:pt>
                <c:pt idx="1803">
                  <c:v>0</c:v>
                </c:pt>
                <c:pt idx="1804">
                  <c:v>0</c:v>
                </c:pt>
                <c:pt idx="1805">
                  <c:v>0</c:v>
                </c:pt>
                <c:pt idx="1806">
                  <c:v>0</c:v>
                </c:pt>
                <c:pt idx="1807">
                  <c:v>0</c:v>
                </c:pt>
                <c:pt idx="1808">
                  <c:v>0</c:v>
                </c:pt>
                <c:pt idx="1809">
                  <c:v>0</c:v>
                </c:pt>
                <c:pt idx="1810">
                  <c:v>0</c:v>
                </c:pt>
                <c:pt idx="1811">
                  <c:v>0</c:v>
                </c:pt>
                <c:pt idx="1812">
                  <c:v>0</c:v>
                </c:pt>
                <c:pt idx="1813">
                  <c:v>0</c:v>
                </c:pt>
                <c:pt idx="1814">
                  <c:v>0</c:v>
                </c:pt>
                <c:pt idx="1815">
                  <c:v>0</c:v>
                </c:pt>
                <c:pt idx="1816">
                  <c:v>0.10084809596547301</c:v>
                </c:pt>
                <c:pt idx="1817">
                  <c:v>0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0.10311777100608201</c:v>
                </c:pt>
                <c:pt idx="1822">
                  <c:v>0</c:v>
                </c:pt>
                <c:pt idx="1823">
                  <c:v>0.100223991507754</c:v>
                </c:pt>
                <c:pt idx="1824">
                  <c:v>0</c:v>
                </c:pt>
                <c:pt idx="1825">
                  <c:v>0</c:v>
                </c:pt>
                <c:pt idx="1826">
                  <c:v>0.100936493208702</c:v>
                </c:pt>
                <c:pt idx="1827">
                  <c:v>0</c:v>
                </c:pt>
                <c:pt idx="1828">
                  <c:v>0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0</c:v>
                </c:pt>
                <c:pt idx="1833">
                  <c:v>0</c:v>
                </c:pt>
                <c:pt idx="1834">
                  <c:v>0</c:v>
                </c:pt>
                <c:pt idx="1835">
                  <c:v>0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0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0</c:v>
                </c:pt>
                <c:pt idx="1846">
                  <c:v>0</c:v>
                </c:pt>
                <c:pt idx="1847">
                  <c:v>0.10134155306544999</c:v>
                </c:pt>
                <c:pt idx="1848">
                  <c:v>0</c:v>
                </c:pt>
                <c:pt idx="1849">
                  <c:v>0</c:v>
                </c:pt>
                <c:pt idx="1850">
                  <c:v>0</c:v>
                </c:pt>
                <c:pt idx="1851">
                  <c:v>0</c:v>
                </c:pt>
                <c:pt idx="1852">
                  <c:v>0</c:v>
                </c:pt>
                <c:pt idx="1853">
                  <c:v>0</c:v>
                </c:pt>
                <c:pt idx="1854">
                  <c:v>0</c:v>
                </c:pt>
                <c:pt idx="1855">
                  <c:v>0</c:v>
                </c:pt>
                <c:pt idx="1856">
                  <c:v>0</c:v>
                </c:pt>
                <c:pt idx="1857">
                  <c:v>0</c:v>
                </c:pt>
                <c:pt idx="1858">
                  <c:v>0</c:v>
                </c:pt>
                <c:pt idx="1859">
                  <c:v>0</c:v>
                </c:pt>
                <c:pt idx="1860">
                  <c:v>0</c:v>
                </c:pt>
                <c:pt idx="1861">
                  <c:v>0</c:v>
                </c:pt>
                <c:pt idx="1862">
                  <c:v>0</c:v>
                </c:pt>
                <c:pt idx="1863">
                  <c:v>0</c:v>
                </c:pt>
                <c:pt idx="1864">
                  <c:v>0</c:v>
                </c:pt>
                <c:pt idx="1865">
                  <c:v>0</c:v>
                </c:pt>
                <c:pt idx="1866">
                  <c:v>0</c:v>
                </c:pt>
                <c:pt idx="1867">
                  <c:v>0</c:v>
                </c:pt>
                <c:pt idx="1868">
                  <c:v>0</c:v>
                </c:pt>
                <c:pt idx="1869">
                  <c:v>0</c:v>
                </c:pt>
                <c:pt idx="1870">
                  <c:v>0.10293986902617</c:v>
                </c:pt>
                <c:pt idx="1871">
                  <c:v>0</c:v>
                </c:pt>
                <c:pt idx="1872">
                  <c:v>0</c:v>
                </c:pt>
                <c:pt idx="1873">
                  <c:v>0.10236190365527501</c:v>
                </c:pt>
                <c:pt idx="1874">
                  <c:v>0.10137311492211901</c:v>
                </c:pt>
                <c:pt idx="1875">
                  <c:v>0.100672575118993</c:v>
                </c:pt>
                <c:pt idx="1876">
                  <c:v>0</c:v>
                </c:pt>
                <c:pt idx="1877">
                  <c:v>0</c:v>
                </c:pt>
                <c:pt idx="1878">
                  <c:v>0</c:v>
                </c:pt>
                <c:pt idx="1879">
                  <c:v>0</c:v>
                </c:pt>
                <c:pt idx="1880">
                  <c:v>0</c:v>
                </c:pt>
                <c:pt idx="1881">
                  <c:v>0</c:v>
                </c:pt>
                <c:pt idx="1882">
                  <c:v>0</c:v>
                </c:pt>
                <c:pt idx="1883">
                  <c:v>0</c:v>
                </c:pt>
                <c:pt idx="1884">
                  <c:v>0</c:v>
                </c:pt>
                <c:pt idx="1885">
                  <c:v>0</c:v>
                </c:pt>
                <c:pt idx="1886">
                  <c:v>0</c:v>
                </c:pt>
                <c:pt idx="1887">
                  <c:v>0</c:v>
                </c:pt>
                <c:pt idx="1888">
                  <c:v>0</c:v>
                </c:pt>
                <c:pt idx="1889">
                  <c:v>0</c:v>
                </c:pt>
                <c:pt idx="1890">
                  <c:v>0</c:v>
                </c:pt>
                <c:pt idx="1891">
                  <c:v>0</c:v>
                </c:pt>
                <c:pt idx="1892">
                  <c:v>0</c:v>
                </c:pt>
                <c:pt idx="1893">
                  <c:v>0</c:v>
                </c:pt>
                <c:pt idx="1894">
                  <c:v>0</c:v>
                </c:pt>
                <c:pt idx="1895">
                  <c:v>0.10553027399651101</c:v>
                </c:pt>
                <c:pt idx="1896">
                  <c:v>0.10403087477532801</c:v>
                </c:pt>
                <c:pt idx="1897">
                  <c:v>0</c:v>
                </c:pt>
                <c:pt idx="1898">
                  <c:v>0</c:v>
                </c:pt>
                <c:pt idx="1899">
                  <c:v>0</c:v>
                </c:pt>
                <c:pt idx="1900">
                  <c:v>0</c:v>
                </c:pt>
                <c:pt idx="1901">
                  <c:v>0</c:v>
                </c:pt>
                <c:pt idx="1902">
                  <c:v>0</c:v>
                </c:pt>
                <c:pt idx="1903">
                  <c:v>0</c:v>
                </c:pt>
                <c:pt idx="1904">
                  <c:v>0</c:v>
                </c:pt>
                <c:pt idx="1905">
                  <c:v>0</c:v>
                </c:pt>
                <c:pt idx="1906">
                  <c:v>0</c:v>
                </c:pt>
                <c:pt idx="1907">
                  <c:v>0</c:v>
                </c:pt>
                <c:pt idx="1908">
                  <c:v>0</c:v>
                </c:pt>
                <c:pt idx="1909">
                  <c:v>0</c:v>
                </c:pt>
                <c:pt idx="1910">
                  <c:v>0</c:v>
                </c:pt>
                <c:pt idx="1911">
                  <c:v>0</c:v>
                </c:pt>
                <c:pt idx="1912">
                  <c:v>0</c:v>
                </c:pt>
                <c:pt idx="1913">
                  <c:v>0</c:v>
                </c:pt>
                <c:pt idx="1914">
                  <c:v>0</c:v>
                </c:pt>
                <c:pt idx="1915">
                  <c:v>0</c:v>
                </c:pt>
                <c:pt idx="1916">
                  <c:v>0</c:v>
                </c:pt>
                <c:pt idx="1917">
                  <c:v>0</c:v>
                </c:pt>
                <c:pt idx="1918">
                  <c:v>0</c:v>
                </c:pt>
                <c:pt idx="1919">
                  <c:v>0</c:v>
                </c:pt>
                <c:pt idx="1920">
                  <c:v>0</c:v>
                </c:pt>
                <c:pt idx="1921">
                  <c:v>0</c:v>
                </c:pt>
                <c:pt idx="1922">
                  <c:v>0</c:v>
                </c:pt>
                <c:pt idx="1923">
                  <c:v>0</c:v>
                </c:pt>
                <c:pt idx="1924">
                  <c:v>0</c:v>
                </c:pt>
                <c:pt idx="1925">
                  <c:v>0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0</c:v>
                </c:pt>
                <c:pt idx="1930">
                  <c:v>0</c:v>
                </c:pt>
                <c:pt idx="1931">
                  <c:v>0</c:v>
                </c:pt>
                <c:pt idx="1932">
                  <c:v>0</c:v>
                </c:pt>
                <c:pt idx="1933">
                  <c:v>0</c:v>
                </c:pt>
                <c:pt idx="1934">
                  <c:v>0</c:v>
                </c:pt>
                <c:pt idx="1935">
                  <c:v>0</c:v>
                </c:pt>
                <c:pt idx="1936">
                  <c:v>0</c:v>
                </c:pt>
                <c:pt idx="1937">
                  <c:v>0</c:v>
                </c:pt>
                <c:pt idx="1938">
                  <c:v>0</c:v>
                </c:pt>
                <c:pt idx="1939">
                  <c:v>0</c:v>
                </c:pt>
                <c:pt idx="1940">
                  <c:v>0</c:v>
                </c:pt>
                <c:pt idx="1941">
                  <c:v>0</c:v>
                </c:pt>
                <c:pt idx="1942">
                  <c:v>0</c:v>
                </c:pt>
                <c:pt idx="1943">
                  <c:v>0</c:v>
                </c:pt>
                <c:pt idx="1944">
                  <c:v>0</c:v>
                </c:pt>
                <c:pt idx="1945">
                  <c:v>0</c:v>
                </c:pt>
                <c:pt idx="1946">
                  <c:v>0</c:v>
                </c:pt>
                <c:pt idx="1947">
                  <c:v>0</c:v>
                </c:pt>
                <c:pt idx="1948">
                  <c:v>0</c:v>
                </c:pt>
                <c:pt idx="1949">
                  <c:v>0</c:v>
                </c:pt>
                <c:pt idx="1950">
                  <c:v>0</c:v>
                </c:pt>
                <c:pt idx="1951">
                  <c:v>0</c:v>
                </c:pt>
                <c:pt idx="1952">
                  <c:v>0</c:v>
                </c:pt>
                <c:pt idx="1953">
                  <c:v>0.106769745046161</c:v>
                </c:pt>
                <c:pt idx="1954">
                  <c:v>0</c:v>
                </c:pt>
                <c:pt idx="1955">
                  <c:v>0.10282123987163699</c:v>
                </c:pt>
                <c:pt idx="1956">
                  <c:v>0</c:v>
                </c:pt>
                <c:pt idx="1957">
                  <c:v>0.100092452533576</c:v>
                </c:pt>
                <c:pt idx="1958">
                  <c:v>0.101987283805043</c:v>
                </c:pt>
                <c:pt idx="1959">
                  <c:v>0</c:v>
                </c:pt>
                <c:pt idx="1960">
                  <c:v>0</c:v>
                </c:pt>
                <c:pt idx="1961">
                  <c:v>0</c:v>
                </c:pt>
                <c:pt idx="1962">
                  <c:v>0.100593122037073</c:v>
                </c:pt>
                <c:pt idx="1963">
                  <c:v>0.111158873703156</c:v>
                </c:pt>
                <c:pt idx="1964">
                  <c:v>0</c:v>
                </c:pt>
                <c:pt idx="1965">
                  <c:v>0</c:v>
                </c:pt>
                <c:pt idx="1966">
                  <c:v>0</c:v>
                </c:pt>
                <c:pt idx="1967">
                  <c:v>0.100494151833767</c:v>
                </c:pt>
                <c:pt idx="1968">
                  <c:v>0</c:v>
                </c:pt>
                <c:pt idx="1969">
                  <c:v>0</c:v>
                </c:pt>
                <c:pt idx="1970">
                  <c:v>0</c:v>
                </c:pt>
                <c:pt idx="1971">
                  <c:v>0</c:v>
                </c:pt>
                <c:pt idx="1972">
                  <c:v>0</c:v>
                </c:pt>
                <c:pt idx="1973">
                  <c:v>0</c:v>
                </c:pt>
                <c:pt idx="1974">
                  <c:v>0</c:v>
                </c:pt>
                <c:pt idx="1975">
                  <c:v>0</c:v>
                </c:pt>
                <c:pt idx="1976">
                  <c:v>0</c:v>
                </c:pt>
                <c:pt idx="1977">
                  <c:v>0</c:v>
                </c:pt>
                <c:pt idx="1978">
                  <c:v>0</c:v>
                </c:pt>
                <c:pt idx="1979">
                  <c:v>0</c:v>
                </c:pt>
                <c:pt idx="1980">
                  <c:v>0.100154535485871</c:v>
                </c:pt>
                <c:pt idx="1981">
                  <c:v>0</c:v>
                </c:pt>
                <c:pt idx="1982">
                  <c:v>0</c:v>
                </c:pt>
                <c:pt idx="1983">
                  <c:v>0</c:v>
                </c:pt>
                <c:pt idx="1984">
                  <c:v>0</c:v>
                </c:pt>
                <c:pt idx="1985">
                  <c:v>0</c:v>
                </c:pt>
                <c:pt idx="1986">
                  <c:v>0</c:v>
                </c:pt>
                <c:pt idx="1987">
                  <c:v>0</c:v>
                </c:pt>
                <c:pt idx="1988">
                  <c:v>0</c:v>
                </c:pt>
                <c:pt idx="1989">
                  <c:v>0</c:v>
                </c:pt>
                <c:pt idx="1990">
                  <c:v>0</c:v>
                </c:pt>
                <c:pt idx="1991">
                  <c:v>0</c:v>
                </c:pt>
                <c:pt idx="1992">
                  <c:v>0</c:v>
                </c:pt>
                <c:pt idx="1993">
                  <c:v>0</c:v>
                </c:pt>
                <c:pt idx="1994">
                  <c:v>0</c:v>
                </c:pt>
                <c:pt idx="1995">
                  <c:v>0</c:v>
                </c:pt>
                <c:pt idx="1996">
                  <c:v>0</c:v>
                </c:pt>
                <c:pt idx="1997">
                  <c:v>0</c:v>
                </c:pt>
                <c:pt idx="1998">
                  <c:v>0</c:v>
                </c:pt>
                <c:pt idx="1999">
                  <c:v>0</c:v>
                </c:pt>
                <c:pt idx="2000">
                  <c:v>0</c:v>
                </c:pt>
                <c:pt idx="2001">
                  <c:v>0</c:v>
                </c:pt>
                <c:pt idx="2002">
                  <c:v>0</c:v>
                </c:pt>
                <c:pt idx="2003">
                  <c:v>0</c:v>
                </c:pt>
                <c:pt idx="2004">
                  <c:v>0</c:v>
                </c:pt>
                <c:pt idx="2005">
                  <c:v>0</c:v>
                </c:pt>
                <c:pt idx="2006">
                  <c:v>0</c:v>
                </c:pt>
                <c:pt idx="2007">
                  <c:v>0</c:v>
                </c:pt>
                <c:pt idx="2008">
                  <c:v>0</c:v>
                </c:pt>
                <c:pt idx="2009">
                  <c:v>0</c:v>
                </c:pt>
                <c:pt idx="2010">
                  <c:v>0</c:v>
                </c:pt>
                <c:pt idx="2011">
                  <c:v>0.111006902374956</c:v>
                </c:pt>
                <c:pt idx="2012">
                  <c:v>0</c:v>
                </c:pt>
                <c:pt idx="2013">
                  <c:v>0</c:v>
                </c:pt>
                <c:pt idx="2014">
                  <c:v>0</c:v>
                </c:pt>
                <c:pt idx="2015">
                  <c:v>0.10018857407260801</c:v>
                </c:pt>
                <c:pt idx="2016">
                  <c:v>0</c:v>
                </c:pt>
                <c:pt idx="2017">
                  <c:v>0</c:v>
                </c:pt>
                <c:pt idx="2018">
                  <c:v>0.101729482430402</c:v>
                </c:pt>
                <c:pt idx="2019">
                  <c:v>0</c:v>
                </c:pt>
                <c:pt idx="2020">
                  <c:v>0</c:v>
                </c:pt>
                <c:pt idx="2021">
                  <c:v>0</c:v>
                </c:pt>
                <c:pt idx="2022">
                  <c:v>0</c:v>
                </c:pt>
                <c:pt idx="2023">
                  <c:v>0</c:v>
                </c:pt>
                <c:pt idx="2024">
                  <c:v>0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0</c:v>
                </c:pt>
                <c:pt idx="2030">
                  <c:v>0</c:v>
                </c:pt>
                <c:pt idx="2031">
                  <c:v>0</c:v>
                </c:pt>
                <c:pt idx="2032">
                  <c:v>0</c:v>
                </c:pt>
                <c:pt idx="2033">
                  <c:v>0</c:v>
                </c:pt>
                <c:pt idx="2034">
                  <c:v>0</c:v>
                </c:pt>
                <c:pt idx="2035">
                  <c:v>0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0</c:v>
                </c:pt>
                <c:pt idx="2040">
                  <c:v>0</c:v>
                </c:pt>
                <c:pt idx="2041">
                  <c:v>0</c:v>
                </c:pt>
                <c:pt idx="2042">
                  <c:v>0</c:v>
                </c:pt>
                <c:pt idx="2043">
                  <c:v>0</c:v>
                </c:pt>
                <c:pt idx="2044">
                  <c:v>0</c:v>
                </c:pt>
                <c:pt idx="2045">
                  <c:v>0</c:v>
                </c:pt>
                <c:pt idx="2046">
                  <c:v>0</c:v>
                </c:pt>
                <c:pt idx="2047">
                  <c:v>0</c:v>
                </c:pt>
                <c:pt idx="2048">
                  <c:v>0</c:v>
                </c:pt>
                <c:pt idx="2049">
                  <c:v>0</c:v>
                </c:pt>
                <c:pt idx="2050">
                  <c:v>0</c:v>
                </c:pt>
                <c:pt idx="2051">
                  <c:v>0</c:v>
                </c:pt>
                <c:pt idx="2052">
                  <c:v>0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0.100102196278296</c:v>
                </c:pt>
                <c:pt idx="2057">
                  <c:v>0</c:v>
                </c:pt>
                <c:pt idx="2058">
                  <c:v>0</c:v>
                </c:pt>
                <c:pt idx="2059">
                  <c:v>0</c:v>
                </c:pt>
                <c:pt idx="2060">
                  <c:v>0</c:v>
                </c:pt>
                <c:pt idx="2061">
                  <c:v>0</c:v>
                </c:pt>
                <c:pt idx="2062">
                  <c:v>0</c:v>
                </c:pt>
                <c:pt idx="2063">
                  <c:v>0</c:v>
                </c:pt>
                <c:pt idx="2064">
                  <c:v>0</c:v>
                </c:pt>
                <c:pt idx="2065">
                  <c:v>0</c:v>
                </c:pt>
                <c:pt idx="2066">
                  <c:v>0</c:v>
                </c:pt>
                <c:pt idx="2067">
                  <c:v>0</c:v>
                </c:pt>
                <c:pt idx="2068">
                  <c:v>0</c:v>
                </c:pt>
                <c:pt idx="2069">
                  <c:v>0</c:v>
                </c:pt>
                <c:pt idx="2070">
                  <c:v>0</c:v>
                </c:pt>
                <c:pt idx="2071">
                  <c:v>0</c:v>
                </c:pt>
                <c:pt idx="2072">
                  <c:v>0</c:v>
                </c:pt>
                <c:pt idx="2073">
                  <c:v>0</c:v>
                </c:pt>
                <c:pt idx="2074">
                  <c:v>0</c:v>
                </c:pt>
                <c:pt idx="2075">
                  <c:v>0</c:v>
                </c:pt>
                <c:pt idx="2076">
                  <c:v>0</c:v>
                </c:pt>
                <c:pt idx="2077">
                  <c:v>0</c:v>
                </c:pt>
                <c:pt idx="2078">
                  <c:v>0</c:v>
                </c:pt>
                <c:pt idx="2079">
                  <c:v>0</c:v>
                </c:pt>
                <c:pt idx="2080">
                  <c:v>0</c:v>
                </c:pt>
                <c:pt idx="2081">
                  <c:v>0</c:v>
                </c:pt>
                <c:pt idx="2082">
                  <c:v>0</c:v>
                </c:pt>
                <c:pt idx="2083">
                  <c:v>0</c:v>
                </c:pt>
                <c:pt idx="2084">
                  <c:v>0.100451437233803</c:v>
                </c:pt>
                <c:pt idx="2085">
                  <c:v>0</c:v>
                </c:pt>
                <c:pt idx="2086">
                  <c:v>0</c:v>
                </c:pt>
                <c:pt idx="2087">
                  <c:v>0</c:v>
                </c:pt>
                <c:pt idx="2088">
                  <c:v>0</c:v>
                </c:pt>
                <c:pt idx="2089">
                  <c:v>0</c:v>
                </c:pt>
                <c:pt idx="2090">
                  <c:v>0</c:v>
                </c:pt>
                <c:pt idx="2091">
                  <c:v>0</c:v>
                </c:pt>
                <c:pt idx="2092">
                  <c:v>0</c:v>
                </c:pt>
                <c:pt idx="2093">
                  <c:v>0</c:v>
                </c:pt>
                <c:pt idx="2094">
                  <c:v>0</c:v>
                </c:pt>
                <c:pt idx="2095">
                  <c:v>0</c:v>
                </c:pt>
                <c:pt idx="2096">
                  <c:v>0</c:v>
                </c:pt>
                <c:pt idx="2097">
                  <c:v>0</c:v>
                </c:pt>
                <c:pt idx="2098">
                  <c:v>0</c:v>
                </c:pt>
                <c:pt idx="2099">
                  <c:v>0</c:v>
                </c:pt>
                <c:pt idx="2100">
                  <c:v>0</c:v>
                </c:pt>
                <c:pt idx="2101">
                  <c:v>0.108576728144608</c:v>
                </c:pt>
                <c:pt idx="2102">
                  <c:v>0</c:v>
                </c:pt>
                <c:pt idx="2103">
                  <c:v>0.101488926927368</c:v>
                </c:pt>
                <c:pt idx="2104">
                  <c:v>0</c:v>
                </c:pt>
                <c:pt idx="2105">
                  <c:v>0</c:v>
                </c:pt>
                <c:pt idx="2106">
                  <c:v>0</c:v>
                </c:pt>
                <c:pt idx="2107">
                  <c:v>0</c:v>
                </c:pt>
                <c:pt idx="2108">
                  <c:v>0</c:v>
                </c:pt>
                <c:pt idx="2109">
                  <c:v>0</c:v>
                </c:pt>
                <c:pt idx="2110">
                  <c:v>0</c:v>
                </c:pt>
                <c:pt idx="2111">
                  <c:v>0</c:v>
                </c:pt>
                <c:pt idx="2112">
                  <c:v>0</c:v>
                </c:pt>
                <c:pt idx="2113">
                  <c:v>0</c:v>
                </c:pt>
                <c:pt idx="2114">
                  <c:v>0</c:v>
                </c:pt>
                <c:pt idx="2115">
                  <c:v>0</c:v>
                </c:pt>
                <c:pt idx="2116">
                  <c:v>0</c:v>
                </c:pt>
                <c:pt idx="2117">
                  <c:v>0.103385774514743</c:v>
                </c:pt>
                <c:pt idx="2118">
                  <c:v>0</c:v>
                </c:pt>
                <c:pt idx="2119">
                  <c:v>0</c:v>
                </c:pt>
                <c:pt idx="2120">
                  <c:v>0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0</c:v>
                </c:pt>
                <c:pt idx="2125">
                  <c:v>0</c:v>
                </c:pt>
                <c:pt idx="2126">
                  <c:v>0</c:v>
                </c:pt>
                <c:pt idx="2127">
                  <c:v>0</c:v>
                </c:pt>
                <c:pt idx="2128">
                  <c:v>0</c:v>
                </c:pt>
                <c:pt idx="2129">
                  <c:v>0</c:v>
                </c:pt>
                <c:pt idx="2130">
                  <c:v>0</c:v>
                </c:pt>
                <c:pt idx="2131">
                  <c:v>0</c:v>
                </c:pt>
                <c:pt idx="2132">
                  <c:v>0</c:v>
                </c:pt>
                <c:pt idx="2133">
                  <c:v>0</c:v>
                </c:pt>
                <c:pt idx="2134">
                  <c:v>0</c:v>
                </c:pt>
                <c:pt idx="2135">
                  <c:v>0</c:v>
                </c:pt>
                <c:pt idx="2136">
                  <c:v>0</c:v>
                </c:pt>
                <c:pt idx="2137">
                  <c:v>0</c:v>
                </c:pt>
                <c:pt idx="2138">
                  <c:v>0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0</c:v>
                </c:pt>
                <c:pt idx="2143">
                  <c:v>0</c:v>
                </c:pt>
                <c:pt idx="2144">
                  <c:v>0</c:v>
                </c:pt>
                <c:pt idx="2145">
                  <c:v>0</c:v>
                </c:pt>
                <c:pt idx="2146">
                  <c:v>0</c:v>
                </c:pt>
                <c:pt idx="2147">
                  <c:v>0</c:v>
                </c:pt>
                <c:pt idx="2148">
                  <c:v>0.11536830040731</c:v>
                </c:pt>
                <c:pt idx="2149">
                  <c:v>0.103127115454556</c:v>
                </c:pt>
                <c:pt idx="2150">
                  <c:v>0</c:v>
                </c:pt>
                <c:pt idx="2151">
                  <c:v>0</c:v>
                </c:pt>
                <c:pt idx="2152">
                  <c:v>0</c:v>
                </c:pt>
                <c:pt idx="2153">
                  <c:v>0</c:v>
                </c:pt>
                <c:pt idx="2154">
                  <c:v>0</c:v>
                </c:pt>
                <c:pt idx="2155">
                  <c:v>0</c:v>
                </c:pt>
                <c:pt idx="2156">
                  <c:v>0</c:v>
                </c:pt>
                <c:pt idx="2157">
                  <c:v>0</c:v>
                </c:pt>
                <c:pt idx="2158">
                  <c:v>0</c:v>
                </c:pt>
                <c:pt idx="2159">
                  <c:v>0</c:v>
                </c:pt>
                <c:pt idx="2160">
                  <c:v>0</c:v>
                </c:pt>
                <c:pt idx="2161">
                  <c:v>0</c:v>
                </c:pt>
                <c:pt idx="2162">
                  <c:v>0</c:v>
                </c:pt>
                <c:pt idx="2163">
                  <c:v>0</c:v>
                </c:pt>
                <c:pt idx="2164">
                  <c:v>0</c:v>
                </c:pt>
                <c:pt idx="2165">
                  <c:v>0</c:v>
                </c:pt>
                <c:pt idx="2166">
                  <c:v>0</c:v>
                </c:pt>
                <c:pt idx="2167">
                  <c:v>0</c:v>
                </c:pt>
                <c:pt idx="2168">
                  <c:v>0</c:v>
                </c:pt>
                <c:pt idx="2169">
                  <c:v>0</c:v>
                </c:pt>
                <c:pt idx="2170">
                  <c:v>0</c:v>
                </c:pt>
                <c:pt idx="2171">
                  <c:v>0</c:v>
                </c:pt>
                <c:pt idx="2172">
                  <c:v>0</c:v>
                </c:pt>
                <c:pt idx="2173">
                  <c:v>0</c:v>
                </c:pt>
                <c:pt idx="2174">
                  <c:v>0</c:v>
                </c:pt>
                <c:pt idx="2175">
                  <c:v>0</c:v>
                </c:pt>
                <c:pt idx="2176">
                  <c:v>0</c:v>
                </c:pt>
                <c:pt idx="2177">
                  <c:v>0</c:v>
                </c:pt>
                <c:pt idx="2178">
                  <c:v>0.10431415097460101</c:v>
                </c:pt>
                <c:pt idx="2179">
                  <c:v>0</c:v>
                </c:pt>
                <c:pt idx="2180">
                  <c:v>0</c:v>
                </c:pt>
                <c:pt idx="2181">
                  <c:v>0.100079895479942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0</c:v>
                </c:pt>
                <c:pt idx="2189">
                  <c:v>0</c:v>
                </c:pt>
                <c:pt idx="2190">
                  <c:v>0.10002505891710201</c:v>
                </c:pt>
                <c:pt idx="2191">
                  <c:v>0</c:v>
                </c:pt>
                <c:pt idx="2192">
                  <c:v>0</c:v>
                </c:pt>
                <c:pt idx="2193">
                  <c:v>0</c:v>
                </c:pt>
                <c:pt idx="2194">
                  <c:v>0</c:v>
                </c:pt>
                <c:pt idx="2195">
                  <c:v>0</c:v>
                </c:pt>
                <c:pt idx="2196">
                  <c:v>0</c:v>
                </c:pt>
                <c:pt idx="2197">
                  <c:v>0</c:v>
                </c:pt>
                <c:pt idx="2198">
                  <c:v>0</c:v>
                </c:pt>
                <c:pt idx="2199">
                  <c:v>0</c:v>
                </c:pt>
                <c:pt idx="2200">
                  <c:v>0</c:v>
                </c:pt>
                <c:pt idx="2201">
                  <c:v>0</c:v>
                </c:pt>
                <c:pt idx="2202">
                  <c:v>0.10876779695543</c:v>
                </c:pt>
                <c:pt idx="2203">
                  <c:v>0</c:v>
                </c:pt>
                <c:pt idx="2204">
                  <c:v>0</c:v>
                </c:pt>
                <c:pt idx="2205">
                  <c:v>0</c:v>
                </c:pt>
                <c:pt idx="2206">
                  <c:v>0.105546708411519</c:v>
                </c:pt>
                <c:pt idx="2207">
                  <c:v>0</c:v>
                </c:pt>
                <c:pt idx="2208">
                  <c:v>0</c:v>
                </c:pt>
                <c:pt idx="2209">
                  <c:v>0</c:v>
                </c:pt>
                <c:pt idx="2210">
                  <c:v>0</c:v>
                </c:pt>
                <c:pt idx="2211">
                  <c:v>0.10440452625926699</c:v>
                </c:pt>
                <c:pt idx="2212">
                  <c:v>0</c:v>
                </c:pt>
                <c:pt idx="2213">
                  <c:v>0</c:v>
                </c:pt>
                <c:pt idx="2214">
                  <c:v>0</c:v>
                </c:pt>
                <c:pt idx="2215">
                  <c:v>0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0</c:v>
                </c:pt>
                <c:pt idx="2221">
                  <c:v>0</c:v>
                </c:pt>
                <c:pt idx="2222">
                  <c:v>0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0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0</c:v>
                </c:pt>
                <c:pt idx="2231">
                  <c:v>0</c:v>
                </c:pt>
                <c:pt idx="2232">
                  <c:v>0</c:v>
                </c:pt>
                <c:pt idx="2233">
                  <c:v>0</c:v>
                </c:pt>
                <c:pt idx="2234">
                  <c:v>0</c:v>
                </c:pt>
                <c:pt idx="2235">
                  <c:v>0</c:v>
                </c:pt>
                <c:pt idx="2236">
                  <c:v>0</c:v>
                </c:pt>
                <c:pt idx="2237">
                  <c:v>0</c:v>
                </c:pt>
                <c:pt idx="2238">
                  <c:v>0</c:v>
                </c:pt>
                <c:pt idx="2239">
                  <c:v>0</c:v>
                </c:pt>
                <c:pt idx="2240">
                  <c:v>0</c:v>
                </c:pt>
                <c:pt idx="2241">
                  <c:v>0</c:v>
                </c:pt>
                <c:pt idx="2242">
                  <c:v>0</c:v>
                </c:pt>
                <c:pt idx="2243">
                  <c:v>0</c:v>
                </c:pt>
                <c:pt idx="2244">
                  <c:v>0</c:v>
                </c:pt>
                <c:pt idx="2245">
                  <c:v>0</c:v>
                </c:pt>
                <c:pt idx="2246">
                  <c:v>0</c:v>
                </c:pt>
                <c:pt idx="2247">
                  <c:v>0</c:v>
                </c:pt>
                <c:pt idx="2248">
                  <c:v>0</c:v>
                </c:pt>
                <c:pt idx="2249">
                  <c:v>0</c:v>
                </c:pt>
                <c:pt idx="2250">
                  <c:v>0</c:v>
                </c:pt>
                <c:pt idx="2251">
                  <c:v>0</c:v>
                </c:pt>
                <c:pt idx="2252">
                  <c:v>0</c:v>
                </c:pt>
                <c:pt idx="2253">
                  <c:v>0</c:v>
                </c:pt>
                <c:pt idx="2254">
                  <c:v>0</c:v>
                </c:pt>
                <c:pt idx="2255">
                  <c:v>0</c:v>
                </c:pt>
                <c:pt idx="2256">
                  <c:v>0</c:v>
                </c:pt>
                <c:pt idx="2257">
                  <c:v>0.102596569692051</c:v>
                </c:pt>
                <c:pt idx="2258">
                  <c:v>0</c:v>
                </c:pt>
                <c:pt idx="2259">
                  <c:v>0</c:v>
                </c:pt>
                <c:pt idx="2260">
                  <c:v>0</c:v>
                </c:pt>
                <c:pt idx="2261">
                  <c:v>0</c:v>
                </c:pt>
                <c:pt idx="2262">
                  <c:v>0</c:v>
                </c:pt>
                <c:pt idx="2263">
                  <c:v>0</c:v>
                </c:pt>
                <c:pt idx="2264">
                  <c:v>0</c:v>
                </c:pt>
                <c:pt idx="2265">
                  <c:v>0</c:v>
                </c:pt>
                <c:pt idx="2266">
                  <c:v>0</c:v>
                </c:pt>
                <c:pt idx="2267">
                  <c:v>0</c:v>
                </c:pt>
                <c:pt idx="2268">
                  <c:v>0.11325983924538301</c:v>
                </c:pt>
                <c:pt idx="2269">
                  <c:v>0</c:v>
                </c:pt>
                <c:pt idx="2270">
                  <c:v>0</c:v>
                </c:pt>
                <c:pt idx="2271">
                  <c:v>0</c:v>
                </c:pt>
                <c:pt idx="2272">
                  <c:v>0</c:v>
                </c:pt>
                <c:pt idx="2273">
                  <c:v>0</c:v>
                </c:pt>
                <c:pt idx="2274">
                  <c:v>0</c:v>
                </c:pt>
                <c:pt idx="2275">
                  <c:v>0</c:v>
                </c:pt>
                <c:pt idx="2276">
                  <c:v>0</c:v>
                </c:pt>
                <c:pt idx="2277">
                  <c:v>0</c:v>
                </c:pt>
                <c:pt idx="2278">
                  <c:v>0</c:v>
                </c:pt>
                <c:pt idx="2279">
                  <c:v>0</c:v>
                </c:pt>
                <c:pt idx="2280">
                  <c:v>0</c:v>
                </c:pt>
                <c:pt idx="2281">
                  <c:v>0</c:v>
                </c:pt>
                <c:pt idx="2282">
                  <c:v>0</c:v>
                </c:pt>
                <c:pt idx="2283">
                  <c:v>0</c:v>
                </c:pt>
                <c:pt idx="2284">
                  <c:v>0</c:v>
                </c:pt>
                <c:pt idx="2285">
                  <c:v>0</c:v>
                </c:pt>
                <c:pt idx="2286">
                  <c:v>0</c:v>
                </c:pt>
                <c:pt idx="2287">
                  <c:v>0</c:v>
                </c:pt>
                <c:pt idx="2288">
                  <c:v>0</c:v>
                </c:pt>
                <c:pt idx="2289">
                  <c:v>0</c:v>
                </c:pt>
                <c:pt idx="2290">
                  <c:v>0</c:v>
                </c:pt>
                <c:pt idx="2291">
                  <c:v>0</c:v>
                </c:pt>
                <c:pt idx="2292">
                  <c:v>0</c:v>
                </c:pt>
                <c:pt idx="2293">
                  <c:v>0</c:v>
                </c:pt>
                <c:pt idx="2294">
                  <c:v>0</c:v>
                </c:pt>
                <c:pt idx="2295">
                  <c:v>0</c:v>
                </c:pt>
                <c:pt idx="2296">
                  <c:v>0</c:v>
                </c:pt>
                <c:pt idx="2297">
                  <c:v>0</c:v>
                </c:pt>
                <c:pt idx="2298">
                  <c:v>0.110874032781882</c:v>
                </c:pt>
                <c:pt idx="2299">
                  <c:v>0</c:v>
                </c:pt>
                <c:pt idx="2300">
                  <c:v>0</c:v>
                </c:pt>
                <c:pt idx="2301">
                  <c:v>0</c:v>
                </c:pt>
                <c:pt idx="2302">
                  <c:v>0</c:v>
                </c:pt>
                <c:pt idx="2303">
                  <c:v>0</c:v>
                </c:pt>
                <c:pt idx="2304">
                  <c:v>0</c:v>
                </c:pt>
                <c:pt idx="2305">
                  <c:v>0</c:v>
                </c:pt>
                <c:pt idx="2306">
                  <c:v>0</c:v>
                </c:pt>
                <c:pt idx="2307">
                  <c:v>0</c:v>
                </c:pt>
                <c:pt idx="2308">
                  <c:v>0</c:v>
                </c:pt>
                <c:pt idx="2309">
                  <c:v>0</c:v>
                </c:pt>
                <c:pt idx="2310">
                  <c:v>0</c:v>
                </c:pt>
                <c:pt idx="2311">
                  <c:v>0</c:v>
                </c:pt>
                <c:pt idx="2312">
                  <c:v>0</c:v>
                </c:pt>
                <c:pt idx="2313">
                  <c:v>0</c:v>
                </c:pt>
                <c:pt idx="2314">
                  <c:v>0</c:v>
                </c:pt>
                <c:pt idx="2315">
                  <c:v>0</c:v>
                </c:pt>
                <c:pt idx="2316">
                  <c:v>0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0</c:v>
                </c:pt>
                <c:pt idx="2322">
                  <c:v>0</c:v>
                </c:pt>
                <c:pt idx="2323">
                  <c:v>0</c:v>
                </c:pt>
                <c:pt idx="2324">
                  <c:v>0</c:v>
                </c:pt>
                <c:pt idx="2325">
                  <c:v>0</c:v>
                </c:pt>
                <c:pt idx="2326">
                  <c:v>0.101301601487663</c:v>
                </c:pt>
                <c:pt idx="2327">
                  <c:v>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0</c:v>
                </c:pt>
                <c:pt idx="2332">
                  <c:v>0</c:v>
                </c:pt>
                <c:pt idx="2333">
                  <c:v>0</c:v>
                </c:pt>
                <c:pt idx="2334">
                  <c:v>0</c:v>
                </c:pt>
                <c:pt idx="2335">
                  <c:v>0</c:v>
                </c:pt>
                <c:pt idx="2336">
                  <c:v>0</c:v>
                </c:pt>
                <c:pt idx="2337">
                  <c:v>0</c:v>
                </c:pt>
                <c:pt idx="2338">
                  <c:v>0.109720384866817</c:v>
                </c:pt>
                <c:pt idx="2339">
                  <c:v>0.10046639061924301</c:v>
                </c:pt>
                <c:pt idx="2340">
                  <c:v>0.10422074795752601</c:v>
                </c:pt>
                <c:pt idx="2341">
                  <c:v>0</c:v>
                </c:pt>
                <c:pt idx="2342">
                  <c:v>0</c:v>
                </c:pt>
                <c:pt idx="2343">
                  <c:v>0.11105706522542801</c:v>
                </c:pt>
                <c:pt idx="2344">
                  <c:v>0</c:v>
                </c:pt>
                <c:pt idx="2345">
                  <c:v>0.10019639303568099</c:v>
                </c:pt>
                <c:pt idx="2346">
                  <c:v>0</c:v>
                </c:pt>
                <c:pt idx="2347">
                  <c:v>0</c:v>
                </c:pt>
                <c:pt idx="2348">
                  <c:v>0</c:v>
                </c:pt>
                <c:pt idx="2349">
                  <c:v>0</c:v>
                </c:pt>
                <c:pt idx="2350">
                  <c:v>0</c:v>
                </c:pt>
                <c:pt idx="2351">
                  <c:v>0</c:v>
                </c:pt>
                <c:pt idx="2352">
                  <c:v>0</c:v>
                </c:pt>
                <c:pt idx="2353">
                  <c:v>0.110932109255355</c:v>
                </c:pt>
                <c:pt idx="2354">
                  <c:v>0</c:v>
                </c:pt>
                <c:pt idx="2355">
                  <c:v>0</c:v>
                </c:pt>
                <c:pt idx="2356">
                  <c:v>0.10044043972734</c:v>
                </c:pt>
                <c:pt idx="2357">
                  <c:v>0</c:v>
                </c:pt>
                <c:pt idx="2358">
                  <c:v>0</c:v>
                </c:pt>
                <c:pt idx="2359">
                  <c:v>0</c:v>
                </c:pt>
                <c:pt idx="2360">
                  <c:v>0</c:v>
                </c:pt>
                <c:pt idx="2361">
                  <c:v>0</c:v>
                </c:pt>
                <c:pt idx="2362">
                  <c:v>0</c:v>
                </c:pt>
                <c:pt idx="2363">
                  <c:v>0</c:v>
                </c:pt>
                <c:pt idx="2364">
                  <c:v>0</c:v>
                </c:pt>
                <c:pt idx="2365">
                  <c:v>0</c:v>
                </c:pt>
                <c:pt idx="2366">
                  <c:v>0</c:v>
                </c:pt>
                <c:pt idx="2367">
                  <c:v>0</c:v>
                </c:pt>
                <c:pt idx="2368">
                  <c:v>0</c:v>
                </c:pt>
                <c:pt idx="2369">
                  <c:v>0</c:v>
                </c:pt>
                <c:pt idx="2370">
                  <c:v>0</c:v>
                </c:pt>
                <c:pt idx="2371">
                  <c:v>0</c:v>
                </c:pt>
                <c:pt idx="2372">
                  <c:v>0</c:v>
                </c:pt>
                <c:pt idx="2373">
                  <c:v>0.107781224431952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0</c:v>
                </c:pt>
                <c:pt idx="2378">
                  <c:v>0</c:v>
                </c:pt>
                <c:pt idx="2379">
                  <c:v>0</c:v>
                </c:pt>
                <c:pt idx="2380">
                  <c:v>0</c:v>
                </c:pt>
                <c:pt idx="2381">
                  <c:v>0</c:v>
                </c:pt>
                <c:pt idx="2382">
                  <c:v>0</c:v>
                </c:pt>
                <c:pt idx="2383">
                  <c:v>0</c:v>
                </c:pt>
                <c:pt idx="2384">
                  <c:v>0</c:v>
                </c:pt>
                <c:pt idx="2385">
                  <c:v>0.101193795201486</c:v>
                </c:pt>
                <c:pt idx="2386">
                  <c:v>0.116066674254825</c:v>
                </c:pt>
                <c:pt idx="2387">
                  <c:v>0</c:v>
                </c:pt>
                <c:pt idx="2388">
                  <c:v>0</c:v>
                </c:pt>
                <c:pt idx="2389">
                  <c:v>0.101273685089972</c:v>
                </c:pt>
                <c:pt idx="2390">
                  <c:v>0</c:v>
                </c:pt>
                <c:pt idx="2391">
                  <c:v>0</c:v>
                </c:pt>
                <c:pt idx="2392">
                  <c:v>0</c:v>
                </c:pt>
                <c:pt idx="2393">
                  <c:v>0</c:v>
                </c:pt>
                <c:pt idx="2394">
                  <c:v>0</c:v>
                </c:pt>
                <c:pt idx="2395">
                  <c:v>0</c:v>
                </c:pt>
                <c:pt idx="2396">
                  <c:v>0</c:v>
                </c:pt>
                <c:pt idx="2397">
                  <c:v>0.100403754211317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0</c:v>
                </c:pt>
                <c:pt idx="2402">
                  <c:v>0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0.11292901205197101</c:v>
                </c:pt>
                <c:pt idx="2407">
                  <c:v>0</c:v>
                </c:pt>
                <c:pt idx="2408">
                  <c:v>0</c:v>
                </c:pt>
                <c:pt idx="2409">
                  <c:v>0</c:v>
                </c:pt>
                <c:pt idx="2410">
                  <c:v>0</c:v>
                </c:pt>
                <c:pt idx="2411">
                  <c:v>0</c:v>
                </c:pt>
                <c:pt idx="2412">
                  <c:v>0</c:v>
                </c:pt>
                <c:pt idx="2413">
                  <c:v>0</c:v>
                </c:pt>
                <c:pt idx="2414">
                  <c:v>0</c:v>
                </c:pt>
                <c:pt idx="2415">
                  <c:v>0</c:v>
                </c:pt>
                <c:pt idx="2416">
                  <c:v>0</c:v>
                </c:pt>
                <c:pt idx="2417">
                  <c:v>0</c:v>
                </c:pt>
                <c:pt idx="2418">
                  <c:v>0</c:v>
                </c:pt>
                <c:pt idx="2419">
                  <c:v>0</c:v>
                </c:pt>
                <c:pt idx="2420">
                  <c:v>0</c:v>
                </c:pt>
                <c:pt idx="2421">
                  <c:v>0</c:v>
                </c:pt>
                <c:pt idx="2422">
                  <c:v>0</c:v>
                </c:pt>
                <c:pt idx="2423">
                  <c:v>0.10131017453345</c:v>
                </c:pt>
                <c:pt idx="2424">
                  <c:v>0</c:v>
                </c:pt>
                <c:pt idx="2425">
                  <c:v>0</c:v>
                </c:pt>
                <c:pt idx="2426">
                  <c:v>0</c:v>
                </c:pt>
                <c:pt idx="2427">
                  <c:v>0</c:v>
                </c:pt>
                <c:pt idx="2428">
                  <c:v>0</c:v>
                </c:pt>
                <c:pt idx="2429">
                  <c:v>0</c:v>
                </c:pt>
                <c:pt idx="2430">
                  <c:v>0</c:v>
                </c:pt>
                <c:pt idx="2431">
                  <c:v>0</c:v>
                </c:pt>
                <c:pt idx="2432">
                  <c:v>0</c:v>
                </c:pt>
                <c:pt idx="2433">
                  <c:v>0</c:v>
                </c:pt>
                <c:pt idx="2434">
                  <c:v>0</c:v>
                </c:pt>
                <c:pt idx="2435">
                  <c:v>0.100565260457348</c:v>
                </c:pt>
                <c:pt idx="2436">
                  <c:v>0</c:v>
                </c:pt>
                <c:pt idx="2437">
                  <c:v>0.101768251078103</c:v>
                </c:pt>
                <c:pt idx="2438">
                  <c:v>0</c:v>
                </c:pt>
                <c:pt idx="2439">
                  <c:v>0</c:v>
                </c:pt>
                <c:pt idx="2440">
                  <c:v>0</c:v>
                </c:pt>
                <c:pt idx="2441">
                  <c:v>0</c:v>
                </c:pt>
                <c:pt idx="2442">
                  <c:v>0</c:v>
                </c:pt>
                <c:pt idx="2443">
                  <c:v>0</c:v>
                </c:pt>
                <c:pt idx="2444">
                  <c:v>0</c:v>
                </c:pt>
                <c:pt idx="2445">
                  <c:v>0.112937020442701</c:v>
                </c:pt>
                <c:pt idx="2446">
                  <c:v>0</c:v>
                </c:pt>
                <c:pt idx="2447">
                  <c:v>0</c:v>
                </c:pt>
                <c:pt idx="2448">
                  <c:v>0</c:v>
                </c:pt>
                <c:pt idx="2449">
                  <c:v>0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0</c:v>
                </c:pt>
                <c:pt idx="2454">
                  <c:v>0</c:v>
                </c:pt>
                <c:pt idx="2455">
                  <c:v>0.111663927729971</c:v>
                </c:pt>
                <c:pt idx="2456">
                  <c:v>0.100317510295688</c:v>
                </c:pt>
                <c:pt idx="2457">
                  <c:v>0</c:v>
                </c:pt>
                <c:pt idx="2458">
                  <c:v>0</c:v>
                </c:pt>
                <c:pt idx="2459">
                  <c:v>0</c:v>
                </c:pt>
                <c:pt idx="2460">
                  <c:v>0</c:v>
                </c:pt>
                <c:pt idx="2461">
                  <c:v>0</c:v>
                </c:pt>
                <c:pt idx="2462">
                  <c:v>0</c:v>
                </c:pt>
                <c:pt idx="2463">
                  <c:v>0</c:v>
                </c:pt>
                <c:pt idx="2464">
                  <c:v>0</c:v>
                </c:pt>
                <c:pt idx="2465">
                  <c:v>0</c:v>
                </c:pt>
                <c:pt idx="2466">
                  <c:v>0</c:v>
                </c:pt>
                <c:pt idx="2467">
                  <c:v>0</c:v>
                </c:pt>
                <c:pt idx="2468">
                  <c:v>0</c:v>
                </c:pt>
                <c:pt idx="2469">
                  <c:v>0</c:v>
                </c:pt>
                <c:pt idx="2470">
                  <c:v>0</c:v>
                </c:pt>
                <c:pt idx="2471">
                  <c:v>0.100470241880233</c:v>
                </c:pt>
                <c:pt idx="2472">
                  <c:v>0</c:v>
                </c:pt>
                <c:pt idx="2473">
                  <c:v>0</c:v>
                </c:pt>
                <c:pt idx="2474">
                  <c:v>0</c:v>
                </c:pt>
                <c:pt idx="2475">
                  <c:v>0</c:v>
                </c:pt>
                <c:pt idx="2476">
                  <c:v>0</c:v>
                </c:pt>
                <c:pt idx="2477">
                  <c:v>0</c:v>
                </c:pt>
                <c:pt idx="2478">
                  <c:v>0</c:v>
                </c:pt>
                <c:pt idx="2479">
                  <c:v>0</c:v>
                </c:pt>
                <c:pt idx="2480">
                  <c:v>0</c:v>
                </c:pt>
                <c:pt idx="2481">
                  <c:v>0</c:v>
                </c:pt>
                <c:pt idx="2482">
                  <c:v>0</c:v>
                </c:pt>
                <c:pt idx="2483">
                  <c:v>0.10017392556339499</c:v>
                </c:pt>
                <c:pt idx="2484">
                  <c:v>0.100126769234122</c:v>
                </c:pt>
                <c:pt idx="2485">
                  <c:v>0</c:v>
                </c:pt>
                <c:pt idx="2486">
                  <c:v>0</c:v>
                </c:pt>
                <c:pt idx="2487">
                  <c:v>0</c:v>
                </c:pt>
                <c:pt idx="2488">
                  <c:v>0</c:v>
                </c:pt>
                <c:pt idx="2489">
                  <c:v>0</c:v>
                </c:pt>
                <c:pt idx="2490">
                  <c:v>0</c:v>
                </c:pt>
                <c:pt idx="2491">
                  <c:v>0</c:v>
                </c:pt>
                <c:pt idx="2492">
                  <c:v>0</c:v>
                </c:pt>
                <c:pt idx="2493">
                  <c:v>0</c:v>
                </c:pt>
                <c:pt idx="2494">
                  <c:v>0</c:v>
                </c:pt>
                <c:pt idx="2495">
                  <c:v>0.100690214247478</c:v>
                </c:pt>
                <c:pt idx="2496">
                  <c:v>0</c:v>
                </c:pt>
                <c:pt idx="2497">
                  <c:v>0</c:v>
                </c:pt>
                <c:pt idx="2498">
                  <c:v>0</c:v>
                </c:pt>
                <c:pt idx="2499">
                  <c:v>0</c:v>
                </c:pt>
                <c:pt idx="2500">
                  <c:v>0</c:v>
                </c:pt>
                <c:pt idx="2501">
                  <c:v>0</c:v>
                </c:pt>
                <c:pt idx="2502">
                  <c:v>0</c:v>
                </c:pt>
                <c:pt idx="2503">
                  <c:v>0</c:v>
                </c:pt>
                <c:pt idx="2504">
                  <c:v>0</c:v>
                </c:pt>
                <c:pt idx="2505">
                  <c:v>0</c:v>
                </c:pt>
                <c:pt idx="2506">
                  <c:v>0</c:v>
                </c:pt>
                <c:pt idx="2507">
                  <c:v>0</c:v>
                </c:pt>
                <c:pt idx="2508">
                  <c:v>0</c:v>
                </c:pt>
                <c:pt idx="2509">
                  <c:v>0</c:v>
                </c:pt>
                <c:pt idx="2510">
                  <c:v>0</c:v>
                </c:pt>
                <c:pt idx="2511">
                  <c:v>0</c:v>
                </c:pt>
                <c:pt idx="2512">
                  <c:v>0</c:v>
                </c:pt>
                <c:pt idx="2513">
                  <c:v>0</c:v>
                </c:pt>
                <c:pt idx="2514">
                  <c:v>0</c:v>
                </c:pt>
                <c:pt idx="2515">
                  <c:v>0</c:v>
                </c:pt>
                <c:pt idx="2516">
                  <c:v>0</c:v>
                </c:pt>
                <c:pt idx="2517">
                  <c:v>0</c:v>
                </c:pt>
                <c:pt idx="2518">
                  <c:v>0.112177845169003</c:v>
                </c:pt>
                <c:pt idx="2519">
                  <c:v>0</c:v>
                </c:pt>
                <c:pt idx="2520">
                  <c:v>0</c:v>
                </c:pt>
                <c:pt idx="2521">
                  <c:v>0</c:v>
                </c:pt>
                <c:pt idx="2522">
                  <c:v>0</c:v>
                </c:pt>
                <c:pt idx="2523">
                  <c:v>0</c:v>
                </c:pt>
                <c:pt idx="2524">
                  <c:v>0.10037590615650401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0.107254293835699</c:v>
                </c:pt>
                <c:pt idx="2531">
                  <c:v>0</c:v>
                </c:pt>
                <c:pt idx="2532">
                  <c:v>0</c:v>
                </c:pt>
                <c:pt idx="2533">
                  <c:v>0</c:v>
                </c:pt>
                <c:pt idx="2534">
                  <c:v>0</c:v>
                </c:pt>
                <c:pt idx="2535">
                  <c:v>0</c:v>
                </c:pt>
                <c:pt idx="2536">
                  <c:v>0</c:v>
                </c:pt>
                <c:pt idx="2537">
                  <c:v>0</c:v>
                </c:pt>
                <c:pt idx="2538">
                  <c:v>0</c:v>
                </c:pt>
                <c:pt idx="2539">
                  <c:v>0</c:v>
                </c:pt>
                <c:pt idx="2540">
                  <c:v>0</c:v>
                </c:pt>
                <c:pt idx="2541">
                  <c:v>0</c:v>
                </c:pt>
                <c:pt idx="2542">
                  <c:v>0.102583991940944</c:v>
                </c:pt>
                <c:pt idx="2543">
                  <c:v>0</c:v>
                </c:pt>
                <c:pt idx="2544">
                  <c:v>0</c:v>
                </c:pt>
                <c:pt idx="2545">
                  <c:v>0</c:v>
                </c:pt>
                <c:pt idx="2546">
                  <c:v>0</c:v>
                </c:pt>
                <c:pt idx="2547">
                  <c:v>0.10797542439016</c:v>
                </c:pt>
                <c:pt idx="2548">
                  <c:v>0</c:v>
                </c:pt>
                <c:pt idx="2549">
                  <c:v>0</c:v>
                </c:pt>
                <c:pt idx="2550">
                  <c:v>0</c:v>
                </c:pt>
                <c:pt idx="2551">
                  <c:v>0</c:v>
                </c:pt>
                <c:pt idx="2552">
                  <c:v>0</c:v>
                </c:pt>
                <c:pt idx="2553">
                  <c:v>0</c:v>
                </c:pt>
                <c:pt idx="2554">
                  <c:v>0</c:v>
                </c:pt>
                <c:pt idx="2555">
                  <c:v>0</c:v>
                </c:pt>
                <c:pt idx="2556">
                  <c:v>0</c:v>
                </c:pt>
                <c:pt idx="2557">
                  <c:v>0</c:v>
                </c:pt>
                <c:pt idx="2558">
                  <c:v>0.11021473582522701</c:v>
                </c:pt>
                <c:pt idx="2559">
                  <c:v>0</c:v>
                </c:pt>
                <c:pt idx="2560">
                  <c:v>0</c:v>
                </c:pt>
                <c:pt idx="2561">
                  <c:v>0</c:v>
                </c:pt>
                <c:pt idx="2562">
                  <c:v>0</c:v>
                </c:pt>
                <c:pt idx="2563">
                  <c:v>0</c:v>
                </c:pt>
                <c:pt idx="2564">
                  <c:v>0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0</c:v>
                </c:pt>
                <c:pt idx="2573">
                  <c:v>0</c:v>
                </c:pt>
                <c:pt idx="2574">
                  <c:v>0</c:v>
                </c:pt>
                <c:pt idx="2575">
                  <c:v>0</c:v>
                </c:pt>
                <c:pt idx="2576">
                  <c:v>0</c:v>
                </c:pt>
                <c:pt idx="2577">
                  <c:v>0</c:v>
                </c:pt>
                <c:pt idx="2578">
                  <c:v>0</c:v>
                </c:pt>
                <c:pt idx="2579">
                  <c:v>0</c:v>
                </c:pt>
                <c:pt idx="2580">
                  <c:v>0</c:v>
                </c:pt>
                <c:pt idx="2581">
                  <c:v>0</c:v>
                </c:pt>
                <c:pt idx="2582">
                  <c:v>0</c:v>
                </c:pt>
                <c:pt idx="2583">
                  <c:v>0</c:v>
                </c:pt>
                <c:pt idx="2584">
                  <c:v>0</c:v>
                </c:pt>
                <c:pt idx="2585">
                  <c:v>0</c:v>
                </c:pt>
                <c:pt idx="2586">
                  <c:v>0</c:v>
                </c:pt>
                <c:pt idx="2587">
                  <c:v>0</c:v>
                </c:pt>
                <c:pt idx="2588">
                  <c:v>0</c:v>
                </c:pt>
                <c:pt idx="2589">
                  <c:v>0</c:v>
                </c:pt>
                <c:pt idx="2590">
                  <c:v>0</c:v>
                </c:pt>
                <c:pt idx="2591">
                  <c:v>0</c:v>
                </c:pt>
                <c:pt idx="2592">
                  <c:v>0</c:v>
                </c:pt>
                <c:pt idx="2593">
                  <c:v>0.101072404044173</c:v>
                </c:pt>
                <c:pt idx="2594">
                  <c:v>0</c:v>
                </c:pt>
                <c:pt idx="2595">
                  <c:v>0</c:v>
                </c:pt>
                <c:pt idx="2596">
                  <c:v>0</c:v>
                </c:pt>
                <c:pt idx="2597">
                  <c:v>0</c:v>
                </c:pt>
                <c:pt idx="2598">
                  <c:v>0</c:v>
                </c:pt>
                <c:pt idx="2599">
                  <c:v>0</c:v>
                </c:pt>
                <c:pt idx="2600">
                  <c:v>0</c:v>
                </c:pt>
                <c:pt idx="2601">
                  <c:v>0</c:v>
                </c:pt>
                <c:pt idx="2602">
                  <c:v>0</c:v>
                </c:pt>
                <c:pt idx="2603">
                  <c:v>0.101932826042928</c:v>
                </c:pt>
                <c:pt idx="2604">
                  <c:v>0</c:v>
                </c:pt>
                <c:pt idx="2605">
                  <c:v>0</c:v>
                </c:pt>
                <c:pt idx="2606">
                  <c:v>0</c:v>
                </c:pt>
                <c:pt idx="2607">
                  <c:v>0</c:v>
                </c:pt>
                <c:pt idx="2608">
                  <c:v>0</c:v>
                </c:pt>
                <c:pt idx="2609">
                  <c:v>0</c:v>
                </c:pt>
                <c:pt idx="2610">
                  <c:v>0</c:v>
                </c:pt>
                <c:pt idx="2611">
                  <c:v>0</c:v>
                </c:pt>
                <c:pt idx="2612">
                  <c:v>0</c:v>
                </c:pt>
                <c:pt idx="2613">
                  <c:v>0</c:v>
                </c:pt>
                <c:pt idx="2614">
                  <c:v>0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0</c:v>
                </c:pt>
                <c:pt idx="2621">
                  <c:v>0</c:v>
                </c:pt>
                <c:pt idx="2622">
                  <c:v>0</c:v>
                </c:pt>
                <c:pt idx="2623">
                  <c:v>0</c:v>
                </c:pt>
                <c:pt idx="2624">
                  <c:v>0</c:v>
                </c:pt>
                <c:pt idx="2625">
                  <c:v>0.110091089386766</c:v>
                </c:pt>
                <c:pt idx="2626">
                  <c:v>0</c:v>
                </c:pt>
                <c:pt idx="2627">
                  <c:v>0</c:v>
                </c:pt>
                <c:pt idx="2628">
                  <c:v>9.9891848287275001E-2</c:v>
                </c:pt>
                <c:pt idx="2629">
                  <c:v>0</c:v>
                </c:pt>
                <c:pt idx="2630">
                  <c:v>0</c:v>
                </c:pt>
                <c:pt idx="2631">
                  <c:v>0</c:v>
                </c:pt>
                <c:pt idx="2632">
                  <c:v>0</c:v>
                </c:pt>
                <c:pt idx="2633">
                  <c:v>0</c:v>
                </c:pt>
                <c:pt idx="2634">
                  <c:v>0</c:v>
                </c:pt>
                <c:pt idx="2635">
                  <c:v>0</c:v>
                </c:pt>
                <c:pt idx="2636">
                  <c:v>0</c:v>
                </c:pt>
                <c:pt idx="2637">
                  <c:v>0</c:v>
                </c:pt>
                <c:pt idx="2638">
                  <c:v>0</c:v>
                </c:pt>
                <c:pt idx="2639">
                  <c:v>0</c:v>
                </c:pt>
                <c:pt idx="2640">
                  <c:v>0</c:v>
                </c:pt>
                <c:pt idx="2641">
                  <c:v>0</c:v>
                </c:pt>
                <c:pt idx="2642">
                  <c:v>0.106155404764711</c:v>
                </c:pt>
                <c:pt idx="2643">
                  <c:v>0</c:v>
                </c:pt>
                <c:pt idx="2644">
                  <c:v>0</c:v>
                </c:pt>
                <c:pt idx="2645">
                  <c:v>0</c:v>
                </c:pt>
                <c:pt idx="2646">
                  <c:v>0</c:v>
                </c:pt>
                <c:pt idx="2647">
                  <c:v>0</c:v>
                </c:pt>
                <c:pt idx="2648">
                  <c:v>0</c:v>
                </c:pt>
                <c:pt idx="2649">
                  <c:v>0</c:v>
                </c:pt>
                <c:pt idx="2650">
                  <c:v>0</c:v>
                </c:pt>
                <c:pt idx="2651">
                  <c:v>0</c:v>
                </c:pt>
                <c:pt idx="2652">
                  <c:v>0</c:v>
                </c:pt>
                <c:pt idx="2653">
                  <c:v>0</c:v>
                </c:pt>
                <c:pt idx="2654">
                  <c:v>0</c:v>
                </c:pt>
                <c:pt idx="2655">
                  <c:v>0</c:v>
                </c:pt>
                <c:pt idx="2656">
                  <c:v>0</c:v>
                </c:pt>
                <c:pt idx="2657">
                  <c:v>0</c:v>
                </c:pt>
                <c:pt idx="2658">
                  <c:v>0</c:v>
                </c:pt>
                <c:pt idx="2659">
                  <c:v>0</c:v>
                </c:pt>
                <c:pt idx="2660">
                  <c:v>0</c:v>
                </c:pt>
                <c:pt idx="2661">
                  <c:v>0</c:v>
                </c:pt>
                <c:pt idx="2662">
                  <c:v>0.12929587025307199</c:v>
                </c:pt>
                <c:pt idx="2663">
                  <c:v>0</c:v>
                </c:pt>
                <c:pt idx="2664">
                  <c:v>0</c:v>
                </c:pt>
                <c:pt idx="2665">
                  <c:v>0</c:v>
                </c:pt>
                <c:pt idx="2666">
                  <c:v>0</c:v>
                </c:pt>
                <c:pt idx="2667">
                  <c:v>0</c:v>
                </c:pt>
                <c:pt idx="2668">
                  <c:v>0</c:v>
                </c:pt>
                <c:pt idx="2669">
                  <c:v>0</c:v>
                </c:pt>
                <c:pt idx="2670">
                  <c:v>0</c:v>
                </c:pt>
                <c:pt idx="2671">
                  <c:v>0</c:v>
                </c:pt>
                <c:pt idx="2672">
                  <c:v>0</c:v>
                </c:pt>
                <c:pt idx="2673">
                  <c:v>0</c:v>
                </c:pt>
                <c:pt idx="2674">
                  <c:v>0</c:v>
                </c:pt>
                <c:pt idx="2675">
                  <c:v>0</c:v>
                </c:pt>
                <c:pt idx="2676">
                  <c:v>0</c:v>
                </c:pt>
                <c:pt idx="2677">
                  <c:v>0</c:v>
                </c:pt>
                <c:pt idx="2678">
                  <c:v>0</c:v>
                </c:pt>
                <c:pt idx="2679">
                  <c:v>0</c:v>
                </c:pt>
                <c:pt idx="2680">
                  <c:v>0</c:v>
                </c:pt>
                <c:pt idx="2681">
                  <c:v>0</c:v>
                </c:pt>
                <c:pt idx="2682">
                  <c:v>0</c:v>
                </c:pt>
                <c:pt idx="2683">
                  <c:v>0</c:v>
                </c:pt>
                <c:pt idx="2684">
                  <c:v>0</c:v>
                </c:pt>
                <c:pt idx="2685">
                  <c:v>0</c:v>
                </c:pt>
                <c:pt idx="2686">
                  <c:v>0</c:v>
                </c:pt>
                <c:pt idx="2687">
                  <c:v>0</c:v>
                </c:pt>
                <c:pt idx="2688">
                  <c:v>0</c:v>
                </c:pt>
                <c:pt idx="2689">
                  <c:v>0</c:v>
                </c:pt>
                <c:pt idx="2690">
                  <c:v>0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0</c:v>
                </c:pt>
                <c:pt idx="2696">
                  <c:v>0</c:v>
                </c:pt>
                <c:pt idx="2697">
                  <c:v>0</c:v>
                </c:pt>
                <c:pt idx="2698">
                  <c:v>0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0</c:v>
                </c:pt>
                <c:pt idx="2703">
                  <c:v>0</c:v>
                </c:pt>
                <c:pt idx="2704">
                  <c:v>0</c:v>
                </c:pt>
                <c:pt idx="2705">
                  <c:v>0</c:v>
                </c:pt>
                <c:pt idx="2706">
                  <c:v>0</c:v>
                </c:pt>
                <c:pt idx="2707">
                  <c:v>0</c:v>
                </c:pt>
                <c:pt idx="2708">
                  <c:v>0</c:v>
                </c:pt>
                <c:pt idx="2709">
                  <c:v>0</c:v>
                </c:pt>
                <c:pt idx="2710">
                  <c:v>0</c:v>
                </c:pt>
                <c:pt idx="2711">
                  <c:v>0</c:v>
                </c:pt>
                <c:pt idx="2712">
                  <c:v>0</c:v>
                </c:pt>
                <c:pt idx="2713">
                  <c:v>0</c:v>
                </c:pt>
                <c:pt idx="2714">
                  <c:v>0.10020331117621099</c:v>
                </c:pt>
                <c:pt idx="2715">
                  <c:v>0.11416548000101701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0</c:v>
                </c:pt>
                <c:pt idx="2722">
                  <c:v>0</c:v>
                </c:pt>
                <c:pt idx="2723">
                  <c:v>0</c:v>
                </c:pt>
                <c:pt idx="2724">
                  <c:v>0</c:v>
                </c:pt>
                <c:pt idx="2725">
                  <c:v>0</c:v>
                </c:pt>
                <c:pt idx="2726">
                  <c:v>0</c:v>
                </c:pt>
                <c:pt idx="2727">
                  <c:v>0</c:v>
                </c:pt>
                <c:pt idx="2728">
                  <c:v>0</c:v>
                </c:pt>
                <c:pt idx="2729">
                  <c:v>0</c:v>
                </c:pt>
                <c:pt idx="2730">
                  <c:v>0</c:v>
                </c:pt>
                <c:pt idx="2731">
                  <c:v>0</c:v>
                </c:pt>
                <c:pt idx="2732">
                  <c:v>0.102215494373655</c:v>
                </c:pt>
                <c:pt idx="2733">
                  <c:v>0</c:v>
                </c:pt>
                <c:pt idx="2734">
                  <c:v>0</c:v>
                </c:pt>
                <c:pt idx="2735">
                  <c:v>0</c:v>
                </c:pt>
                <c:pt idx="2736">
                  <c:v>0</c:v>
                </c:pt>
                <c:pt idx="2737">
                  <c:v>0</c:v>
                </c:pt>
                <c:pt idx="2738">
                  <c:v>0</c:v>
                </c:pt>
                <c:pt idx="2739">
                  <c:v>0</c:v>
                </c:pt>
                <c:pt idx="2740">
                  <c:v>0</c:v>
                </c:pt>
                <c:pt idx="2741">
                  <c:v>0</c:v>
                </c:pt>
                <c:pt idx="2742">
                  <c:v>0</c:v>
                </c:pt>
                <c:pt idx="2743">
                  <c:v>0</c:v>
                </c:pt>
                <c:pt idx="2744">
                  <c:v>0</c:v>
                </c:pt>
                <c:pt idx="2745">
                  <c:v>0</c:v>
                </c:pt>
                <c:pt idx="2746">
                  <c:v>0</c:v>
                </c:pt>
                <c:pt idx="2747">
                  <c:v>0</c:v>
                </c:pt>
                <c:pt idx="2748">
                  <c:v>0</c:v>
                </c:pt>
                <c:pt idx="2749">
                  <c:v>0</c:v>
                </c:pt>
                <c:pt idx="2750">
                  <c:v>0</c:v>
                </c:pt>
                <c:pt idx="2751">
                  <c:v>0</c:v>
                </c:pt>
                <c:pt idx="2752">
                  <c:v>0</c:v>
                </c:pt>
                <c:pt idx="2753">
                  <c:v>0</c:v>
                </c:pt>
                <c:pt idx="2754">
                  <c:v>0</c:v>
                </c:pt>
                <c:pt idx="2755">
                  <c:v>0</c:v>
                </c:pt>
                <c:pt idx="2756">
                  <c:v>0</c:v>
                </c:pt>
                <c:pt idx="2757">
                  <c:v>0</c:v>
                </c:pt>
                <c:pt idx="2758">
                  <c:v>0</c:v>
                </c:pt>
                <c:pt idx="2759">
                  <c:v>0</c:v>
                </c:pt>
                <c:pt idx="2760">
                  <c:v>0</c:v>
                </c:pt>
                <c:pt idx="2761">
                  <c:v>0</c:v>
                </c:pt>
                <c:pt idx="2762">
                  <c:v>0</c:v>
                </c:pt>
                <c:pt idx="2763">
                  <c:v>0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0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0.10488021952732</c:v>
                </c:pt>
                <c:pt idx="2776">
                  <c:v>0</c:v>
                </c:pt>
                <c:pt idx="2777">
                  <c:v>0</c:v>
                </c:pt>
                <c:pt idx="2778">
                  <c:v>0</c:v>
                </c:pt>
                <c:pt idx="2779">
                  <c:v>0</c:v>
                </c:pt>
                <c:pt idx="2780">
                  <c:v>0</c:v>
                </c:pt>
                <c:pt idx="2781">
                  <c:v>0</c:v>
                </c:pt>
                <c:pt idx="2782">
                  <c:v>0.10323515581665101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0</c:v>
                </c:pt>
                <c:pt idx="2787">
                  <c:v>0</c:v>
                </c:pt>
                <c:pt idx="2788">
                  <c:v>0.100893035491146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0</c:v>
                </c:pt>
                <c:pt idx="2793">
                  <c:v>0</c:v>
                </c:pt>
                <c:pt idx="2794">
                  <c:v>0</c:v>
                </c:pt>
                <c:pt idx="2795">
                  <c:v>0</c:v>
                </c:pt>
                <c:pt idx="2796">
                  <c:v>0</c:v>
                </c:pt>
                <c:pt idx="2797">
                  <c:v>0</c:v>
                </c:pt>
                <c:pt idx="2798">
                  <c:v>0.100284212809491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0.10008186728782301</c:v>
                </c:pt>
                <c:pt idx="2804">
                  <c:v>0</c:v>
                </c:pt>
                <c:pt idx="2805">
                  <c:v>0</c:v>
                </c:pt>
                <c:pt idx="2806">
                  <c:v>0</c:v>
                </c:pt>
                <c:pt idx="2807">
                  <c:v>0.116495923701607</c:v>
                </c:pt>
                <c:pt idx="2808">
                  <c:v>0.119281419228412</c:v>
                </c:pt>
                <c:pt idx="2809">
                  <c:v>0</c:v>
                </c:pt>
                <c:pt idx="2810">
                  <c:v>0</c:v>
                </c:pt>
                <c:pt idx="2811">
                  <c:v>0</c:v>
                </c:pt>
                <c:pt idx="2812">
                  <c:v>0</c:v>
                </c:pt>
                <c:pt idx="2813">
                  <c:v>0</c:v>
                </c:pt>
                <c:pt idx="2814">
                  <c:v>0</c:v>
                </c:pt>
                <c:pt idx="2815">
                  <c:v>0</c:v>
                </c:pt>
                <c:pt idx="2816">
                  <c:v>0</c:v>
                </c:pt>
                <c:pt idx="2817">
                  <c:v>0</c:v>
                </c:pt>
                <c:pt idx="2818">
                  <c:v>0</c:v>
                </c:pt>
                <c:pt idx="2819">
                  <c:v>0</c:v>
                </c:pt>
                <c:pt idx="2820">
                  <c:v>0</c:v>
                </c:pt>
                <c:pt idx="2821">
                  <c:v>0</c:v>
                </c:pt>
                <c:pt idx="2822">
                  <c:v>0</c:v>
                </c:pt>
                <c:pt idx="2823">
                  <c:v>0</c:v>
                </c:pt>
                <c:pt idx="2824">
                  <c:v>0</c:v>
                </c:pt>
                <c:pt idx="2825">
                  <c:v>0</c:v>
                </c:pt>
                <c:pt idx="2826">
                  <c:v>0</c:v>
                </c:pt>
                <c:pt idx="2827">
                  <c:v>0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0</c:v>
                </c:pt>
                <c:pt idx="2832">
                  <c:v>0</c:v>
                </c:pt>
                <c:pt idx="2833">
                  <c:v>0</c:v>
                </c:pt>
                <c:pt idx="2834">
                  <c:v>0</c:v>
                </c:pt>
                <c:pt idx="2835">
                  <c:v>0</c:v>
                </c:pt>
                <c:pt idx="2836">
                  <c:v>0</c:v>
                </c:pt>
                <c:pt idx="2837">
                  <c:v>0</c:v>
                </c:pt>
                <c:pt idx="2838">
                  <c:v>0</c:v>
                </c:pt>
                <c:pt idx="2839">
                  <c:v>0</c:v>
                </c:pt>
                <c:pt idx="2840">
                  <c:v>0</c:v>
                </c:pt>
                <c:pt idx="2841">
                  <c:v>0.100931250703358</c:v>
                </c:pt>
                <c:pt idx="2842">
                  <c:v>0</c:v>
                </c:pt>
                <c:pt idx="2843">
                  <c:v>0</c:v>
                </c:pt>
                <c:pt idx="2844">
                  <c:v>0</c:v>
                </c:pt>
                <c:pt idx="2845">
                  <c:v>0</c:v>
                </c:pt>
                <c:pt idx="2846">
                  <c:v>0</c:v>
                </c:pt>
                <c:pt idx="2847">
                  <c:v>0</c:v>
                </c:pt>
                <c:pt idx="2848">
                  <c:v>0</c:v>
                </c:pt>
                <c:pt idx="2849">
                  <c:v>0</c:v>
                </c:pt>
                <c:pt idx="2850">
                  <c:v>0</c:v>
                </c:pt>
                <c:pt idx="2851">
                  <c:v>0</c:v>
                </c:pt>
                <c:pt idx="2852">
                  <c:v>0</c:v>
                </c:pt>
                <c:pt idx="2853">
                  <c:v>0</c:v>
                </c:pt>
                <c:pt idx="2854">
                  <c:v>0</c:v>
                </c:pt>
                <c:pt idx="2855">
                  <c:v>0</c:v>
                </c:pt>
                <c:pt idx="2856">
                  <c:v>0</c:v>
                </c:pt>
                <c:pt idx="2857">
                  <c:v>0</c:v>
                </c:pt>
                <c:pt idx="2858">
                  <c:v>0</c:v>
                </c:pt>
                <c:pt idx="2859">
                  <c:v>0</c:v>
                </c:pt>
                <c:pt idx="2860">
                  <c:v>0</c:v>
                </c:pt>
                <c:pt idx="2861">
                  <c:v>0</c:v>
                </c:pt>
                <c:pt idx="2862">
                  <c:v>0</c:v>
                </c:pt>
                <c:pt idx="2863">
                  <c:v>0</c:v>
                </c:pt>
                <c:pt idx="2864">
                  <c:v>0</c:v>
                </c:pt>
                <c:pt idx="2865">
                  <c:v>0</c:v>
                </c:pt>
                <c:pt idx="2866">
                  <c:v>0</c:v>
                </c:pt>
                <c:pt idx="2867">
                  <c:v>0</c:v>
                </c:pt>
                <c:pt idx="2868">
                  <c:v>0</c:v>
                </c:pt>
                <c:pt idx="2869">
                  <c:v>0</c:v>
                </c:pt>
                <c:pt idx="2870">
                  <c:v>0</c:v>
                </c:pt>
                <c:pt idx="2871">
                  <c:v>0</c:v>
                </c:pt>
                <c:pt idx="2872">
                  <c:v>0</c:v>
                </c:pt>
                <c:pt idx="2873">
                  <c:v>0</c:v>
                </c:pt>
                <c:pt idx="2874">
                  <c:v>0</c:v>
                </c:pt>
                <c:pt idx="2875">
                  <c:v>0</c:v>
                </c:pt>
                <c:pt idx="2876">
                  <c:v>0</c:v>
                </c:pt>
                <c:pt idx="2877">
                  <c:v>0</c:v>
                </c:pt>
                <c:pt idx="2878">
                  <c:v>0</c:v>
                </c:pt>
                <c:pt idx="2879">
                  <c:v>0</c:v>
                </c:pt>
                <c:pt idx="2880">
                  <c:v>0</c:v>
                </c:pt>
                <c:pt idx="2881">
                  <c:v>0</c:v>
                </c:pt>
                <c:pt idx="2882">
                  <c:v>0</c:v>
                </c:pt>
                <c:pt idx="2883">
                  <c:v>0</c:v>
                </c:pt>
                <c:pt idx="2884">
                  <c:v>0</c:v>
                </c:pt>
                <c:pt idx="2885">
                  <c:v>0</c:v>
                </c:pt>
                <c:pt idx="2886">
                  <c:v>0.102028930604544</c:v>
                </c:pt>
                <c:pt idx="2887">
                  <c:v>0</c:v>
                </c:pt>
                <c:pt idx="2888">
                  <c:v>0.10047809822798</c:v>
                </c:pt>
                <c:pt idx="2889">
                  <c:v>0</c:v>
                </c:pt>
                <c:pt idx="2890">
                  <c:v>0</c:v>
                </c:pt>
                <c:pt idx="2891">
                  <c:v>0</c:v>
                </c:pt>
                <c:pt idx="2892">
                  <c:v>0.101802121176903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0</c:v>
                </c:pt>
                <c:pt idx="2897">
                  <c:v>0</c:v>
                </c:pt>
                <c:pt idx="2898">
                  <c:v>0.113882429134115</c:v>
                </c:pt>
                <c:pt idx="2899">
                  <c:v>0</c:v>
                </c:pt>
                <c:pt idx="2900">
                  <c:v>0</c:v>
                </c:pt>
                <c:pt idx="2901">
                  <c:v>0</c:v>
                </c:pt>
                <c:pt idx="2902">
                  <c:v>0</c:v>
                </c:pt>
                <c:pt idx="2903">
                  <c:v>0</c:v>
                </c:pt>
                <c:pt idx="2904">
                  <c:v>0.10362861224316</c:v>
                </c:pt>
                <c:pt idx="2905">
                  <c:v>0</c:v>
                </c:pt>
                <c:pt idx="2906">
                  <c:v>0</c:v>
                </c:pt>
                <c:pt idx="2907">
                  <c:v>0</c:v>
                </c:pt>
                <c:pt idx="2908">
                  <c:v>0.141296956726402</c:v>
                </c:pt>
                <c:pt idx="2909">
                  <c:v>0.13519394997033499</c:v>
                </c:pt>
                <c:pt idx="2910">
                  <c:v>0</c:v>
                </c:pt>
                <c:pt idx="2911">
                  <c:v>0</c:v>
                </c:pt>
                <c:pt idx="2912">
                  <c:v>0</c:v>
                </c:pt>
                <c:pt idx="2913">
                  <c:v>0.100796027573526</c:v>
                </c:pt>
                <c:pt idx="2914">
                  <c:v>0</c:v>
                </c:pt>
                <c:pt idx="2915">
                  <c:v>0</c:v>
                </c:pt>
                <c:pt idx="2916">
                  <c:v>0</c:v>
                </c:pt>
                <c:pt idx="2917">
                  <c:v>0</c:v>
                </c:pt>
                <c:pt idx="2918">
                  <c:v>0</c:v>
                </c:pt>
                <c:pt idx="2919">
                  <c:v>0</c:v>
                </c:pt>
                <c:pt idx="2920">
                  <c:v>0</c:v>
                </c:pt>
                <c:pt idx="2921">
                  <c:v>0.100746287744142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0</c:v>
                </c:pt>
                <c:pt idx="2926">
                  <c:v>0</c:v>
                </c:pt>
                <c:pt idx="2927">
                  <c:v>0</c:v>
                </c:pt>
                <c:pt idx="2928">
                  <c:v>0</c:v>
                </c:pt>
                <c:pt idx="2929">
                  <c:v>0</c:v>
                </c:pt>
                <c:pt idx="2930">
                  <c:v>0</c:v>
                </c:pt>
                <c:pt idx="2931">
                  <c:v>0</c:v>
                </c:pt>
                <c:pt idx="2932">
                  <c:v>0.111728114372524</c:v>
                </c:pt>
                <c:pt idx="2933">
                  <c:v>0.103582465141728</c:v>
                </c:pt>
                <c:pt idx="2934">
                  <c:v>0.105678979270849</c:v>
                </c:pt>
                <c:pt idx="2935">
                  <c:v>0</c:v>
                </c:pt>
                <c:pt idx="2936">
                  <c:v>0</c:v>
                </c:pt>
                <c:pt idx="2937">
                  <c:v>0</c:v>
                </c:pt>
                <c:pt idx="2938">
                  <c:v>0.103080964191025</c:v>
                </c:pt>
                <c:pt idx="2939">
                  <c:v>0</c:v>
                </c:pt>
                <c:pt idx="2940">
                  <c:v>0.100306114653506</c:v>
                </c:pt>
                <c:pt idx="2941">
                  <c:v>0</c:v>
                </c:pt>
                <c:pt idx="2942">
                  <c:v>0</c:v>
                </c:pt>
                <c:pt idx="2943">
                  <c:v>0</c:v>
                </c:pt>
                <c:pt idx="2944">
                  <c:v>0</c:v>
                </c:pt>
                <c:pt idx="2945">
                  <c:v>0</c:v>
                </c:pt>
                <c:pt idx="2946">
                  <c:v>0.103911579931172</c:v>
                </c:pt>
                <c:pt idx="2947">
                  <c:v>0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0</c:v>
                </c:pt>
                <c:pt idx="2954">
                  <c:v>0</c:v>
                </c:pt>
                <c:pt idx="2955">
                  <c:v>0</c:v>
                </c:pt>
                <c:pt idx="2956">
                  <c:v>0.11105946050030301</c:v>
                </c:pt>
                <c:pt idx="2957">
                  <c:v>0</c:v>
                </c:pt>
                <c:pt idx="2958">
                  <c:v>0</c:v>
                </c:pt>
                <c:pt idx="2959">
                  <c:v>0</c:v>
                </c:pt>
                <c:pt idx="2960">
                  <c:v>0</c:v>
                </c:pt>
                <c:pt idx="2961">
                  <c:v>0</c:v>
                </c:pt>
                <c:pt idx="2962">
                  <c:v>0.10222610828949601</c:v>
                </c:pt>
                <c:pt idx="2963">
                  <c:v>0</c:v>
                </c:pt>
                <c:pt idx="2964">
                  <c:v>0.10120897703671899</c:v>
                </c:pt>
                <c:pt idx="2965">
                  <c:v>0</c:v>
                </c:pt>
                <c:pt idx="2966">
                  <c:v>0</c:v>
                </c:pt>
                <c:pt idx="2967">
                  <c:v>0</c:v>
                </c:pt>
                <c:pt idx="2968">
                  <c:v>0</c:v>
                </c:pt>
                <c:pt idx="2969">
                  <c:v>0</c:v>
                </c:pt>
                <c:pt idx="2970">
                  <c:v>0</c:v>
                </c:pt>
                <c:pt idx="2971">
                  <c:v>0</c:v>
                </c:pt>
                <c:pt idx="2972">
                  <c:v>0</c:v>
                </c:pt>
                <c:pt idx="2973">
                  <c:v>0</c:v>
                </c:pt>
                <c:pt idx="2974">
                  <c:v>0</c:v>
                </c:pt>
                <c:pt idx="2975">
                  <c:v>0</c:v>
                </c:pt>
                <c:pt idx="2976">
                  <c:v>0</c:v>
                </c:pt>
                <c:pt idx="2977">
                  <c:v>0</c:v>
                </c:pt>
                <c:pt idx="2978">
                  <c:v>0</c:v>
                </c:pt>
                <c:pt idx="2979">
                  <c:v>0</c:v>
                </c:pt>
                <c:pt idx="2980">
                  <c:v>0</c:v>
                </c:pt>
                <c:pt idx="2981">
                  <c:v>0</c:v>
                </c:pt>
                <c:pt idx="2982">
                  <c:v>0</c:v>
                </c:pt>
                <c:pt idx="2983">
                  <c:v>0</c:v>
                </c:pt>
                <c:pt idx="2984">
                  <c:v>0</c:v>
                </c:pt>
                <c:pt idx="2985">
                  <c:v>0</c:v>
                </c:pt>
                <c:pt idx="2986">
                  <c:v>0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0</c:v>
                </c:pt>
                <c:pt idx="2991">
                  <c:v>0</c:v>
                </c:pt>
                <c:pt idx="2992">
                  <c:v>0</c:v>
                </c:pt>
                <c:pt idx="2993">
                  <c:v>0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0</c:v>
                </c:pt>
                <c:pt idx="3002">
                  <c:v>0</c:v>
                </c:pt>
                <c:pt idx="3003">
                  <c:v>0.104223005864331</c:v>
                </c:pt>
                <c:pt idx="3004">
                  <c:v>0</c:v>
                </c:pt>
                <c:pt idx="3005">
                  <c:v>0</c:v>
                </c:pt>
                <c:pt idx="3006">
                  <c:v>0</c:v>
                </c:pt>
                <c:pt idx="3007">
                  <c:v>0</c:v>
                </c:pt>
                <c:pt idx="3008">
                  <c:v>0</c:v>
                </c:pt>
                <c:pt idx="3009">
                  <c:v>0</c:v>
                </c:pt>
                <c:pt idx="3010">
                  <c:v>0</c:v>
                </c:pt>
                <c:pt idx="3011">
                  <c:v>0</c:v>
                </c:pt>
                <c:pt idx="3012">
                  <c:v>0</c:v>
                </c:pt>
                <c:pt idx="3013">
                  <c:v>0</c:v>
                </c:pt>
                <c:pt idx="3014">
                  <c:v>0</c:v>
                </c:pt>
                <c:pt idx="3015">
                  <c:v>0</c:v>
                </c:pt>
                <c:pt idx="3016">
                  <c:v>0</c:v>
                </c:pt>
                <c:pt idx="3017">
                  <c:v>0</c:v>
                </c:pt>
                <c:pt idx="3018">
                  <c:v>0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0</c:v>
                </c:pt>
                <c:pt idx="3023">
                  <c:v>0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0</c:v>
                </c:pt>
                <c:pt idx="3030">
                  <c:v>0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0</c:v>
                </c:pt>
                <c:pt idx="3037">
                  <c:v>0</c:v>
                </c:pt>
                <c:pt idx="3038">
                  <c:v>0</c:v>
                </c:pt>
                <c:pt idx="3039">
                  <c:v>0</c:v>
                </c:pt>
                <c:pt idx="3040">
                  <c:v>0</c:v>
                </c:pt>
                <c:pt idx="3041">
                  <c:v>0.104789717409635</c:v>
                </c:pt>
                <c:pt idx="3042">
                  <c:v>0</c:v>
                </c:pt>
                <c:pt idx="3043">
                  <c:v>0</c:v>
                </c:pt>
                <c:pt idx="3044">
                  <c:v>0</c:v>
                </c:pt>
                <c:pt idx="3045">
                  <c:v>0</c:v>
                </c:pt>
                <c:pt idx="3046">
                  <c:v>0</c:v>
                </c:pt>
                <c:pt idx="3047">
                  <c:v>0</c:v>
                </c:pt>
                <c:pt idx="3048">
                  <c:v>0</c:v>
                </c:pt>
                <c:pt idx="3049">
                  <c:v>0</c:v>
                </c:pt>
                <c:pt idx="3050">
                  <c:v>0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0</c:v>
                </c:pt>
                <c:pt idx="3057">
                  <c:v>0</c:v>
                </c:pt>
                <c:pt idx="3058">
                  <c:v>0</c:v>
                </c:pt>
                <c:pt idx="3059">
                  <c:v>0</c:v>
                </c:pt>
                <c:pt idx="3060">
                  <c:v>0</c:v>
                </c:pt>
                <c:pt idx="3061">
                  <c:v>0</c:v>
                </c:pt>
                <c:pt idx="3062">
                  <c:v>0</c:v>
                </c:pt>
                <c:pt idx="3063">
                  <c:v>0</c:v>
                </c:pt>
                <c:pt idx="3064">
                  <c:v>0</c:v>
                </c:pt>
                <c:pt idx="3065">
                  <c:v>0</c:v>
                </c:pt>
                <c:pt idx="3066">
                  <c:v>0</c:v>
                </c:pt>
                <c:pt idx="3067">
                  <c:v>0.103726949285838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0</c:v>
                </c:pt>
                <c:pt idx="3072">
                  <c:v>0</c:v>
                </c:pt>
                <c:pt idx="3073">
                  <c:v>0</c:v>
                </c:pt>
                <c:pt idx="3074">
                  <c:v>0</c:v>
                </c:pt>
                <c:pt idx="3075">
                  <c:v>0</c:v>
                </c:pt>
                <c:pt idx="3076">
                  <c:v>0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0</c:v>
                </c:pt>
                <c:pt idx="3081">
                  <c:v>0.10045665570264101</c:v>
                </c:pt>
                <c:pt idx="3082">
                  <c:v>0</c:v>
                </c:pt>
                <c:pt idx="3083">
                  <c:v>0</c:v>
                </c:pt>
                <c:pt idx="3084">
                  <c:v>0</c:v>
                </c:pt>
                <c:pt idx="3085">
                  <c:v>0</c:v>
                </c:pt>
                <c:pt idx="3086">
                  <c:v>0</c:v>
                </c:pt>
                <c:pt idx="3087">
                  <c:v>0</c:v>
                </c:pt>
                <c:pt idx="3088">
                  <c:v>0.10783810215761699</c:v>
                </c:pt>
                <c:pt idx="3089">
                  <c:v>0</c:v>
                </c:pt>
                <c:pt idx="3090">
                  <c:v>0</c:v>
                </c:pt>
                <c:pt idx="3091">
                  <c:v>0</c:v>
                </c:pt>
                <c:pt idx="3092">
                  <c:v>0</c:v>
                </c:pt>
                <c:pt idx="3093">
                  <c:v>0</c:v>
                </c:pt>
                <c:pt idx="3094">
                  <c:v>0</c:v>
                </c:pt>
                <c:pt idx="3095">
                  <c:v>0</c:v>
                </c:pt>
                <c:pt idx="3096">
                  <c:v>0</c:v>
                </c:pt>
                <c:pt idx="3097">
                  <c:v>0</c:v>
                </c:pt>
                <c:pt idx="3098">
                  <c:v>0</c:v>
                </c:pt>
                <c:pt idx="3099">
                  <c:v>0</c:v>
                </c:pt>
                <c:pt idx="3100">
                  <c:v>0</c:v>
                </c:pt>
                <c:pt idx="3101">
                  <c:v>0</c:v>
                </c:pt>
                <c:pt idx="3102">
                  <c:v>0</c:v>
                </c:pt>
                <c:pt idx="3103">
                  <c:v>0</c:v>
                </c:pt>
                <c:pt idx="3104">
                  <c:v>0</c:v>
                </c:pt>
                <c:pt idx="3105">
                  <c:v>0</c:v>
                </c:pt>
                <c:pt idx="3106">
                  <c:v>0</c:v>
                </c:pt>
                <c:pt idx="3107">
                  <c:v>0</c:v>
                </c:pt>
                <c:pt idx="3108">
                  <c:v>0</c:v>
                </c:pt>
                <c:pt idx="3109">
                  <c:v>0</c:v>
                </c:pt>
                <c:pt idx="3110">
                  <c:v>0</c:v>
                </c:pt>
                <c:pt idx="3111">
                  <c:v>0.12371140611451099</c:v>
                </c:pt>
                <c:pt idx="3112">
                  <c:v>0</c:v>
                </c:pt>
                <c:pt idx="3113">
                  <c:v>0.100286665365676</c:v>
                </c:pt>
                <c:pt idx="3114">
                  <c:v>0</c:v>
                </c:pt>
                <c:pt idx="3115">
                  <c:v>0</c:v>
                </c:pt>
                <c:pt idx="3116">
                  <c:v>0</c:v>
                </c:pt>
                <c:pt idx="3117">
                  <c:v>0.100059122030853</c:v>
                </c:pt>
                <c:pt idx="3118">
                  <c:v>0</c:v>
                </c:pt>
                <c:pt idx="3119">
                  <c:v>0</c:v>
                </c:pt>
                <c:pt idx="3120">
                  <c:v>0</c:v>
                </c:pt>
                <c:pt idx="3121">
                  <c:v>0</c:v>
                </c:pt>
                <c:pt idx="3122">
                  <c:v>0</c:v>
                </c:pt>
                <c:pt idx="3123">
                  <c:v>0</c:v>
                </c:pt>
                <c:pt idx="3124">
                  <c:v>0</c:v>
                </c:pt>
                <c:pt idx="3125">
                  <c:v>0.101375225347385</c:v>
                </c:pt>
                <c:pt idx="3126">
                  <c:v>0</c:v>
                </c:pt>
                <c:pt idx="3127">
                  <c:v>0.106018383036918</c:v>
                </c:pt>
                <c:pt idx="3128">
                  <c:v>0</c:v>
                </c:pt>
                <c:pt idx="3129">
                  <c:v>0</c:v>
                </c:pt>
                <c:pt idx="3130">
                  <c:v>0</c:v>
                </c:pt>
                <c:pt idx="3131">
                  <c:v>0</c:v>
                </c:pt>
                <c:pt idx="3132">
                  <c:v>0</c:v>
                </c:pt>
                <c:pt idx="3133">
                  <c:v>0</c:v>
                </c:pt>
                <c:pt idx="3134">
                  <c:v>0</c:v>
                </c:pt>
                <c:pt idx="3135">
                  <c:v>0</c:v>
                </c:pt>
                <c:pt idx="3136">
                  <c:v>0</c:v>
                </c:pt>
                <c:pt idx="3137">
                  <c:v>0</c:v>
                </c:pt>
                <c:pt idx="3138">
                  <c:v>0</c:v>
                </c:pt>
                <c:pt idx="3139">
                  <c:v>0</c:v>
                </c:pt>
                <c:pt idx="3140">
                  <c:v>0</c:v>
                </c:pt>
                <c:pt idx="3141">
                  <c:v>0</c:v>
                </c:pt>
                <c:pt idx="3142">
                  <c:v>0</c:v>
                </c:pt>
                <c:pt idx="3143">
                  <c:v>0</c:v>
                </c:pt>
                <c:pt idx="3144">
                  <c:v>0</c:v>
                </c:pt>
                <c:pt idx="3145">
                  <c:v>0</c:v>
                </c:pt>
                <c:pt idx="3146">
                  <c:v>0</c:v>
                </c:pt>
                <c:pt idx="3147">
                  <c:v>0</c:v>
                </c:pt>
                <c:pt idx="3148">
                  <c:v>0</c:v>
                </c:pt>
                <c:pt idx="3149">
                  <c:v>0</c:v>
                </c:pt>
                <c:pt idx="3150">
                  <c:v>0</c:v>
                </c:pt>
                <c:pt idx="3151">
                  <c:v>0</c:v>
                </c:pt>
                <c:pt idx="3152">
                  <c:v>0</c:v>
                </c:pt>
                <c:pt idx="3153">
                  <c:v>0</c:v>
                </c:pt>
                <c:pt idx="3154">
                  <c:v>0</c:v>
                </c:pt>
                <c:pt idx="3155">
                  <c:v>0</c:v>
                </c:pt>
                <c:pt idx="3156">
                  <c:v>0</c:v>
                </c:pt>
                <c:pt idx="3157">
                  <c:v>0</c:v>
                </c:pt>
                <c:pt idx="3158">
                  <c:v>0</c:v>
                </c:pt>
                <c:pt idx="3159">
                  <c:v>0</c:v>
                </c:pt>
                <c:pt idx="3160">
                  <c:v>0</c:v>
                </c:pt>
                <c:pt idx="3161">
                  <c:v>0</c:v>
                </c:pt>
                <c:pt idx="3162">
                  <c:v>0</c:v>
                </c:pt>
                <c:pt idx="3163">
                  <c:v>0</c:v>
                </c:pt>
                <c:pt idx="3164">
                  <c:v>0</c:v>
                </c:pt>
                <c:pt idx="3165">
                  <c:v>0</c:v>
                </c:pt>
                <c:pt idx="3166">
                  <c:v>0</c:v>
                </c:pt>
                <c:pt idx="3167">
                  <c:v>0</c:v>
                </c:pt>
                <c:pt idx="3168">
                  <c:v>0</c:v>
                </c:pt>
                <c:pt idx="3169">
                  <c:v>0</c:v>
                </c:pt>
                <c:pt idx="3170">
                  <c:v>0</c:v>
                </c:pt>
                <c:pt idx="3171">
                  <c:v>0.1003708478385</c:v>
                </c:pt>
                <c:pt idx="3172">
                  <c:v>0</c:v>
                </c:pt>
                <c:pt idx="3173">
                  <c:v>0</c:v>
                </c:pt>
                <c:pt idx="3174">
                  <c:v>0</c:v>
                </c:pt>
                <c:pt idx="3175">
                  <c:v>0</c:v>
                </c:pt>
                <c:pt idx="3176">
                  <c:v>0</c:v>
                </c:pt>
                <c:pt idx="3177">
                  <c:v>0</c:v>
                </c:pt>
                <c:pt idx="3178">
                  <c:v>0</c:v>
                </c:pt>
                <c:pt idx="3179">
                  <c:v>0</c:v>
                </c:pt>
                <c:pt idx="3180">
                  <c:v>0</c:v>
                </c:pt>
                <c:pt idx="3181">
                  <c:v>0.101286285423185</c:v>
                </c:pt>
                <c:pt idx="3182">
                  <c:v>0</c:v>
                </c:pt>
                <c:pt idx="3183">
                  <c:v>0.103704560098021</c:v>
                </c:pt>
                <c:pt idx="3184">
                  <c:v>0</c:v>
                </c:pt>
                <c:pt idx="3185">
                  <c:v>0</c:v>
                </c:pt>
                <c:pt idx="3186">
                  <c:v>0</c:v>
                </c:pt>
                <c:pt idx="3187">
                  <c:v>0</c:v>
                </c:pt>
                <c:pt idx="3188">
                  <c:v>0</c:v>
                </c:pt>
                <c:pt idx="3189">
                  <c:v>0</c:v>
                </c:pt>
                <c:pt idx="3190">
                  <c:v>0</c:v>
                </c:pt>
                <c:pt idx="3191">
                  <c:v>0</c:v>
                </c:pt>
                <c:pt idx="3192">
                  <c:v>0</c:v>
                </c:pt>
                <c:pt idx="3193">
                  <c:v>0.100793867377306</c:v>
                </c:pt>
                <c:pt idx="3194">
                  <c:v>0</c:v>
                </c:pt>
                <c:pt idx="3195">
                  <c:v>0</c:v>
                </c:pt>
                <c:pt idx="3196">
                  <c:v>0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0</c:v>
                </c:pt>
                <c:pt idx="3201">
                  <c:v>0.11496129198525901</c:v>
                </c:pt>
                <c:pt idx="3202">
                  <c:v>0</c:v>
                </c:pt>
                <c:pt idx="3203">
                  <c:v>0</c:v>
                </c:pt>
                <c:pt idx="3204">
                  <c:v>0</c:v>
                </c:pt>
                <c:pt idx="3205">
                  <c:v>0.102939896787533</c:v>
                </c:pt>
                <c:pt idx="3206">
                  <c:v>0</c:v>
                </c:pt>
                <c:pt idx="3207">
                  <c:v>0</c:v>
                </c:pt>
                <c:pt idx="3208">
                  <c:v>0</c:v>
                </c:pt>
                <c:pt idx="3209">
                  <c:v>0.10015973029148301</c:v>
                </c:pt>
                <c:pt idx="3210">
                  <c:v>0</c:v>
                </c:pt>
                <c:pt idx="3211">
                  <c:v>0.101090751703599</c:v>
                </c:pt>
                <c:pt idx="3212">
                  <c:v>0</c:v>
                </c:pt>
                <c:pt idx="3213">
                  <c:v>0.101307679546077</c:v>
                </c:pt>
                <c:pt idx="3214">
                  <c:v>0</c:v>
                </c:pt>
                <c:pt idx="3215">
                  <c:v>0</c:v>
                </c:pt>
                <c:pt idx="3216">
                  <c:v>0</c:v>
                </c:pt>
                <c:pt idx="3217">
                  <c:v>0</c:v>
                </c:pt>
                <c:pt idx="3218">
                  <c:v>0</c:v>
                </c:pt>
                <c:pt idx="3219">
                  <c:v>0</c:v>
                </c:pt>
                <c:pt idx="3220">
                  <c:v>0</c:v>
                </c:pt>
                <c:pt idx="3221">
                  <c:v>0</c:v>
                </c:pt>
                <c:pt idx="3222">
                  <c:v>0</c:v>
                </c:pt>
                <c:pt idx="3223">
                  <c:v>0</c:v>
                </c:pt>
                <c:pt idx="3224">
                  <c:v>0.102629612432509</c:v>
                </c:pt>
                <c:pt idx="3225">
                  <c:v>0</c:v>
                </c:pt>
                <c:pt idx="3226">
                  <c:v>0.103409943466264</c:v>
                </c:pt>
                <c:pt idx="3227">
                  <c:v>0</c:v>
                </c:pt>
                <c:pt idx="3228">
                  <c:v>0</c:v>
                </c:pt>
                <c:pt idx="3229">
                  <c:v>0</c:v>
                </c:pt>
                <c:pt idx="3230">
                  <c:v>0</c:v>
                </c:pt>
                <c:pt idx="3231">
                  <c:v>0</c:v>
                </c:pt>
                <c:pt idx="3232">
                  <c:v>0</c:v>
                </c:pt>
                <c:pt idx="3233">
                  <c:v>0</c:v>
                </c:pt>
                <c:pt idx="3234">
                  <c:v>0</c:v>
                </c:pt>
                <c:pt idx="3235">
                  <c:v>0</c:v>
                </c:pt>
                <c:pt idx="3236">
                  <c:v>0</c:v>
                </c:pt>
                <c:pt idx="3237">
                  <c:v>0</c:v>
                </c:pt>
                <c:pt idx="3238">
                  <c:v>0</c:v>
                </c:pt>
                <c:pt idx="3239">
                  <c:v>0</c:v>
                </c:pt>
                <c:pt idx="3240">
                  <c:v>0</c:v>
                </c:pt>
                <c:pt idx="3241">
                  <c:v>0.100344899913134</c:v>
                </c:pt>
                <c:pt idx="3242">
                  <c:v>0</c:v>
                </c:pt>
                <c:pt idx="3243">
                  <c:v>0</c:v>
                </c:pt>
                <c:pt idx="3244">
                  <c:v>0</c:v>
                </c:pt>
                <c:pt idx="3245">
                  <c:v>0</c:v>
                </c:pt>
                <c:pt idx="3246">
                  <c:v>0</c:v>
                </c:pt>
                <c:pt idx="3247">
                  <c:v>0</c:v>
                </c:pt>
                <c:pt idx="3248">
                  <c:v>0</c:v>
                </c:pt>
                <c:pt idx="3249">
                  <c:v>0</c:v>
                </c:pt>
                <c:pt idx="3250">
                  <c:v>0</c:v>
                </c:pt>
                <c:pt idx="3251">
                  <c:v>0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0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0</c:v>
                </c:pt>
                <c:pt idx="3260">
                  <c:v>0</c:v>
                </c:pt>
                <c:pt idx="3261">
                  <c:v>0</c:v>
                </c:pt>
                <c:pt idx="3262">
                  <c:v>0</c:v>
                </c:pt>
                <c:pt idx="3263">
                  <c:v>0</c:v>
                </c:pt>
                <c:pt idx="3264">
                  <c:v>0.101815624015838</c:v>
                </c:pt>
                <c:pt idx="3265">
                  <c:v>0</c:v>
                </c:pt>
                <c:pt idx="3266">
                  <c:v>0</c:v>
                </c:pt>
                <c:pt idx="3267">
                  <c:v>0</c:v>
                </c:pt>
                <c:pt idx="3268">
                  <c:v>0</c:v>
                </c:pt>
                <c:pt idx="3269">
                  <c:v>0</c:v>
                </c:pt>
                <c:pt idx="3270">
                  <c:v>0</c:v>
                </c:pt>
                <c:pt idx="3271">
                  <c:v>0</c:v>
                </c:pt>
                <c:pt idx="3272">
                  <c:v>0</c:v>
                </c:pt>
                <c:pt idx="3273">
                  <c:v>0</c:v>
                </c:pt>
                <c:pt idx="3274">
                  <c:v>0.10101479649472</c:v>
                </c:pt>
                <c:pt idx="3275">
                  <c:v>0</c:v>
                </c:pt>
                <c:pt idx="3276">
                  <c:v>0</c:v>
                </c:pt>
                <c:pt idx="3277">
                  <c:v>0.109546573839165</c:v>
                </c:pt>
                <c:pt idx="3278">
                  <c:v>0</c:v>
                </c:pt>
                <c:pt idx="3279">
                  <c:v>0</c:v>
                </c:pt>
                <c:pt idx="3280">
                  <c:v>0.10290489923370399</c:v>
                </c:pt>
                <c:pt idx="3281">
                  <c:v>0</c:v>
                </c:pt>
                <c:pt idx="3282">
                  <c:v>0</c:v>
                </c:pt>
                <c:pt idx="3283">
                  <c:v>0</c:v>
                </c:pt>
                <c:pt idx="3284">
                  <c:v>0</c:v>
                </c:pt>
                <c:pt idx="3285">
                  <c:v>0</c:v>
                </c:pt>
                <c:pt idx="3286">
                  <c:v>0</c:v>
                </c:pt>
                <c:pt idx="3287">
                  <c:v>0</c:v>
                </c:pt>
                <c:pt idx="3288">
                  <c:v>0.103911812588296</c:v>
                </c:pt>
                <c:pt idx="3289">
                  <c:v>0</c:v>
                </c:pt>
                <c:pt idx="3290">
                  <c:v>0</c:v>
                </c:pt>
                <c:pt idx="3291">
                  <c:v>0</c:v>
                </c:pt>
                <c:pt idx="3292">
                  <c:v>0</c:v>
                </c:pt>
                <c:pt idx="3293">
                  <c:v>0</c:v>
                </c:pt>
                <c:pt idx="3294">
                  <c:v>0</c:v>
                </c:pt>
                <c:pt idx="3295">
                  <c:v>0</c:v>
                </c:pt>
                <c:pt idx="3296">
                  <c:v>0</c:v>
                </c:pt>
                <c:pt idx="3297">
                  <c:v>0</c:v>
                </c:pt>
                <c:pt idx="3298">
                  <c:v>0</c:v>
                </c:pt>
                <c:pt idx="3299">
                  <c:v>0</c:v>
                </c:pt>
                <c:pt idx="3300">
                  <c:v>0</c:v>
                </c:pt>
                <c:pt idx="3301">
                  <c:v>0</c:v>
                </c:pt>
                <c:pt idx="3302">
                  <c:v>0</c:v>
                </c:pt>
                <c:pt idx="3303">
                  <c:v>0</c:v>
                </c:pt>
                <c:pt idx="3304">
                  <c:v>0</c:v>
                </c:pt>
                <c:pt idx="3305">
                  <c:v>0</c:v>
                </c:pt>
                <c:pt idx="3306">
                  <c:v>0</c:v>
                </c:pt>
                <c:pt idx="3307">
                  <c:v>0</c:v>
                </c:pt>
                <c:pt idx="3308">
                  <c:v>0</c:v>
                </c:pt>
                <c:pt idx="3309">
                  <c:v>0</c:v>
                </c:pt>
                <c:pt idx="3310">
                  <c:v>0</c:v>
                </c:pt>
                <c:pt idx="3311">
                  <c:v>0</c:v>
                </c:pt>
                <c:pt idx="3312">
                  <c:v>0</c:v>
                </c:pt>
                <c:pt idx="3313">
                  <c:v>0</c:v>
                </c:pt>
                <c:pt idx="3314">
                  <c:v>0</c:v>
                </c:pt>
                <c:pt idx="3315">
                  <c:v>0</c:v>
                </c:pt>
                <c:pt idx="3316">
                  <c:v>0</c:v>
                </c:pt>
                <c:pt idx="3317">
                  <c:v>0</c:v>
                </c:pt>
                <c:pt idx="3318">
                  <c:v>0</c:v>
                </c:pt>
                <c:pt idx="3319">
                  <c:v>0</c:v>
                </c:pt>
                <c:pt idx="3320">
                  <c:v>0</c:v>
                </c:pt>
                <c:pt idx="3321">
                  <c:v>0</c:v>
                </c:pt>
                <c:pt idx="3322">
                  <c:v>0</c:v>
                </c:pt>
                <c:pt idx="3323">
                  <c:v>0</c:v>
                </c:pt>
                <c:pt idx="3324">
                  <c:v>0.10557528160965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0</c:v>
                </c:pt>
                <c:pt idx="3330">
                  <c:v>0</c:v>
                </c:pt>
                <c:pt idx="3331">
                  <c:v>0</c:v>
                </c:pt>
                <c:pt idx="3332">
                  <c:v>0</c:v>
                </c:pt>
                <c:pt idx="3333">
                  <c:v>0</c:v>
                </c:pt>
                <c:pt idx="3334">
                  <c:v>0</c:v>
                </c:pt>
                <c:pt idx="3335">
                  <c:v>0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0</c:v>
                </c:pt>
                <c:pt idx="3343">
                  <c:v>0.100371913186189</c:v>
                </c:pt>
                <c:pt idx="3344">
                  <c:v>0</c:v>
                </c:pt>
                <c:pt idx="3345">
                  <c:v>0</c:v>
                </c:pt>
                <c:pt idx="3346">
                  <c:v>0</c:v>
                </c:pt>
                <c:pt idx="3347">
                  <c:v>0</c:v>
                </c:pt>
                <c:pt idx="3348">
                  <c:v>0</c:v>
                </c:pt>
                <c:pt idx="3349">
                  <c:v>0</c:v>
                </c:pt>
                <c:pt idx="3350">
                  <c:v>0</c:v>
                </c:pt>
                <c:pt idx="3351">
                  <c:v>0</c:v>
                </c:pt>
                <c:pt idx="3352">
                  <c:v>0</c:v>
                </c:pt>
                <c:pt idx="3353">
                  <c:v>0</c:v>
                </c:pt>
                <c:pt idx="3354">
                  <c:v>0</c:v>
                </c:pt>
                <c:pt idx="3355">
                  <c:v>0</c:v>
                </c:pt>
                <c:pt idx="3356">
                  <c:v>0</c:v>
                </c:pt>
                <c:pt idx="3357">
                  <c:v>0</c:v>
                </c:pt>
                <c:pt idx="3358">
                  <c:v>0</c:v>
                </c:pt>
                <c:pt idx="3359">
                  <c:v>0</c:v>
                </c:pt>
                <c:pt idx="3360">
                  <c:v>0</c:v>
                </c:pt>
                <c:pt idx="3361">
                  <c:v>0</c:v>
                </c:pt>
                <c:pt idx="3362">
                  <c:v>0</c:v>
                </c:pt>
                <c:pt idx="3363">
                  <c:v>0</c:v>
                </c:pt>
                <c:pt idx="3364">
                  <c:v>0</c:v>
                </c:pt>
                <c:pt idx="3365">
                  <c:v>0</c:v>
                </c:pt>
                <c:pt idx="3366">
                  <c:v>0</c:v>
                </c:pt>
                <c:pt idx="3367">
                  <c:v>0</c:v>
                </c:pt>
                <c:pt idx="3368">
                  <c:v>0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0.105513059730705</c:v>
                </c:pt>
                <c:pt idx="3373">
                  <c:v>0.104056168032513</c:v>
                </c:pt>
                <c:pt idx="3374">
                  <c:v>0.106615874685613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0.119681583264494</c:v>
                </c:pt>
                <c:pt idx="3381">
                  <c:v>0</c:v>
                </c:pt>
                <c:pt idx="3382">
                  <c:v>0</c:v>
                </c:pt>
                <c:pt idx="3383">
                  <c:v>0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0</c:v>
                </c:pt>
                <c:pt idx="3389">
                  <c:v>0</c:v>
                </c:pt>
                <c:pt idx="3390">
                  <c:v>0</c:v>
                </c:pt>
                <c:pt idx="3391">
                  <c:v>0</c:v>
                </c:pt>
                <c:pt idx="3392">
                  <c:v>0</c:v>
                </c:pt>
                <c:pt idx="3393">
                  <c:v>0</c:v>
                </c:pt>
                <c:pt idx="3394">
                  <c:v>0</c:v>
                </c:pt>
                <c:pt idx="3395">
                  <c:v>0.104296917135622</c:v>
                </c:pt>
                <c:pt idx="3396">
                  <c:v>0</c:v>
                </c:pt>
                <c:pt idx="3397">
                  <c:v>0</c:v>
                </c:pt>
                <c:pt idx="3398">
                  <c:v>0</c:v>
                </c:pt>
                <c:pt idx="3399">
                  <c:v>0</c:v>
                </c:pt>
                <c:pt idx="3400">
                  <c:v>0</c:v>
                </c:pt>
                <c:pt idx="3401">
                  <c:v>0</c:v>
                </c:pt>
                <c:pt idx="3402">
                  <c:v>0</c:v>
                </c:pt>
                <c:pt idx="3403">
                  <c:v>0</c:v>
                </c:pt>
                <c:pt idx="3404">
                  <c:v>0</c:v>
                </c:pt>
                <c:pt idx="3405">
                  <c:v>0</c:v>
                </c:pt>
                <c:pt idx="3406">
                  <c:v>0.109461646075124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0.10272021342467</c:v>
                </c:pt>
                <c:pt idx="3412">
                  <c:v>0</c:v>
                </c:pt>
                <c:pt idx="3413">
                  <c:v>0.10566874605240301</c:v>
                </c:pt>
                <c:pt idx="3414">
                  <c:v>0</c:v>
                </c:pt>
                <c:pt idx="3415">
                  <c:v>0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0</c:v>
                </c:pt>
                <c:pt idx="3420">
                  <c:v>0</c:v>
                </c:pt>
                <c:pt idx="3421">
                  <c:v>0.124725912101238</c:v>
                </c:pt>
                <c:pt idx="3422">
                  <c:v>0</c:v>
                </c:pt>
                <c:pt idx="3423">
                  <c:v>0</c:v>
                </c:pt>
                <c:pt idx="3424">
                  <c:v>0.100225386931084</c:v>
                </c:pt>
                <c:pt idx="3425">
                  <c:v>0</c:v>
                </c:pt>
                <c:pt idx="3426">
                  <c:v>0</c:v>
                </c:pt>
                <c:pt idx="3427">
                  <c:v>0</c:v>
                </c:pt>
                <c:pt idx="3428">
                  <c:v>0</c:v>
                </c:pt>
                <c:pt idx="3429">
                  <c:v>0</c:v>
                </c:pt>
                <c:pt idx="3430">
                  <c:v>0</c:v>
                </c:pt>
                <c:pt idx="3431">
                  <c:v>0</c:v>
                </c:pt>
                <c:pt idx="3432">
                  <c:v>0</c:v>
                </c:pt>
                <c:pt idx="3433">
                  <c:v>0</c:v>
                </c:pt>
                <c:pt idx="3434">
                  <c:v>0</c:v>
                </c:pt>
                <c:pt idx="3435">
                  <c:v>0</c:v>
                </c:pt>
                <c:pt idx="3436">
                  <c:v>0.104048107933105</c:v>
                </c:pt>
                <c:pt idx="3437">
                  <c:v>0</c:v>
                </c:pt>
                <c:pt idx="3438">
                  <c:v>0.106075371239855</c:v>
                </c:pt>
                <c:pt idx="3439">
                  <c:v>0</c:v>
                </c:pt>
                <c:pt idx="3440">
                  <c:v>0</c:v>
                </c:pt>
                <c:pt idx="3441">
                  <c:v>0.103546779599135</c:v>
                </c:pt>
                <c:pt idx="3442">
                  <c:v>0</c:v>
                </c:pt>
                <c:pt idx="3443">
                  <c:v>0</c:v>
                </c:pt>
                <c:pt idx="3444">
                  <c:v>0</c:v>
                </c:pt>
                <c:pt idx="3445">
                  <c:v>0</c:v>
                </c:pt>
                <c:pt idx="3446">
                  <c:v>0</c:v>
                </c:pt>
                <c:pt idx="3447">
                  <c:v>0</c:v>
                </c:pt>
                <c:pt idx="3448">
                  <c:v>0.101124321795602</c:v>
                </c:pt>
                <c:pt idx="3449">
                  <c:v>0</c:v>
                </c:pt>
                <c:pt idx="3450">
                  <c:v>0</c:v>
                </c:pt>
                <c:pt idx="3451">
                  <c:v>0</c:v>
                </c:pt>
                <c:pt idx="3452">
                  <c:v>0</c:v>
                </c:pt>
                <c:pt idx="3453">
                  <c:v>0</c:v>
                </c:pt>
                <c:pt idx="3454">
                  <c:v>0</c:v>
                </c:pt>
                <c:pt idx="3455">
                  <c:v>0</c:v>
                </c:pt>
                <c:pt idx="3456">
                  <c:v>0</c:v>
                </c:pt>
                <c:pt idx="3457">
                  <c:v>0</c:v>
                </c:pt>
                <c:pt idx="3458">
                  <c:v>0</c:v>
                </c:pt>
                <c:pt idx="3459">
                  <c:v>0</c:v>
                </c:pt>
                <c:pt idx="3460">
                  <c:v>0</c:v>
                </c:pt>
                <c:pt idx="3461">
                  <c:v>0</c:v>
                </c:pt>
                <c:pt idx="3462">
                  <c:v>0</c:v>
                </c:pt>
                <c:pt idx="3463">
                  <c:v>0.116328688895545</c:v>
                </c:pt>
                <c:pt idx="3464">
                  <c:v>0.111826484802793</c:v>
                </c:pt>
                <c:pt idx="3465">
                  <c:v>0</c:v>
                </c:pt>
                <c:pt idx="3466">
                  <c:v>0</c:v>
                </c:pt>
                <c:pt idx="3467">
                  <c:v>0</c:v>
                </c:pt>
                <c:pt idx="3468">
                  <c:v>0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0</c:v>
                </c:pt>
                <c:pt idx="3474">
                  <c:v>0</c:v>
                </c:pt>
                <c:pt idx="3475">
                  <c:v>0</c:v>
                </c:pt>
                <c:pt idx="3476">
                  <c:v>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0.114224673560461</c:v>
                </c:pt>
                <c:pt idx="3486">
                  <c:v>0</c:v>
                </c:pt>
                <c:pt idx="3487">
                  <c:v>0</c:v>
                </c:pt>
                <c:pt idx="3488">
                  <c:v>0</c:v>
                </c:pt>
                <c:pt idx="3489">
                  <c:v>0</c:v>
                </c:pt>
                <c:pt idx="3490">
                  <c:v>0</c:v>
                </c:pt>
                <c:pt idx="3491">
                  <c:v>0</c:v>
                </c:pt>
                <c:pt idx="3492">
                  <c:v>9.9892900310921004E-2</c:v>
                </c:pt>
                <c:pt idx="3493">
                  <c:v>0</c:v>
                </c:pt>
                <c:pt idx="3494">
                  <c:v>0</c:v>
                </c:pt>
                <c:pt idx="3495">
                  <c:v>0.10310712638265</c:v>
                </c:pt>
                <c:pt idx="3496">
                  <c:v>0</c:v>
                </c:pt>
                <c:pt idx="3497">
                  <c:v>0.10105628445749799</c:v>
                </c:pt>
                <c:pt idx="3498">
                  <c:v>0</c:v>
                </c:pt>
                <c:pt idx="3499">
                  <c:v>0</c:v>
                </c:pt>
                <c:pt idx="3500">
                  <c:v>0</c:v>
                </c:pt>
                <c:pt idx="3501">
                  <c:v>0</c:v>
                </c:pt>
                <c:pt idx="3502">
                  <c:v>0</c:v>
                </c:pt>
                <c:pt idx="3503">
                  <c:v>0</c:v>
                </c:pt>
                <c:pt idx="3504">
                  <c:v>0</c:v>
                </c:pt>
                <c:pt idx="3505">
                  <c:v>0.102818775717823</c:v>
                </c:pt>
                <c:pt idx="3506">
                  <c:v>0</c:v>
                </c:pt>
                <c:pt idx="3507">
                  <c:v>0</c:v>
                </c:pt>
                <c:pt idx="3508">
                  <c:v>0</c:v>
                </c:pt>
                <c:pt idx="3509">
                  <c:v>0.100272979322425</c:v>
                </c:pt>
                <c:pt idx="3510">
                  <c:v>0.108812823610242</c:v>
                </c:pt>
                <c:pt idx="3511">
                  <c:v>0</c:v>
                </c:pt>
                <c:pt idx="3512">
                  <c:v>0</c:v>
                </c:pt>
                <c:pt idx="3513">
                  <c:v>0</c:v>
                </c:pt>
                <c:pt idx="3514">
                  <c:v>0</c:v>
                </c:pt>
                <c:pt idx="3515">
                  <c:v>0</c:v>
                </c:pt>
                <c:pt idx="3516">
                  <c:v>0</c:v>
                </c:pt>
                <c:pt idx="3517">
                  <c:v>0</c:v>
                </c:pt>
                <c:pt idx="3518">
                  <c:v>0</c:v>
                </c:pt>
                <c:pt idx="3519">
                  <c:v>0</c:v>
                </c:pt>
                <c:pt idx="3520">
                  <c:v>0</c:v>
                </c:pt>
                <c:pt idx="3521">
                  <c:v>0</c:v>
                </c:pt>
                <c:pt idx="3522">
                  <c:v>0</c:v>
                </c:pt>
                <c:pt idx="3523">
                  <c:v>0</c:v>
                </c:pt>
                <c:pt idx="3524">
                  <c:v>0</c:v>
                </c:pt>
                <c:pt idx="3525">
                  <c:v>0.111713660160418</c:v>
                </c:pt>
                <c:pt idx="3526">
                  <c:v>0.10173354943190201</c:v>
                </c:pt>
                <c:pt idx="3527">
                  <c:v>0</c:v>
                </c:pt>
                <c:pt idx="3528">
                  <c:v>0</c:v>
                </c:pt>
                <c:pt idx="3529">
                  <c:v>0</c:v>
                </c:pt>
                <c:pt idx="3530">
                  <c:v>0</c:v>
                </c:pt>
                <c:pt idx="3531">
                  <c:v>0</c:v>
                </c:pt>
                <c:pt idx="3532">
                  <c:v>0</c:v>
                </c:pt>
                <c:pt idx="3533">
                  <c:v>0</c:v>
                </c:pt>
                <c:pt idx="3534">
                  <c:v>0</c:v>
                </c:pt>
                <c:pt idx="3535">
                  <c:v>0</c:v>
                </c:pt>
                <c:pt idx="3536">
                  <c:v>0</c:v>
                </c:pt>
                <c:pt idx="3537">
                  <c:v>0.113547109354191</c:v>
                </c:pt>
                <c:pt idx="3538">
                  <c:v>0</c:v>
                </c:pt>
                <c:pt idx="3539">
                  <c:v>0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0</c:v>
                </c:pt>
                <c:pt idx="3546">
                  <c:v>0</c:v>
                </c:pt>
                <c:pt idx="3547">
                  <c:v>0.100378698075649</c:v>
                </c:pt>
                <c:pt idx="3548">
                  <c:v>0</c:v>
                </c:pt>
                <c:pt idx="3549">
                  <c:v>0</c:v>
                </c:pt>
                <c:pt idx="3550">
                  <c:v>0.101509391672434</c:v>
                </c:pt>
                <c:pt idx="3551">
                  <c:v>0.110399702054335</c:v>
                </c:pt>
                <c:pt idx="3552">
                  <c:v>0.104570783220687</c:v>
                </c:pt>
                <c:pt idx="3553">
                  <c:v>0</c:v>
                </c:pt>
                <c:pt idx="3554">
                  <c:v>0.102588158016577</c:v>
                </c:pt>
                <c:pt idx="3555">
                  <c:v>0.10501950715642</c:v>
                </c:pt>
                <c:pt idx="3556">
                  <c:v>0</c:v>
                </c:pt>
                <c:pt idx="3557">
                  <c:v>0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0</c:v>
                </c:pt>
                <c:pt idx="3564">
                  <c:v>0.10437753833873301</c:v>
                </c:pt>
                <c:pt idx="3565">
                  <c:v>0</c:v>
                </c:pt>
                <c:pt idx="3566">
                  <c:v>0</c:v>
                </c:pt>
                <c:pt idx="3567">
                  <c:v>0</c:v>
                </c:pt>
                <c:pt idx="3568">
                  <c:v>0</c:v>
                </c:pt>
                <c:pt idx="3569">
                  <c:v>0.109159393510718</c:v>
                </c:pt>
                <c:pt idx="3570">
                  <c:v>0</c:v>
                </c:pt>
                <c:pt idx="3571">
                  <c:v>0</c:v>
                </c:pt>
                <c:pt idx="3572">
                  <c:v>0</c:v>
                </c:pt>
                <c:pt idx="3573">
                  <c:v>0</c:v>
                </c:pt>
                <c:pt idx="3574">
                  <c:v>0</c:v>
                </c:pt>
                <c:pt idx="3575">
                  <c:v>0</c:v>
                </c:pt>
                <c:pt idx="3576">
                  <c:v>0</c:v>
                </c:pt>
                <c:pt idx="3577">
                  <c:v>0.104963348749534</c:v>
                </c:pt>
                <c:pt idx="3578">
                  <c:v>0</c:v>
                </c:pt>
                <c:pt idx="3579">
                  <c:v>0</c:v>
                </c:pt>
                <c:pt idx="3580">
                  <c:v>0</c:v>
                </c:pt>
                <c:pt idx="3581">
                  <c:v>0.101177635186641</c:v>
                </c:pt>
                <c:pt idx="3582">
                  <c:v>0</c:v>
                </c:pt>
                <c:pt idx="3583">
                  <c:v>0</c:v>
                </c:pt>
                <c:pt idx="3584">
                  <c:v>0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0</c:v>
                </c:pt>
                <c:pt idx="3589">
                  <c:v>0</c:v>
                </c:pt>
                <c:pt idx="3590">
                  <c:v>0</c:v>
                </c:pt>
                <c:pt idx="3591">
                  <c:v>0</c:v>
                </c:pt>
                <c:pt idx="3592">
                  <c:v>0</c:v>
                </c:pt>
                <c:pt idx="3593">
                  <c:v>0</c:v>
                </c:pt>
                <c:pt idx="3594">
                  <c:v>0</c:v>
                </c:pt>
                <c:pt idx="3595">
                  <c:v>0</c:v>
                </c:pt>
                <c:pt idx="3596">
                  <c:v>0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0</c:v>
                </c:pt>
                <c:pt idx="3601">
                  <c:v>0</c:v>
                </c:pt>
                <c:pt idx="3602">
                  <c:v>0</c:v>
                </c:pt>
                <c:pt idx="3603">
                  <c:v>0</c:v>
                </c:pt>
                <c:pt idx="3604">
                  <c:v>0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0</c:v>
                </c:pt>
                <c:pt idx="3609">
                  <c:v>0</c:v>
                </c:pt>
                <c:pt idx="3610">
                  <c:v>0</c:v>
                </c:pt>
                <c:pt idx="3611">
                  <c:v>0</c:v>
                </c:pt>
                <c:pt idx="3612">
                  <c:v>0</c:v>
                </c:pt>
                <c:pt idx="3613">
                  <c:v>0</c:v>
                </c:pt>
                <c:pt idx="3614">
                  <c:v>0</c:v>
                </c:pt>
                <c:pt idx="3615">
                  <c:v>0.100888082520593</c:v>
                </c:pt>
                <c:pt idx="3616">
                  <c:v>9.9969564930341107E-2</c:v>
                </c:pt>
                <c:pt idx="3617">
                  <c:v>0.10397963317459299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0</c:v>
                </c:pt>
                <c:pt idx="3622">
                  <c:v>0</c:v>
                </c:pt>
                <c:pt idx="3623">
                  <c:v>0</c:v>
                </c:pt>
                <c:pt idx="3624">
                  <c:v>0.10700305366733801</c:v>
                </c:pt>
                <c:pt idx="3625">
                  <c:v>0</c:v>
                </c:pt>
                <c:pt idx="3626">
                  <c:v>0</c:v>
                </c:pt>
                <c:pt idx="3627">
                  <c:v>0</c:v>
                </c:pt>
                <c:pt idx="3628">
                  <c:v>0</c:v>
                </c:pt>
                <c:pt idx="3629">
                  <c:v>0</c:v>
                </c:pt>
                <c:pt idx="3630">
                  <c:v>0</c:v>
                </c:pt>
                <c:pt idx="3631">
                  <c:v>0</c:v>
                </c:pt>
                <c:pt idx="3632">
                  <c:v>0</c:v>
                </c:pt>
                <c:pt idx="3633">
                  <c:v>0.102349758496318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0</c:v>
                </c:pt>
                <c:pt idx="3640">
                  <c:v>0</c:v>
                </c:pt>
                <c:pt idx="3641">
                  <c:v>0</c:v>
                </c:pt>
                <c:pt idx="3642">
                  <c:v>0</c:v>
                </c:pt>
                <c:pt idx="3643">
                  <c:v>0</c:v>
                </c:pt>
                <c:pt idx="3644">
                  <c:v>0</c:v>
                </c:pt>
                <c:pt idx="3645">
                  <c:v>0</c:v>
                </c:pt>
                <c:pt idx="3646">
                  <c:v>0</c:v>
                </c:pt>
                <c:pt idx="3647">
                  <c:v>0</c:v>
                </c:pt>
                <c:pt idx="3648">
                  <c:v>0.100876491744068</c:v>
                </c:pt>
                <c:pt idx="3649">
                  <c:v>0</c:v>
                </c:pt>
                <c:pt idx="3650">
                  <c:v>0</c:v>
                </c:pt>
                <c:pt idx="3651">
                  <c:v>0</c:v>
                </c:pt>
                <c:pt idx="3652">
                  <c:v>0.11687810503218</c:v>
                </c:pt>
                <c:pt idx="3653">
                  <c:v>0.10240017888941801</c:v>
                </c:pt>
                <c:pt idx="3654">
                  <c:v>0</c:v>
                </c:pt>
                <c:pt idx="3655">
                  <c:v>0</c:v>
                </c:pt>
                <c:pt idx="3656">
                  <c:v>0</c:v>
                </c:pt>
                <c:pt idx="3657">
                  <c:v>0</c:v>
                </c:pt>
                <c:pt idx="3658">
                  <c:v>0</c:v>
                </c:pt>
                <c:pt idx="3659">
                  <c:v>0</c:v>
                </c:pt>
                <c:pt idx="3660">
                  <c:v>0</c:v>
                </c:pt>
                <c:pt idx="3661">
                  <c:v>0</c:v>
                </c:pt>
                <c:pt idx="3662">
                  <c:v>0</c:v>
                </c:pt>
                <c:pt idx="3663">
                  <c:v>0</c:v>
                </c:pt>
                <c:pt idx="3664">
                  <c:v>0.101319409743101</c:v>
                </c:pt>
                <c:pt idx="3665">
                  <c:v>0</c:v>
                </c:pt>
                <c:pt idx="3666">
                  <c:v>0.11399258246736001</c:v>
                </c:pt>
                <c:pt idx="3667">
                  <c:v>0</c:v>
                </c:pt>
                <c:pt idx="3668">
                  <c:v>0.101394159443895</c:v>
                </c:pt>
                <c:pt idx="3669">
                  <c:v>0</c:v>
                </c:pt>
                <c:pt idx="3670">
                  <c:v>0.101278974971585</c:v>
                </c:pt>
                <c:pt idx="3671">
                  <c:v>0</c:v>
                </c:pt>
                <c:pt idx="3672">
                  <c:v>0</c:v>
                </c:pt>
                <c:pt idx="3673">
                  <c:v>0</c:v>
                </c:pt>
                <c:pt idx="3674">
                  <c:v>0</c:v>
                </c:pt>
                <c:pt idx="3675">
                  <c:v>0</c:v>
                </c:pt>
                <c:pt idx="3676">
                  <c:v>0</c:v>
                </c:pt>
                <c:pt idx="3677">
                  <c:v>0</c:v>
                </c:pt>
                <c:pt idx="3678">
                  <c:v>0.10058737375332499</c:v>
                </c:pt>
                <c:pt idx="3679">
                  <c:v>0</c:v>
                </c:pt>
                <c:pt idx="3680">
                  <c:v>0</c:v>
                </c:pt>
                <c:pt idx="3681">
                  <c:v>0</c:v>
                </c:pt>
                <c:pt idx="3682">
                  <c:v>0</c:v>
                </c:pt>
                <c:pt idx="3683">
                  <c:v>0</c:v>
                </c:pt>
                <c:pt idx="3684">
                  <c:v>0</c:v>
                </c:pt>
                <c:pt idx="3685">
                  <c:v>0</c:v>
                </c:pt>
                <c:pt idx="3686">
                  <c:v>0</c:v>
                </c:pt>
                <c:pt idx="3687">
                  <c:v>0</c:v>
                </c:pt>
                <c:pt idx="3688">
                  <c:v>0</c:v>
                </c:pt>
                <c:pt idx="3689">
                  <c:v>0</c:v>
                </c:pt>
                <c:pt idx="3690">
                  <c:v>0</c:v>
                </c:pt>
                <c:pt idx="3691">
                  <c:v>0</c:v>
                </c:pt>
                <c:pt idx="3692">
                  <c:v>0.1109965439703</c:v>
                </c:pt>
                <c:pt idx="3693">
                  <c:v>0</c:v>
                </c:pt>
                <c:pt idx="3694">
                  <c:v>0</c:v>
                </c:pt>
                <c:pt idx="3695">
                  <c:v>0</c:v>
                </c:pt>
                <c:pt idx="3696">
                  <c:v>0</c:v>
                </c:pt>
                <c:pt idx="3697">
                  <c:v>0</c:v>
                </c:pt>
                <c:pt idx="3698">
                  <c:v>0</c:v>
                </c:pt>
                <c:pt idx="3699">
                  <c:v>0</c:v>
                </c:pt>
                <c:pt idx="3700">
                  <c:v>0</c:v>
                </c:pt>
                <c:pt idx="3701">
                  <c:v>0.102073835542961</c:v>
                </c:pt>
                <c:pt idx="3702">
                  <c:v>0</c:v>
                </c:pt>
                <c:pt idx="3703">
                  <c:v>0</c:v>
                </c:pt>
                <c:pt idx="3704">
                  <c:v>0</c:v>
                </c:pt>
                <c:pt idx="3705">
                  <c:v>0</c:v>
                </c:pt>
                <c:pt idx="3706">
                  <c:v>0</c:v>
                </c:pt>
                <c:pt idx="3707">
                  <c:v>0</c:v>
                </c:pt>
                <c:pt idx="3708">
                  <c:v>0</c:v>
                </c:pt>
                <c:pt idx="3709">
                  <c:v>0</c:v>
                </c:pt>
                <c:pt idx="3710">
                  <c:v>0</c:v>
                </c:pt>
                <c:pt idx="3711">
                  <c:v>0</c:v>
                </c:pt>
                <c:pt idx="3712">
                  <c:v>0</c:v>
                </c:pt>
                <c:pt idx="3713">
                  <c:v>0</c:v>
                </c:pt>
                <c:pt idx="3714">
                  <c:v>0</c:v>
                </c:pt>
                <c:pt idx="3715">
                  <c:v>0</c:v>
                </c:pt>
                <c:pt idx="3716">
                  <c:v>0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0</c:v>
                </c:pt>
                <c:pt idx="3730">
                  <c:v>0.102253843242052</c:v>
                </c:pt>
                <c:pt idx="3731">
                  <c:v>0</c:v>
                </c:pt>
                <c:pt idx="3732">
                  <c:v>0.101702580905201</c:v>
                </c:pt>
                <c:pt idx="3733">
                  <c:v>0</c:v>
                </c:pt>
                <c:pt idx="3734">
                  <c:v>0</c:v>
                </c:pt>
                <c:pt idx="3735">
                  <c:v>0</c:v>
                </c:pt>
                <c:pt idx="3736">
                  <c:v>0</c:v>
                </c:pt>
                <c:pt idx="3737">
                  <c:v>0</c:v>
                </c:pt>
                <c:pt idx="3738">
                  <c:v>0</c:v>
                </c:pt>
                <c:pt idx="3739">
                  <c:v>0</c:v>
                </c:pt>
                <c:pt idx="3740">
                  <c:v>0</c:v>
                </c:pt>
                <c:pt idx="3741">
                  <c:v>0.100065974885402</c:v>
                </c:pt>
                <c:pt idx="3742">
                  <c:v>0</c:v>
                </c:pt>
                <c:pt idx="3743">
                  <c:v>0</c:v>
                </c:pt>
                <c:pt idx="3744">
                  <c:v>0</c:v>
                </c:pt>
                <c:pt idx="3745">
                  <c:v>0</c:v>
                </c:pt>
                <c:pt idx="3746">
                  <c:v>0</c:v>
                </c:pt>
                <c:pt idx="3747">
                  <c:v>0</c:v>
                </c:pt>
                <c:pt idx="3748">
                  <c:v>0.10470317777515301</c:v>
                </c:pt>
                <c:pt idx="3749">
                  <c:v>0</c:v>
                </c:pt>
                <c:pt idx="3750">
                  <c:v>0</c:v>
                </c:pt>
                <c:pt idx="3751">
                  <c:v>0</c:v>
                </c:pt>
                <c:pt idx="3752">
                  <c:v>0.100077624012668</c:v>
                </c:pt>
                <c:pt idx="3753">
                  <c:v>0</c:v>
                </c:pt>
                <c:pt idx="3754">
                  <c:v>0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0</c:v>
                </c:pt>
                <c:pt idx="3759">
                  <c:v>0.101031090905233</c:v>
                </c:pt>
                <c:pt idx="3760">
                  <c:v>0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0</c:v>
                </c:pt>
                <c:pt idx="3767">
                  <c:v>0</c:v>
                </c:pt>
                <c:pt idx="3768">
                  <c:v>0</c:v>
                </c:pt>
                <c:pt idx="3769">
                  <c:v>0.11052458600460301</c:v>
                </c:pt>
                <c:pt idx="3770">
                  <c:v>0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0.10277446662716</c:v>
                </c:pt>
                <c:pt idx="3776">
                  <c:v>0</c:v>
                </c:pt>
                <c:pt idx="3777">
                  <c:v>0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0</c:v>
                </c:pt>
                <c:pt idx="3785">
                  <c:v>0.107093486296469</c:v>
                </c:pt>
                <c:pt idx="3786">
                  <c:v>0</c:v>
                </c:pt>
                <c:pt idx="3787">
                  <c:v>0.101130853944163</c:v>
                </c:pt>
                <c:pt idx="3788">
                  <c:v>0</c:v>
                </c:pt>
                <c:pt idx="3789">
                  <c:v>0</c:v>
                </c:pt>
                <c:pt idx="3790">
                  <c:v>0.11335876614505799</c:v>
                </c:pt>
                <c:pt idx="3791">
                  <c:v>0</c:v>
                </c:pt>
                <c:pt idx="3792">
                  <c:v>0</c:v>
                </c:pt>
                <c:pt idx="3793">
                  <c:v>0</c:v>
                </c:pt>
                <c:pt idx="3794">
                  <c:v>0.100926428028006</c:v>
                </c:pt>
                <c:pt idx="3795">
                  <c:v>0</c:v>
                </c:pt>
                <c:pt idx="3796">
                  <c:v>0</c:v>
                </c:pt>
                <c:pt idx="3797">
                  <c:v>0</c:v>
                </c:pt>
                <c:pt idx="3798">
                  <c:v>0</c:v>
                </c:pt>
                <c:pt idx="3799">
                  <c:v>0</c:v>
                </c:pt>
                <c:pt idx="3800">
                  <c:v>0.10075244134003999</c:v>
                </c:pt>
                <c:pt idx="3801">
                  <c:v>0</c:v>
                </c:pt>
                <c:pt idx="3802">
                  <c:v>0</c:v>
                </c:pt>
                <c:pt idx="3803">
                  <c:v>0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0</c:v>
                </c:pt>
                <c:pt idx="3808">
                  <c:v>0</c:v>
                </c:pt>
                <c:pt idx="3809">
                  <c:v>0</c:v>
                </c:pt>
                <c:pt idx="3810">
                  <c:v>0</c:v>
                </c:pt>
                <c:pt idx="3811">
                  <c:v>0</c:v>
                </c:pt>
                <c:pt idx="3812">
                  <c:v>0</c:v>
                </c:pt>
                <c:pt idx="3813">
                  <c:v>0</c:v>
                </c:pt>
                <c:pt idx="3814">
                  <c:v>0</c:v>
                </c:pt>
                <c:pt idx="3815">
                  <c:v>0.101473093293591</c:v>
                </c:pt>
                <c:pt idx="3816">
                  <c:v>0</c:v>
                </c:pt>
                <c:pt idx="3817">
                  <c:v>0</c:v>
                </c:pt>
                <c:pt idx="3818">
                  <c:v>0</c:v>
                </c:pt>
                <c:pt idx="3819">
                  <c:v>0</c:v>
                </c:pt>
                <c:pt idx="3820">
                  <c:v>0</c:v>
                </c:pt>
                <c:pt idx="3821">
                  <c:v>0</c:v>
                </c:pt>
                <c:pt idx="3822">
                  <c:v>0.106212401903546</c:v>
                </c:pt>
                <c:pt idx="3823">
                  <c:v>0.10231855398263801</c:v>
                </c:pt>
                <c:pt idx="3824">
                  <c:v>9.99804061671489E-2</c:v>
                </c:pt>
                <c:pt idx="3825">
                  <c:v>0</c:v>
                </c:pt>
                <c:pt idx="3826">
                  <c:v>0</c:v>
                </c:pt>
                <c:pt idx="3827">
                  <c:v>0.10499109158063399</c:v>
                </c:pt>
                <c:pt idx="3828">
                  <c:v>0</c:v>
                </c:pt>
                <c:pt idx="3829">
                  <c:v>0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0.102489753359905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0.10330861722135599</c:v>
                </c:pt>
                <c:pt idx="3839">
                  <c:v>0</c:v>
                </c:pt>
                <c:pt idx="3840">
                  <c:v>0.10635671486833</c:v>
                </c:pt>
                <c:pt idx="3841">
                  <c:v>0</c:v>
                </c:pt>
                <c:pt idx="3842">
                  <c:v>0</c:v>
                </c:pt>
                <c:pt idx="3843">
                  <c:v>0.105119021014825</c:v>
                </c:pt>
                <c:pt idx="3844">
                  <c:v>0</c:v>
                </c:pt>
                <c:pt idx="3845">
                  <c:v>0</c:v>
                </c:pt>
                <c:pt idx="3846">
                  <c:v>0</c:v>
                </c:pt>
                <c:pt idx="3847">
                  <c:v>9.9988560117513794E-2</c:v>
                </c:pt>
                <c:pt idx="3848">
                  <c:v>0</c:v>
                </c:pt>
                <c:pt idx="3849">
                  <c:v>0</c:v>
                </c:pt>
                <c:pt idx="3850">
                  <c:v>0.10075598173952401</c:v>
                </c:pt>
                <c:pt idx="3851">
                  <c:v>0</c:v>
                </c:pt>
                <c:pt idx="3852">
                  <c:v>0</c:v>
                </c:pt>
                <c:pt idx="3853">
                  <c:v>0</c:v>
                </c:pt>
                <c:pt idx="3854">
                  <c:v>0</c:v>
                </c:pt>
                <c:pt idx="3855">
                  <c:v>0.10043595563925201</c:v>
                </c:pt>
                <c:pt idx="3856">
                  <c:v>0</c:v>
                </c:pt>
                <c:pt idx="3857">
                  <c:v>0.101044035920831</c:v>
                </c:pt>
                <c:pt idx="3858">
                  <c:v>0.100699102314221</c:v>
                </c:pt>
                <c:pt idx="3859">
                  <c:v>0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0.101822822945476</c:v>
                </c:pt>
                <c:pt idx="3864">
                  <c:v>0</c:v>
                </c:pt>
                <c:pt idx="3865">
                  <c:v>0</c:v>
                </c:pt>
                <c:pt idx="3866">
                  <c:v>0</c:v>
                </c:pt>
                <c:pt idx="3867">
                  <c:v>0</c:v>
                </c:pt>
                <c:pt idx="3868">
                  <c:v>0</c:v>
                </c:pt>
                <c:pt idx="3869">
                  <c:v>0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0</c:v>
                </c:pt>
                <c:pt idx="3874">
                  <c:v>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0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0</c:v>
                </c:pt>
                <c:pt idx="3889">
                  <c:v>0.123906548546972</c:v>
                </c:pt>
                <c:pt idx="3890">
                  <c:v>0.123832938307608</c:v>
                </c:pt>
                <c:pt idx="3891">
                  <c:v>0.104890521455443</c:v>
                </c:pt>
                <c:pt idx="3892">
                  <c:v>0</c:v>
                </c:pt>
                <c:pt idx="3893">
                  <c:v>0.104665490939579</c:v>
                </c:pt>
                <c:pt idx="3894">
                  <c:v>0.101516759520292</c:v>
                </c:pt>
                <c:pt idx="3895">
                  <c:v>0</c:v>
                </c:pt>
                <c:pt idx="3896">
                  <c:v>0.110605799242477</c:v>
                </c:pt>
                <c:pt idx="3897">
                  <c:v>0</c:v>
                </c:pt>
                <c:pt idx="3898">
                  <c:v>0</c:v>
                </c:pt>
                <c:pt idx="3899">
                  <c:v>0</c:v>
                </c:pt>
                <c:pt idx="3900">
                  <c:v>0</c:v>
                </c:pt>
                <c:pt idx="3901">
                  <c:v>0.10117894719658301</c:v>
                </c:pt>
                <c:pt idx="3902">
                  <c:v>0</c:v>
                </c:pt>
                <c:pt idx="3903">
                  <c:v>0</c:v>
                </c:pt>
                <c:pt idx="3904">
                  <c:v>0</c:v>
                </c:pt>
                <c:pt idx="3905">
                  <c:v>0</c:v>
                </c:pt>
                <c:pt idx="3906">
                  <c:v>0</c:v>
                </c:pt>
                <c:pt idx="3907">
                  <c:v>0</c:v>
                </c:pt>
                <c:pt idx="3908">
                  <c:v>0</c:v>
                </c:pt>
                <c:pt idx="3909">
                  <c:v>0.103968720100561</c:v>
                </c:pt>
                <c:pt idx="3910">
                  <c:v>0</c:v>
                </c:pt>
                <c:pt idx="3911">
                  <c:v>0.10587290668822701</c:v>
                </c:pt>
                <c:pt idx="3912">
                  <c:v>0</c:v>
                </c:pt>
                <c:pt idx="3913">
                  <c:v>0</c:v>
                </c:pt>
                <c:pt idx="3914">
                  <c:v>0</c:v>
                </c:pt>
                <c:pt idx="3915">
                  <c:v>0</c:v>
                </c:pt>
                <c:pt idx="3916">
                  <c:v>0.108251993378034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0</c:v>
                </c:pt>
                <c:pt idx="3921">
                  <c:v>0</c:v>
                </c:pt>
                <c:pt idx="3922">
                  <c:v>0.104084883706432</c:v>
                </c:pt>
                <c:pt idx="3923">
                  <c:v>0</c:v>
                </c:pt>
                <c:pt idx="3924">
                  <c:v>0</c:v>
                </c:pt>
                <c:pt idx="3925">
                  <c:v>0</c:v>
                </c:pt>
                <c:pt idx="3926">
                  <c:v>0.10046138201795</c:v>
                </c:pt>
                <c:pt idx="3927">
                  <c:v>0</c:v>
                </c:pt>
                <c:pt idx="3928">
                  <c:v>0.10203675350347099</c:v>
                </c:pt>
                <c:pt idx="3929">
                  <c:v>0.11154947902637601</c:v>
                </c:pt>
                <c:pt idx="3930">
                  <c:v>0.109312023476084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0.108602631733966</c:v>
                </c:pt>
                <c:pt idx="3935">
                  <c:v>0</c:v>
                </c:pt>
                <c:pt idx="3936">
                  <c:v>0</c:v>
                </c:pt>
                <c:pt idx="3937">
                  <c:v>0</c:v>
                </c:pt>
                <c:pt idx="3938">
                  <c:v>0</c:v>
                </c:pt>
                <c:pt idx="3939">
                  <c:v>0.104422226147699</c:v>
                </c:pt>
                <c:pt idx="3940">
                  <c:v>0</c:v>
                </c:pt>
                <c:pt idx="3941">
                  <c:v>0</c:v>
                </c:pt>
                <c:pt idx="3942">
                  <c:v>0.100090883169612</c:v>
                </c:pt>
                <c:pt idx="3943">
                  <c:v>0</c:v>
                </c:pt>
                <c:pt idx="3944">
                  <c:v>0</c:v>
                </c:pt>
                <c:pt idx="3945">
                  <c:v>0.101500794620405</c:v>
                </c:pt>
                <c:pt idx="3946">
                  <c:v>0</c:v>
                </c:pt>
                <c:pt idx="3947">
                  <c:v>0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9.9897309699565895E-2</c:v>
                </c:pt>
                <c:pt idx="3952">
                  <c:v>0</c:v>
                </c:pt>
                <c:pt idx="3953">
                  <c:v>0.104744054500925</c:v>
                </c:pt>
                <c:pt idx="3954">
                  <c:v>0</c:v>
                </c:pt>
                <c:pt idx="3955">
                  <c:v>0</c:v>
                </c:pt>
                <c:pt idx="3956">
                  <c:v>0.100487731954034</c:v>
                </c:pt>
                <c:pt idx="3957">
                  <c:v>0</c:v>
                </c:pt>
                <c:pt idx="3958">
                  <c:v>0</c:v>
                </c:pt>
                <c:pt idx="3959">
                  <c:v>0</c:v>
                </c:pt>
                <c:pt idx="3960">
                  <c:v>0</c:v>
                </c:pt>
                <c:pt idx="3961">
                  <c:v>0</c:v>
                </c:pt>
                <c:pt idx="3962">
                  <c:v>0.100331979652237</c:v>
                </c:pt>
                <c:pt idx="3963">
                  <c:v>0</c:v>
                </c:pt>
                <c:pt idx="3964">
                  <c:v>0</c:v>
                </c:pt>
                <c:pt idx="3965">
                  <c:v>0</c:v>
                </c:pt>
                <c:pt idx="3966">
                  <c:v>0</c:v>
                </c:pt>
                <c:pt idx="3967">
                  <c:v>0</c:v>
                </c:pt>
                <c:pt idx="3968">
                  <c:v>0</c:v>
                </c:pt>
                <c:pt idx="3969">
                  <c:v>0.101797082048642</c:v>
                </c:pt>
                <c:pt idx="3970">
                  <c:v>0</c:v>
                </c:pt>
                <c:pt idx="3971">
                  <c:v>0</c:v>
                </c:pt>
                <c:pt idx="3972">
                  <c:v>0</c:v>
                </c:pt>
                <c:pt idx="3973">
                  <c:v>0</c:v>
                </c:pt>
                <c:pt idx="3974">
                  <c:v>0</c:v>
                </c:pt>
                <c:pt idx="3975">
                  <c:v>0</c:v>
                </c:pt>
                <c:pt idx="3976">
                  <c:v>0.10009624850420799</c:v>
                </c:pt>
                <c:pt idx="3977">
                  <c:v>0.10534798396996201</c:v>
                </c:pt>
                <c:pt idx="3978">
                  <c:v>0.109423365450608</c:v>
                </c:pt>
                <c:pt idx="3979">
                  <c:v>0</c:v>
                </c:pt>
                <c:pt idx="3980">
                  <c:v>0</c:v>
                </c:pt>
                <c:pt idx="3981">
                  <c:v>0</c:v>
                </c:pt>
                <c:pt idx="3982">
                  <c:v>0</c:v>
                </c:pt>
                <c:pt idx="3983">
                  <c:v>0.12112437766378201</c:v>
                </c:pt>
                <c:pt idx="3984">
                  <c:v>0</c:v>
                </c:pt>
                <c:pt idx="3985">
                  <c:v>0</c:v>
                </c:pt>
                <c:pt idx="3986">
                  <c:v>0</c:v>
                </c:pt>
                <c:pt idx="3987">
                  <c:v>0.107014873479901</c:v>
                </c:pt>
                <c:pt idx="3988">
                  <c:v>0</c:v>
                </c:pt>
                <c:pt idx="3989">
                  <c:v>0.113863347370967</c:v>
                </c:pt>
                <c:pt idx="3990">
                  <c:v>0</c:v>
                </c:pt>
                <c:pt idx="3991">
                  <c:v>0</c:v>
                </c:pt>
                <c:pt idx="3992">
                  <c:v>0</c:v>
                </c:pt>
                <c:pt idx="3993">
                  <c:v>0</c:v>
                </c:pt>
                <c:pt idx="3994">
                  <c:v>0.10093658450640999</c:v>
                </c:pt>
                <c:pt idx="3995">
                  <c:v>0</c:v>
                </c:pt>
                <c:pt idx="3996">
                  <c:v>0.106261564573707</c:v>
                </c:pt>
                <c:pt idx="3997">
                  <c:v>0.10143762221142499</c:v>
                </c:pt>
                <c:pt idx="3998">
                  <c:v>0.10580070378039</c:v>
                </c:pt>
                <c:pt idx="3999">
                  <c:v>0</c:v>
                </c:pt>
                <c:pt idx="4000">
                  <c:v>0.10439227880789501</c:v>
                </c:pt>
                <c:pt idx="4001">
                  <c:v>0</c:v>
                </c:pt>
                <c:pt idx="4002">
                  <c:v>0</c:v>
                </c:pt>
                <c:pt idx="4003">
                  <c:v>0.131055272214815</c:v>
                </c:pt>
                <c:pt idx="4004">
                  <c:v>0</c:v>
                </c:pt>
                <c:pt idx="4005">
                  <c:v>0</c:v>
                </c:pt>
                <c:pt idx="4006">
                  <c:v>0.116033760926046</c:v>
                </c:pt>
                <c:pt idx="4007">
                  <c:v>0</c:v>
                </c:pt>
                <c:pt idx="4008">
                  <c:v>0</c:v>
                </c:pt>
                <c:pt idx="4009">
                  <c:v>0.11987782569620101</c:v>
                </c:pt>
                <c:pt idx="4010">
                  <c:v>0</c:v>
                </c:pt>
                <c:pt idx="4011">
                  <c:v>0</c:v>
                </c:pt>
                <c:pt idx="4012">
                  <c:v>0</c:v>
                </c:pt>
                <c:pt idx="4013">
                  <c:v>0.100738192244977</c:v>
                </c:pt>
                <c:pt idx="4014">
                  <c:v>0</c:v>
                </c:pt>
                <c:pt idx="4015">
                  <c:v>0</c:v>
                </c:pt>
                <c:pt idx="4016">
                  <c:v>0</c:v>
                </c:pt>
                <c:pt idx="4017">
                  <c:v>0.101649387920551</c:v>
                </c:pt>
                <c:pt idx="4018">
                  <c:v>0</c:v>
                </c:pt>
                <c:pt idx="4019">
                  <c:v>0</c:v>
                </c:pt>
                <c:pt idx="4020">
                  <c:v>0</c:v>
                </c:pt>
                <c:pt idx="4021">
                  <c:v>0</c:v>
                </c:pt>
                <c:pt idx="4022">
                  <c:v>0</c:v>
                </c:pt>
                <c:pt idx="4023">
                  <c:v>0</c:v>
                </c:pt>
                <c:pt idx="4024">
                  <c:v>0</c:v>
                </c:pt>
                <c:pt idx="4025">
                  <c:v>0.104877824596998</c:v>
                </c:pt>
                <c:pt idx="4026">
                  <c:v>0</c:v>
                </c:pt>
                <c:pt idx="4027">
                  <c:v>0</c:v>
                </c:pt>
                <c:pt idx="4028">
                  <c:v>0</c:v>
                </c:pt>
                <c:pt idx="4029">
                  <c:v>0.10131739410752</c:v>
                </c:pt>
                <c:pt idx="4030">
                  <c:v>0</c:v>
                </c:pt>
                <c:pt idx="4031">
                  <c:v>0</c:v>
                </c:pt>
                <c:pt idx="4032">
                  <c:v>0</c:v>
                </c:pt>
                <c:pt idx="4033">
                  <c:v>0</c:v>
                </c:pt>
                <c:pt idx="4034">
                  <c:v>0</c:v>
                </c:pt>
                <c:pt idx="4035">
                  <c:v>0</c:v>
                </c:pt>
                <c:pt idx="4036">
                  <c:v>0.107032133735517</c:v>
                </c:pt>
                <c:pt idx="4037">
                  <c:v>0</c:v>
                </c:pt>
                <c:pt idx="4038">
                  <c:v>0</c:v>
                </c:pt>
                <c:pt idx="4039">
                  <c:v>0.113445448572637</c:v>
                </c:pt>
                <c:pt idx="4040">
                  <c:v>0</c:v>
                </c:pt>
                <c:pt idx="4041">
                  <c:v>0</c:v>
                </c:pt>
                <c:pt idx="4042">
                  <c:v>0.100217292388629</c:v>
                </c:pt>
                <c:pt idx="4043">
                  <c:v>0.10174943561229299</c:v>
                </c:pt>
                <c:pt idx="4044">
                  <c:v>0.109060848730863</c:v>
                </c:pt>
                <c:pt idx="4045">
                  <c:v>0</c:v>
                </c:pt>
                <c:pt idx="4046">
                  <c:v>0</c:v>
                </c:pt>
                <c:pt idx="4047">
                  <c:v>0</c:v>
                </c:pt>
                <c:pt idx="4048">
                  <c:v>0.10469934097106801</c:v>
                </c:pt>
                <c:pt idx="4049">
                  <c:v>0</c:v>
                </c:pt>
                <c:pt idx="4050">
                  <c:v>0</c:v>
                </c:pt>
                <c:pt idx="4051">
                  <c:v>0</c:v>
                </c:pt>
                <c:pt idx="4052">
                  <c:v>0</c:v>
                </c:pt>
                <c:pt idx="4053">
                  <c:v>0.104548871970514</c:v>
                </c:pt>
                <c:pt idx="4054">
                  <c:v>0.100232224114728</c:v>
                </c:pt>
                <c:pt idx="4055">
                  <c:v>0</c:v>
                </c:pt>
                <c:pt idx="4056">
                  <c:v>0</c:v>
                </c:pt>
                <c:pt idx="4057">
                  <c:v>0</c:v>
                </c:pt>
                <c:pt idx="4058">
                  <c:v>0</c:v>
                </c:pt>
                <c:pt idx="4059">
                  <c:v>0.113658322812171</c:v>
                </c:pt>
                <c:pt idx="4060">
                  <c:v>0</c:v>
                </c:pt>
                <c:pt idx="4061">
                  <c:v>0.103177861108912</c:v>
                </c:pt>
                <c:pt idx="4062">
                  <c:v>0</c:v>
                </c:pt>
                <c:pt idx="4063">
                  <c:v>0.115994213805931</c:v>
                </c:pt>
                <c:pt idx="4064">
                  <c:v>0</c:v>
                </c:pt>
                <c:pt idx="4065">
                  <c:v>0</c:v>
                </c:pt>
                <c:pt idx="4066">
                  <c:v>0.10146300406537</c:v>
                </c:pt>
                <c:pt idx="4067">
                  <c:v>0</c:v>
                </c:pt>
                <c:pt idx="4068">
                  <c:v>0</c:v>
                </c:pt>
                <c:pt idx="4069">
                  <c:v>0</c:v>
                </c:pt>
                <c:pt idx="4070">
                  <c:v>0</c:v>
                </c:pt>
                <c:pt idx="4071">
                  <c:v>0</c:v>
                </c:pt>
                <c:pt idx="4072">
                  <c:v>0.103829045604278</c:v>
                </c:pt>
                <c:pt idx="4073">
                  <c:v>0</c:v>
                </c:pt>
                <c:pt idx="4074">
                  <c:v>0.10051203086285</c:v>
                </c:pt>
                <c:pt idx="4075">
                  <c:v>0</c:v>
                </c:pt>
                <c:pt idx="4076">
                  <c:v>0.100811771960807</c:v>
                </c:pt>
                <c:pt idx="4077">
                  <c:v>0</c:v>
                </c:pt>
                <c:pt idx="4078">
                  <c:v>0</c:v>
                </c:pt>
                <c:pt idx="4079">
                  <c:v>0.10041963311406001</c:v>
                </c:pt>
                <c:pt idx="4080">
                  <c:v>0</c:v>
                </c:pt>
                <c:pt idx="4081">
                  <c:v>0</c:v>
                </c:pt>
                <c:pt idx="4082">
                  <c:v>0.10022595618175199</c:v>
                </c:pt>
                <c:pt idx="4083">
                  <c:v>0.106681611073998</c:v>
                </c:pt>
                <c:pt idx="4084">
                  <c:v>0.107657367096312</c:v>
                </c:pt>
                <c:pt idx="4085">
                  <c:v>0</c:v>
                </c:pt>
                <c:pt idx="4086">
                  <c:v>0</c:v>
                </c:pt>
                <c:pt idx="4087">
                  <c:v>0</c:v>
                </c:pt>
                <c:pt idx="4088">
                  <c:v>0</c:v>
                </c:pt>
                <c:pt idx="4089">
                  <c:v>0.103803101203518</c:v>
                </c:pt>
                <c:pt idx="4090">
                  <c:v>0</c:v>
                </c:pt>
                <c:pt idx="4091">
                  <c:v>0</c:v>
                </c:pt>
                <c:pt idx="4092">
                  <c:v>0</c:v>
                </c:pt>
                <c:pt idx="4093">
                  <c:v>0</c:v>
                </c:pt>
                <c:pt idx="4094">
                  <c:v>0</c:v>
                </c:pt>
                <c:pt idx="4095">
                  <c:v>0</c:v>
                </c:pt>
                <c:pt idx="4096">
                  <c:v>0</c:v>
                </c:pt>
                <c:pt idx="4097">
                  <c:v>0.12581187667985599</c:v>
                </c:pt>
                <c:pt idx="4098">
                  <c:v>0</c:v>
                </c:pt>
                <c:pt idx="4099">
                  <c:v>0</c:v>
                </c:pt>
                <c:pt idx="4100">
                  <c:v>0.103596904243569</c:v>
                </c:pt>
                <c:pt idx="4101">
                  <c:v>0</c:v>
                </c:pt>
                <c:pt idx="4102">
                  <c:v>0.122909398010228</c:v>
                </c:pt>
                <c:pt idx="4103">
                  <c:v>0</c:v>
                </c:pt>
                <c:pt idx="4104">
                  <c:v>0</c:v>
                </c:pt>
                <c:pt idx="4105">
                  <c:v>0.100378043348921</c:v>
                </c:pt>
                <c:pt idx="4106">
                  <c:v>0.10213753898410401</c:v>
                </c:pt>
                <c:pt idx="4107">
                  <c:v>0.10370129140956599</c:v>
                </c:pt>
                <c:pt idx="4108">
                  <c:v>0</c:v>
                </c:pt>
                <c:pt idx="4109">
                  <c:v>0</c:v>
                </c:pt>
                <c:pt idx="4110">
                  <c:v>0.10768767476077599</c:v>
                </c:pt>
                <c:pt idx="4111">
                  <c:v>0.101492750110083</c:v>
                </c:pt>
                <c:pt idx="4112">
                  <c:v>0</c:v>
                </c:pt>
                <c:pt idx="4113">
                  <c:v>0</c:v>
                </c:pt>
                <c:pt idx="4114">
                  <c:v>0</c:v>
                </c:pt>
                <c:pt idx="4115">
                  <c:v>0</c:v>
                </c:pt>
                <c:pt idx="4116">
                  <c:v>0</c:v>
                </c:pt>
                <c:pt idx="4117">
                  <c:v>0</c:v>
                </c:pt>
                <c:pt idx="4118">
                  <c:v>0</c:v>
                </c:pt>
                <c:pt idx="4119">
                  <c:v>0</c:v>
                </c:pt>
                <c:pt idx="4120">
                  <c:v>0.116324657908916</c:v>
                </c:pt>
                <c:pt idx="4121">
                  <c:v>0</c:v>
                </c:pt>
                <c:pt idx="4122">
                  <c:v>0.106125277805597</c:v>
                </c:pt>
                <c:pt idx="4123">
                  <c:v>0</c:v>
                </c:pt>
                <c:pt idx="4124">
                  <c:v>0.102024142183581</c:v>
                </c:pt>
                <c:pt idx="4125">
                  <c:v>0.10006972099662501</c:v>
                </c:pt>
                <c:pt idx="4126">
                  <c:v>0</c:v>
                </c:pt>
                <c:pt idx="4127">
                  <c:v>0</c:v>
                </c:pt>
                <c:pt idx="4128">
                  <c:v>0</c:v>
                </c:pt>
                <c:pt idx="4129">
                  <c:v>0</c:v>
                </c:pt>
                <c:pt idx="4130">
                  <c:v>0</c:v>
                </c:pt>
                <c:pt idx="4131">
                  <c:v>0</c:v>
                </c:pt>
                <c:pt idx="4132">
                  <c:v>0.107169696152529</c:v>
                </c:pt>
                <c:pt idx="4133">
                  <c:v>0</c:v>
                </c:pt>
                <c:pt idx="4134">
                  <c:v>0</c:v>
                </c:pt>
                <c:pt idx="4135">
                  <c:v>0</c:v>
                </c:pt>
                <c:pt idx="4136">
                  <c:v>0.101537640083456</c:v>
                </c:pt>
                <c:pt idx="4137">
                  <c:v>0</c:v>
                </c:pt>
                <c:pt idx="4138">
                  <c:v>0.110352397294261</c:v>
                </c:pt>
                <c:pt idx="4139">
                  <c:v>0.103930684609208</c:v>
                </c:pt>
                <c:pt idx="4140">
                  <c:v>0</c:v>
                </c:pt>
                <c:pt idx="4141">
                  <c:v>0</c:v>
                </c:pt>
                <c:pt idx="4142">
                  <c:v>0</c:v>
                </c:pt>
                <c:pt idx="4143">
                  <c:v>0.10039680815442199</c:v>
                </c:pt>
                <c:pt idx="4144">
                  <c:v>0</c:v>
                </c:pt>
                <c:pt idx="4145">
                  <c:v>0</c:v>
                </c:pt>
                <c:pt idx="4146">
                  <c:v>0</c:v>
                </c:pt>
                <c:pt idx="4147">
                  <c:v>0</c:v>
                </c:pt>
                <c:pt idx="4148">
                  <c:v>0</c:v>
                </c:pt>
                <c:pt idx="4149">
                  <c:v>0</c:v>
                </c:pt>
                <c:pt idx="4150">
                  <c:v>0.100569991967299</c:v>
                </c:pt>
                <c:pt idx="4151">
                  <c:v>0.105008252057134</c:v>
                </c:pt>
                <c:pt idx="4152">
                  <c:v>0</c:v>
                </c:pt>
                <c:pt idx="4153">
                  <c:v>0.10033802718875701</c:v>
                </c:pt>
                <c:pt idx="4154">
                  <c:v>0</c:v>
                </c:pt>
                <c:pt idx="4155">
                  <c:v>0</c:v>
                </c:pt>
                <c:pt idx="4156">
                  <c:v>0</c:v>
                </c:pt>
                <c:pt idx="4157">
                  <c:v>0</c:v>
                </c:pt>
                <c:pt idx="4158">
                  <c:v>0.100932984395086</c:v>
                </c:pt>
                <c:pt idx="4159">
                  <c:v>0.108986998354741</c:v>
                </c:pt>
                <c:pt idx="4160">
                  <c:v>0.11501551898399601</c:v>
                </c:pt>
                <c:pt idx="4161">
                  <c:v>0</c:v>
                </c:pt>
                <c:pt idx="4162">
                  <c:v>0</c:v>
                </c:pt>
                <c:pt idx="4163">
                  <c:v>0</c:v>
                </c:pt>
                <c:pt idx="4164">
                  <c:v>0</c:v>
                </c:pt>
                <c:pt idx="4165">
                  <c:v>0</c:v>
                </c:pt>
                <c:pt idx="4166">
                  <c:v>0.104955672830566</c:v>
                </c:pt>
                <c:pt idx="4167">
                  <c:v>0.10330045916441</c:v>
                </c:pt>
                <c:pt idx="4168">
                  <c:v>0</c:v>
                </c:pt>
                <c:pt idx="4169">
                  <c:v>0.100741514118821</c:v>
                </c:pt>
                <c:pt idx="4170">
                  <c:v>0.10145839259030701</c:v>
                </c:pt>
                <c:pt idx="4171">
                  <c:v>0</c:v>
                </c:pt>
                <c:pt idx="4172">
                  <c:v>0</c:v>
                </c:pt>
                <c:pt idx="4173">
                  <c:v>0</c:v>
                </c:pt>
                <c:pt idx="4174">
                  <c:v>0.10546103569901701</c:v>
                </c:pt>
                <c:pt idx="4175">
                  <c:v>0</c:v>
                </c:pt>
                <c:pt idx="4176">
                  <c:v>0</c:v>
                </c:pt>
                <c:pt idx="4177">
                  <c:v>0.11814135175071901</c:v>
                </c:pt>
                <c:pt idx="4178">
                  <c:v>0</c:v>
                </c:pt>
                <c:pt idx="4179">
                  <c:v>0.100645420883912</c:v>
                </c:pt>
                <c:pt idx="4180">
                  <c:v>0</c:v>
                </c:pt>
                <c:pt idx="4181">
                  <c:v>0</c:v>
                </c:pt>
                <c:pt idx="4182">
                  <c:v>0</c:v>
                </c:pt>
                <c:pt idx="4183">
                  <c:v>0</c:v>
                </c:pt>
                <c:pt idx="4184">
                  <c:v>0.10514613792496701</c:v>
                </c:pt>
                <c:pt idx="4185">
                  <c:v>0.114603557761546</c:v>
                </c:pt>
                <c:pt idx="4186">
                  <c:v>0</c:v>
                </c:pt>
                <c:pt idx="4187">
                  <c:v>0.104861061255847</c:v>
                </c:pt>
                <c:pt idx="4188">
                  <c:v>0</c:v>
                </c:pt>
                <c:pt idx="4189">
                  <c:v>0.10316993270112799</c:v>
                </c:pt>
                <c:pt idx="4190">
                  <c:v>0.10411509772970499</c:v>
                </c:pt>
                <c:pt idx="4191">
                  <c:v>0.100427083159622</c:v>
                </c:pt>
                <c:pt idx="4192">
                  <c:v>0</c:v>
                </c:pt>
                <c:pt idx="4193">
                  <c:v>0</c:v>
                </c:pt>
                <c:pt idx="4194">
                  <c:v>0</c:v>
                </c:pt>
                <c:pt idx="4195">
                  <c:v>0</c:v>
                </c:pt>
                <c:pt idx="4196">
                  <c:v>0</c:v>
                </c:pt>
                <c:pt idx="4197">
                  <c:v>0.107000022439733</c:v>
                </c:pt>
                <c:pt idx="4198">
                  <c:v>0.10024567213154099</c:v>
                </c:pt>
                <c:pt idx="4199">
                  <c:v>0</c:v>
                </c:pt>
                <c:pt idx="4200">
                  <c:v>0</c:v>
                </c:pt>
                <c:pt idx="4201">
                  <c:v>0</c:v>
                </c:pt>
                <c:pt idx="4202">
                  <c:v>0</c:v>
                </c:pt>
                <c:pt idx="4203">
                  <c:v>0</c:v>
                </c:pt>
                <c:pt idx="4204">
                  <c:v>0</c:v>
                </c:pt>
                <c:pt idx="4205">
                  <c:v>0</c:v>
                </c:pt>
                <c:pt idx="4206">
                  <c:v>0</c:v>
                </c:pt>
                <c:pt idx="4207">
                  <c:v>0</c:v>
                </c:pt>
                <c:pt idx="4208">
                  <c:v>0</c:v>
                </c:pt>
                <c:pt idx="4209">
                  <c:v>0.103518337924068</c:v>
                </c:pt>
                <c:pt idx="4210">
                  <c:v>0</c:v>
                </c:pt>
                <c:pt idx="4211">
                  <c:v>0</c:v>
                </c:pt>
                <c:pt idx="4212">
                  <c:v>0</c:v>
                </c:pt>
                <c:pt idx="4213">
                  <c:v>0.104846556327437</c:v>
                </c:pt>
                <c:pt idx="4214">
                  <c:v>0.107791756972053</c:v>
                </c:pt>
                <c:pt idx="4215">
                  <c:v>0</c:v>
                </c:pt>
                <c:pt idx="4216">
                  <c:v>0</c:v>
                </c:pt>
                <c:pt idx="4217">
                  <c:v>0.10291637883570499</c:v>
                </c:pt>
                <c:pt idx="4218">
                  <c:v>0</c:v>
                </c:pt>
                <c:pt idx="4219">
                  <c:v>0</c:v>
                </c:pt>
                <c:pt idx="4220">
                  <c:v>0</c:v>
                </c:pt>
                <c:pt idx="4221">
                  <c:v>0</c:v>
                </c:pt>
                <c:pt idx="4222">
                  <c:v>0.10050212805223099</c:v>
                </c:pt>
                <c:pt idx="4223">
                  <c:v>0.100838003001854</c:v>
                </c:pt>
                <c:pt idx="4224">
                  <c:v>0</c:v>
                </c:pt>
                <c:pt idx="4225">
                  <c:v>0.1034174593071</c:v>
                </c:pt>
                <c:pt idx="4226">
                  <c:v>0</c:v>
                </c:pt>
                <c:pt idx="4227">
                  <c:v>0.100260056911883</c:v>
                </c:pt>
                <c:pt idx="4228">
                  <c:v>0.10879247169357401</c:v>
                </c:pt>
                <c:pt idx="4229">
                  <c:v>0</c:v>
                </c:pt>
                <c:pt idx="4230">
                  <c:v>0</c:v>
                </c:pt>
                <c:pt idx="4231">
                  <c:v>0.124774045374802</c:v>
                </c:pt>
                <c:pt idx="4232">
                  <c:v>0.100410386343779</c:v>
                </c:pt>
                <c:pt idx="4233">
                  <c:v>0</c:v>
                </c:pt>
                <c:pt idx="4234">
                  <c:v>0</c:v>
                </c:pt>
                <c:pt idx="4235">
                  <c:v>0.100614690939607</c:v>
                </c:pt>
                <c:pt idx="4236">
                  <c:v>0</c:v>
                </c:pt>
                <c:pt idx="4237">
                  <c:v>0</c:v>
                </c:pt>
                <c:pt idx="4238">
                  <c:v>0.100430815468124</c:v>
                </c:pt>
                <c:pt idx="4239">
                  <c:v>0.10760330963425099</c:v>
                </c:pt>
                <c:pt idx="4240">
                  <c:v>0</c:v>
                </c:pt>
                <c:pt idx="4241">
                  <c:v>0</c:v>
                </c:pt>
                <c:pt idx="4242">
                  <c:v>0.101163468319994</c:v>
                </c:pt>
                <c:pt idx="4243">
                  <c:v>0.10357363665793499</c:v>
                </c:pt>
                <c:pt idx="4244">
                  <c:v>0</c:v>
                </c:pt>
                <c:pt idx="4245">
                  <c:v>0</c:v>
                </c:pt>
                <c:pt idx="4246">
                  <c:v>0</c:v>
                </c:pt>
                <c:pt idx="4247">
                  <c:v>0</c:v>
                </c:pt>
                <c:pt idx="4248">
                  <c:v>9.99722526038124E-2</c:v>
                </c:pt>
                <c:pt idx="4249">
                  <c:v>9.9970974457034706E-2</c:v>
                </c:pt>
                <c:pt idx="4250">
                  <c:v>0</c:v>
                </c:pt>
                <c:pt idx="4251">
                  <c:v>0</c:v>
                </c:pt>
                <c:pt idx="4252">
                  <c:v>0.103010633074299</c:v>
                </c:pt>
                <c:pt idx="4253">
                  <c:v>0.10106062166584499</c:v>
                </c:pt>
                <c:pt idx="4254">
                  <c:v>9.9955321059114796E-2</c:v>
                </c:pt>
                <c:pt idx="4255">
                  <c:v>0</c:v>
                </c:pt>
                <c:pt idx="4256">
                  <c:v>0</c:v>
                </c:pt>
                <c:pt idx="4257">
                  <c:v>0</c:v>
                </c:pt>
                <c:pt idx="4258">
                  <c:v>0.11313985899441199</c:v>
                </c:pt>
                <c:pt idx="4259">
                  <c:v>0</c:v>
                </c:pt>
                <c:pt idx="4260">
                  <c:v>0</c:v>
                </c:pt>
                <c:pt idx="4261">
                  <c:v>0</c:v>
                </c:pt>
                <c:pt idx="4262">
                  <c:v>0</c:v>
                </c:pt>
                <c:pt idx="4263">
                  <c:v>0</c:v>
                </c:pt>
                <c:pt idx="4264">
                  <c:v>0.102309205446657</c:v>
                </c:pt>
                <c:pt idx="4265">
                  <c:v>0.110013650090375</c:v>
                </c:pt>
                <c:pt idx="4266">
                  <c:v>0</c:v>
                </c:pt>
                <c:pt idx="4267">
                  <c:v>0</c:v>
                </c:pt>
                <c:pt idx="4268">
                  <c:v>0</c:v>
                </c:pt>
                <c:pt idx="4269">
                  <c:v>0.10244454348397999</c:v>
                </c:pt>
                <c:pt idx="4270">
                  <c:v>0</c:v>
                </c:pt>
                <c:pt idx="4271">
                  <c:v>0</c:v>
                </c:pt>
                <c:pt idx="4272">
                  <c:v>0</c:v>
                </c:pt>
                <c:pt idx="4273">
                  <c:v>0.100372030664225</c:v>
                </c:pt>
                <c:pt idx="4274">
                  <c:v>0</c:v>
                </c:pt>
                <c:pt idx="4275">
                  <c:v>0</c:v>
                </c:pt>
                <c:pt idx="4276">
                  <c:v>0</c:v>
                </c:pt>
                <c:pt idx="4277">
                  <c:v>0</c:v>
                </c:pt>
                <c:pt idx="4278">
                  <c:v>0</c:v>
                </c:pt>
                <c:pt idx="4279">
                  <c:v>0</c:v>
                </c:pt>
                <c:pt idx="4280">
                  <c:v>0.105736941905132</c:v>
                </c:pt>
                <c:pt idx="4281">
                  <c:v>0</c:v>
                </c:pt>
                <c:pt idx="4282">
                  <c:v>0.103757653411328</c:v>
                </c:pt>
                <c:pt idx="4283">
                  <c:v>0.108158848173724</c:v>
                </c:pt>
                <c:pt idx="4284">
                  <c:v>0.101575532485968</c:v>
                </c:pt>
                <c:pt idx="4285">
                  <c:v>0</c:v>
                </c:pt>
                <c:pt idx="4286">
                  <c:v>0</c:v>
                </c:pt>
                <c:pt idx="4287">
                  <c:v>0.109820440556644</c:v>
                </c:pt>
                <c:pt idx="4288">
                  <c:v>0.10032111791930901</c:v>
                </c:pt>
                <c:pt idx="4289">
                  <c:v>0.101100967706146</c:v>
                </c:pt>
                <c:pt idx="4290">
                  <c:v>0.105880733154453</c:v>
                </c:pt>
                <c:pt idx="4291">
                  <c:v>0.104869392580811</c:v>
                </c:pt>
                <c:pt idx="4292">
                  <c:v>0</c:v>
                </c:pt>
                <c:pt idx="4293">
                  <c:v>9.9982872586397806E-2</c:v>
                </c:pt>
                <c:pt idx="4294">
                  <c:v>0</c:v>
                </c:pt>
                <c:pt idx="4295">
                  <c:v>0.11189382173086999</c:v>
                </c:pt>
                <c:pt idx="4296">
                  <c:v>9.9999483095560601E-2</c:v>
                </c:pt>
                <c:pt idx="4297">
                  <c:v>0.10305923813237999</c:v>
                </c:pt>
                <c:pt idx="4298">
                  <c:v>0.10006205085184</c:v>
                </c:pt>
                <c:pt idx="4299">
                  <c:v>0.10322569569693001</c:v>
                </c:pt>
                <c:pt idx="4300">
                  <c:v>0.100970521077135</c:v>
                </c:pt>
                <c:pt idx="4301">
                  <c:v>0.10114498018639501</c:v>
                </c:pt>
                <c:pt idx="4302">
                  <c:v>0</c:v>
                </c:pt>
                <c:pt idx="4303">
                  <c:v>0</c:v>
                </c:pt>
                <c:pt idx="4304">
                  <c:v>0</c:v>
                </c:pt>
                <c:pt idx="4305">
                  <c:v>0</c:v>
                </c:pt>
                <c:pt idx="4306">
                  <c:v>0.11099624967702799</c:v>
                </c:pt>
                <c:pt idx="4307">
                  <c:v>0</c:v>
                </c:pt>
                <c:pt idx="4308">
                  <c:v>0</c:v>
                </c:pt>
                <c:pt idx="4309">
                  <c:v>0</c:v>
                </c:pt>
                <c:pt idx="4310">
                  <c:v>0</c:v>
                </c:pt>
                <c:pt idx="4311">
                  <c:v>9.9872875242019404E-2</c:v>
                </c:pt>
                <c:pt idx="4312">
                  <c:v>0.102021502795685</c:v>
                </c:pt>
                <c:pt idx="4313">
                  <c:v>0.101476033331933</c:v>
                </c:pt>
                <c:pt idx="4314">
                  <c:v>0.104241232047956</c:v>
                </c:pt>
                <c:pt idx="4315">
                  <c:v>0</c:v>
                </c:pt>
                <c:pt idx="4316">
                  <c:v>0</c:v>
                </c:pt>
                <c:pt idx="4317">
                  <c:v>0.10426054575338201</c:v>
                </c:pt>
                <c:pt idx="4318">
                  <c:v>0.102019337412287</c:v>
                </c:pt>
                <c:pt idx="4319">
                  <c:v>0</c:v>
                </c:pt>
                <c:pt idx="4320">
                  <c:v>0</c:v>
                </c:pt>
                <c:pt idx="4321">
                  <c:v>0.10221191341305901</c:v>
                </c:pt>
                <c:pt idx="4322">
                  <c:v>0</c:v>
                </c:pt>
                <c:pt idx="4323">
                  <c:v>0</c:v>
                </c:pt>
                <c:pt idx="4324">
                  <c:v>0</c:v>
                </c:pt>
                <c:pt idx="4325">
                  <c:v>0</c:v>
                </c:pt>
                <c:pt idx="4326">
                  <c:v>0.104199351249418</c:v>
                </c:pt>
                <c:pt idx="4327">
                  <c:v>0</c:v>
                </c:pt>
                <c:pt idx="4328">
                  <c:v>0.100207780409427</c:v>
                </c:pt>
                <c:pt idx="4329">
                  <c:v>0.106418527974161</c:v>
                </c:pt>
                <c:pt idx="4330">
                  <c:v>0.10569496073406701</c:v>
                </c:pt>
                <c:pt idx="4331">
                  <c:v>0.103210417760269</c:v>
                </c:pt>
                <c:pt idx="4332">
                  <c:v>0</c:v>
                </c:pt>
                <c:pt idx="4333">
                  <c:v>0</c:v>
                </c:pt>
                <c:pt idx="4334">
                  <c:v>0.10539855318180399</c:v>
                </c:pt>
                <c:pt idx="4335">
                  <c:v>0.103557870817411</c:v>
                </c:pt>
                <c:pt idx="4336">
                  <c:v>0.100551503200554</c:v>
                </c:pt>
                <c:pt idx="4337">
                  <c:v>0.108129945526799</c:v>
                </c:pt>
                <c:pt idx="4338">
                  <c:v>0.102404441513016</c:v>
                </c:pt>
                <c:pt idx="4339">
                  <c:v>0.109733060321427</c:v>
                </c:pt>
                <c:pt idx="4340">
                  <c:v>0</c:v>
                </c:pt>
                <c:pt idx="4341">
                  <c:v>0.104408801238199</c:v>
                </c:pt>
                <c:pt idx="4342">
                  <c:v>0.101227730660441</c:v>
                </c:pt>
                <c:pt idx="4343">
                  <c:v>0</c:v>
                </c:pt>
                <c:pt idx="4344">
                  <c:v>0</c:v>
                </c:pt>
                <c:pt idx="4345">
                  <c:v>0</c:v>
                </c:pt>
                <c:pt idx="4346">
                  <c:v>0</c:v>
                </c:pt>
                <c:pt idx="4347">
                  <c:v>0.10211161130405</c:v>
                </c:pt>
                <c:pt idx="4348">
                  <c:v>0</c:v>
                </c:pt>
                <c:pt idx="4349">
                  <c:v>0</c:v>
                </c:pt>
                <c:pt idx="4350">
                  <c:v>0.10478723652866299</c:v>
                </c:pt>
                <c:pt idx="4351">
                  <c:v>0.107284697757747</c:v>
                </c:pt>
                <c:pt idx="4352">
                  <c:v>0.100588063887736</c:v>
                </c:pt>
                <c:pt idx="4353">
                  <c:v>0</c:v>
                </c:pt>
                <c:pt idx="4354">
                  <c:v>0.10187355928872199</c:v>
                </c:pt>
                <c:pt idx="4355">
                  <c:v>0</c:v>
                </c:pt>
                <c:pt idx="4356">
                  <c:v>0.100768212451226</c:v>
                </c:pt>
                <c:pt idx="4357">
                  <c:v>0.10175253637221</c:v>
                </c:pt>
                <c:pt idx="4358">
                  <c:v>0</c:v>
                </c:pt>
                <c:pt idx="4359">
                  <c:v>0.11514665377335701</c:v>
                </c:pt>
                <c:pt idx="4360">
                  <c:v>0</c:v>
                </c:pt>
                <c:pt idx="4361">
                  <c:v>0.10565358705070201</c:v>
                </c:pt>
                <c:pt idx="4362">
                  <c:v>0</c:v>
                </c:pt>
                <c:pt idx="4363">
                  <c:v>0</c:v>
                </c:pt>
                <c:pt idx="4364">
                  <c:v>0.115309290738641</c:v>
                </c:pt>
                <c:pt idx="4365">
                  <c:v>0</c:v>
                </c:pt>
                <c:pt idx="4366">
                  <c:v>0.103339743589986</c:v>
                </c:pt>
                <c:pt idx="4367">
                  <c:v>9.9767579473943602E-2</c:v>
                </c:pt>
                <c:pt idx="4368">
                  <c:v>0.103797726986166</c:v>
                </c:pt>
                <c:pt idx="4369">
                  <c:v>0.101509709816491</c:v>
                </c:pt>
                <c:pt idx="4370">
                  <c:v>9.9873994144344502E-2</c:v>
                </c:pt>
                <c:pt idx="4371">
                  <c:v>0.107197538453579</c:v>
                </c:pt>
                <c:pt idx="4372">
                  <c:v>0</c:v>
                </c:pt>
                <c:pt idx="4373">
                  <c:v>0.106775325379403</c:v>
                </c:pt>
                <c:pt idx="4374">
                  <c:v>0.111986229185357</c:v>
                </c:pt>
                <c:pt idx="4375">
                  <c:v>0</c:v>
                </c:pt>
                <c:pt idx="4376">
                  <c:v>0</c:v>
                </c:pt>
                <c:pt idx="4377">
                  <c:v>0.108574331742033</c:v>
                </c:pt>
                <c:pt idx="4378">
                  <c:v>0.104752464360372</c:v>
                </c:pt>
                <c:pt idx="4379">
                  <c:v>0.10373332258427299</c:v>
                </c:pt>
                <c:pt idx="4380">
                  <c:v>0</c:v>
                </c:pt>
                <c:pt idx="4381">
                  <c:v>0</c:v>
                </c:pt>
                <c:pt idx="4382">
                  <c:v>0.10442522144104099</c:v>
                </c:pt>
                <c:pt idx="4383">
                  <c:v>0.10164555046665801</c:v>
                </c:pt>
                <c:pt idx="4384">
                  <c:v>0.102245669359719</c:v>
                </c:pt>
                <c:pt idx="4385">
                  <c:v>0.10396026361684001</c:v>
                </c:pt>
                <c:pt idx="4386">
                  <c:v>0.101211469348371</c:v>
                </c:pt>
                <c:pt idx="4387">
                  <c:v>0</c:v>
                </c:pt>
                <c:pt idx="4388">
                  <c:v>0.106587900563533</c:v>
                </c:pt>
                <c:pt idx="4389">
                  <c:v>0.10594159433294199</c:v>
                </c:pt>
                <c:pt idx="4390">
                  <c:v>0.109025518083781</c:v>
                </c:pt>
                <c:pt idx="4391">
                  <c:v>0</c:v>
                </c:pt>
                <c:pt idx="4392">
                  <c:v>0.10071452297531799</c:v>
                </c:pt>
                <c:pt idx="4393">
                  <c:v>0</c:v>
                </c:pt>
                <c:pt idx="4394">
                  <c:v>0</c:v>
                </c:pt>
                <c:pt idx="4395">
                  <c:v>0.104002278237114</c:v>
                </c:pt>
                <c:pt idx="4396">
                  <c:v>0</c:v>
                </c:pt>
                <c:pt idx="4397">
                  <c:v>0.10890552620579901</c:v>
                </c:pt>
                <c:pt idx="4398">
                  <c:v>0.10064688933288</c:v>
                </c:pt>
                <c:pt idx="4399">
                  <c:v>0</c:v>
                </c:pt>
                <c:pt idx="4400">
                  <c:v>0.100322778431868</c:v>
                </c:pt>
                <c:pt idx="4401">
                  <c:v>0</c:v>
                </c:pt>
                <c:pt idx="4402">
                  <c:v>0.100415406202053</c:v>
                </c:pt>
                <c:pt idx="4403">
                  <c:v>0.111934009512664</c:v>
                </c:pt>
                <c:pt idx="4404">
                  <c:v>0</c:v>
                </c:pt>
                <c:pt idx="4405">
                  <c:v>0.10251401953431399</c:v>
                </c:pt>
                <c:pt idx="4406">
                  <c:v>0.10194688794986299</c:v>
                </c:pt>
                <c:pt idx="4407">
                  <c:v>0.102137257464214</c:v>
                </c:pt>
                <c:pt idx="4408">
                  <c:v>0.109593779505927</c:v>
                </c:pt>
                <c:pt idx="4409">
                  <c:v>0.10049352920820701</c:v>
                </c:pt>
                <c:pt idx="4410">
                  <c:v>0</c:v>
                </c:pt>
                <c:pt idx="4411">
                  <c:v>0.10393321189834499</c:v>
                </c:pt>
                <c:pt idx="4412">
                  <c:v>0.109792041947646</c:v>
                </c:pt>
                <c:pt idx="4413">
                  <c:v>0.100999312053871</c:v>
                </c:pt>
                <c:pt idx="4414">
                  <c:v>0.10536836768787</c:v>
                </c:pt>
                <c:pt idx="4415">
                  <c:v>0</c:v>
                </c:pt>
                <c:pt idx="4416">
                  <c:v>0.10150459379967899</c:v>
                </c:pt>
                <c:pt idx="4417">
                  <c:v>0.101442468768454</c:v>
                </c:pt>
                <c:pt idx="4418">
                  <c:v>0.10021416730850401</c:v>
                </c:pt>
                <c:pt idx="4419">
                  <c:v>0</c:v>
                </c:pt>
                <c:pt idx="4420">
                  <c:v>0.113299269306032</c:v>
                </c:pt>
                <c:pt idx="4421">
                  <c:v>0.10000274226575501</c:v>
                </c:pt>
                <c:pt idx="4422">
                  <c:v>0.102065278494856</c:v>
                </c:pt>
                <c:pt idx="4423">
                  <c:v>0.101902328618774</c:v>
                </c:pt>
                <c:pt idx="4424">
                  <c:v>0.10131304269806</c:v>
                </c:pt>
                <c:pt idx="4425">
                  <c:v>0.101692196498136</c:v>
                </c:pt>
                <c:pt idx="4426">
                  <c:v>0.100061594217198</c:v>
                </c:pt>
                <c:pt idx="4427">
                  <c:v>0.10054468870031399</c:v>
                </c:pt>
                <c:pt idx="4428">
                  <c:v>9.9985528756501907E-2</c:v>
                </c:pt>
                <c:pt idx="4429">
                  <c:v>0</c:v>
                </c:pt>
                <c:pt idx="4430">
                  <c:v>0</c:v>
                </c:pt>
                <c:pt idx="4431">
                  <c:v>0.107856003404822</c:v>
                </c:pt>
                <c:pt idx="4432">
                  <c:v>0</c:v>
                </c:pt>
                <c:pt idx="4433">
                  <c:v>0.101609933844997</c:v>
                </c:pt>
                <c:pt idx="4434">
                  <c:v>0.100389038926532</c:v>
                </c:pt>
                <c:pt idx="4435">
                  <c:v>0.10065388214717599</c:v>
                </c:pt>
                <c:pt idx="4436">
                  <c:v>0</c:v>
                </c:pt>
                <c:pt idx="4437">
                  <c:v>0.10522693821908199</c:v>
                </c:pt>
                <c:pt idx="4438">
                  <c:v>0</c:v>
                </c:pt>
                <c:pt idx="4439">
                  <c:v>0.1006668389003</c:v>
                </c:pt>
                <c:pt idx="4440">
                  <c:v>0.100945759131846</c:v>
                </c:pt>
                <c:pt idx="4441">
                  <c:v>0.107778278980895</c:v>
                </c:pt>
                <c:pt idx="4442">
                  <c:v>0.102823972257946</c:v>
                </c:pt>
                <c:pt idx="4443">
                  <c:v>0.100708297485864</c:v>
                </c:pt>
                <c:pt idx="4444">
                  <c:v>0.103501713626953</c:v>
                </c:pt>
                <c:pt idx="4445">
                  <c:v>0</c:v>
                </c:pt>
                <c:pt idx="4446">
                  <c:v>0</c:v>
                </c:pt>
                <c:pt idx="4447">
                  <c:v>0.103136217325615</c:v>
                </c:pt>
                <c:pt idx="4448">
                  <c:v>0.10203265439332</c:v>
                </c:pt>
                <c:pt idx="4449">
                  <c:v>0.10078333016199401</c:v>
                </c:pt>
                <c:pt idx="4450">
                  <c:v>0</c:v>
                </c:pt>
                <c:pt idx="4451">
                  <c:v>0.108479472594822</c:v>
                </c:pt>
                <c:pt idx="4452">
                  <c:v>0.10554851127927201</c:v>
                </c:pt>
                <c:pt idx="4453">
                  <c:v>0</c:v>
                </c:pt>
                <c:pt idx="4454">
                  <c:v>0.103178107082676</c:v>
                </c:pt>
                <c:pt idx="4455">
                  <c:v>0.105605027722462</c:v>
                </c:pt>
                <c:pt idx="4456">
                  <c:v>0</c:v>
                </c:pt>
                <c:pt idx="4457">
                  <c:v>0</c:v>
                </c:pt>
                <c:pt idx="4458">
                  <c:v>0.111116677654127</c:v>
                </c:pt>
                <c:pt idx="4459">
                  <c:v>0.100811396900248</c:v>
                </c:pt>
                <c:pt idx="4460">
                  <c:v>0.10554147623174299</c:v>
                </c:pt>
                <c:pt idx="4461">
                  <c:v>0.10503034393203101</c:v>
                </c:pt>
                <c:pt idx="4462">
                  <c:v>0.101831220749627</c:v>
                </c:pt>
                <c:pt idx="4463">
                  <c:v>0</c:v>
                </c:pt>
                <c:pt idx="4464">
                  <c:v>0.103227927824477</c:v>
                </c:pt>
                <c:pt idx="4465">
                  <c:v>0.1075364967715</c:v>
                </c:pt>
                <c:pt idx="4466">
                  <c:v>0.104015327272192</c:v>
                </c:pt>
                <c:pt idx="4467">
                  <c:v>0</c:v>
                </c:pt>
                <c:pt idx="4468">
                  <c:v>0.10982191243417599</c:v>
                </c:pt>
                <c:pt idx="4469">
                  <c:v>0.106804005095633</c:v>
                </c:pt>
                <c:pt idx="4470">
                  <c:v>0</c:v>
                </c:pt>
                <c:pt idx="4471">
                  <c:v>0.102716270854511</c:v>
                </c:pt>
                <c:pt idx="4472">
                  <c:v>0.105025237514073</c:v>
                </c:pt>
                <c:pt idx="4473">
                  <c:v>0.105491715395209</c:v>
                </c:pt>
                <c:pt idx="4474">
                  <c:v>0.10234001156116899</c:v>
                </c:pt>
                <c:pt idx="4475">
                  <c:v>0.11197717501712599</c:v>
                </c:pt>
                <c:pt idx="4476">
                  <c:v>0.106603007560633</c:v>
                </c:pt>
                <c:pt idx="4477">
                  <c:v>0.102250478059409</c:v>
                </c:pt>
                <c:pt idx="4478">
                  <c:v>0.124713869732866</c:v>
                </c:pt>
                <c:pt idx="4479">
                  <c:v>0.10857103474603901</c:v>
                </c:pt>
                <c:pt idx="4480">
                  <c:v>0.101498988778483</c:v>
                </c:pt>
                <c:pt idx="4481">
                  <c:v>0</c:v>
                </c:pt>
                <c:pt idx="4482">
                  <c:v>0.111894544725886</c:v>
                </c:pt>
                <c:pt idx="4483">
                  <c:v>0.124880193592422</c:v>
                </c:pt>
                <c:pt idx="4484">
                  <c:v>0.10035133026680799</c:v>
                </c:pt>
                <c:pt idx="4485">
                  <c:v>0.104533748524024</c:v>
                </c:pt>
                <c:pt idx="4486">
                  <c:v>0.103625715012737</c:v>
                </c:pt>
                <c:pt idx="4487">
                  <c:v>0.10159450269529401</c:v>
                </c:pt>
                <c:pt idx="4488">
                  <c:v>0</c:v>
                </c:pt>
                <c:pt idx="4489">
                  <c:v>9.9772840648334402E-2</c:v>
                </c:pt>
                <c:pt idx="4490">
                  <c:v>0.10240527629205</c:v>
                </c:pt>
                <c:pt idx="4491">
                  <c:v>0.105887905071275</c:v>
                </c:pt>
                <c:pt idx="4492">
                  <c:v>0.106881420140763</c:v>
                </c:pt>
                <c:pt idx="4493">
                  <c:v>0.105222383534914</c:v>
                </c:pt>
                <c:pt idx="4494">
                  <c:v>9.9968737866842294E-2</c:v>
                </c:pt>
                <c:pt idx="4495">
                  <c:v>0.103253575286518</c:v>
                </c:pt>
                <c:pt idx="4496">
                  <c:v>0.116926742692364</c:v>
                </c:pt>
                <c:pt idx="4497">
                  <c:v>0.10674415588282</c:v>
                </c:pt>
                <c:pt idx="4498">
                  <c:v>0</c:v>
                </c:pt>
                <c:pt idx="4499">
                  <c:v>0.101851357228002</c:v>
                </c:pt>
                <c:pt idx="4500">
                  <c:v>0.10154844202006499</c:v>
                </c:pt>
                <c:pt idx="4501">
                  <c:v>0</c:v>
                </c:pt>
                <c:pt idx="4502">
                  <c:v>0.105522133777031</c:v>
                </c:pt>
                <c:pt idx="4503">
                  <c:v>0.10024141731540299</c:v>
                </c:pt>
                <c:pt idx="4504">
                  <c:v>0.10401280088380301</c:v>
                </c:pt>
                <c:pt idx="4505">
                  <c:v>0.104441831141143</c:v>
                </c:pt>
                <c:pt idx="4506">
                  <c:v>0.10087494864069101</c:v>
                </c:pt>
                <c:pt idx="4507">
                  <c:v>0.107444591107971</c:v>
                </c:pt>
                <c:pt idx="4508">
                  <c:v>0.10038193358875799</c:v>
                </c:pt>
                <c:pt idx="4509">
                  <c:v>0.10533851589398301</c:v>
                </c:pt>
                <c:pt idx="4510">
                  <c:v>0.10617466621141</c:v>
                </c:pt>
                <c:pt idx="4511">
                  <c:v>0.10148623431338701</c:v>
                </c:pt>
                <c:pt idx="4512">
                  <c:v>0.105294291635207</c:v>
                </c:pt>
                <c:pt idx="4513">
                  <c:v>0.10023066761596</c:v>
                </c:pt>
                <c:pt idx="4514">
                  <c:v>0.113493612520288</c:v>
                </c:pt>
                <c:pt idx="4515">
                  <c:v>0</c:v>
                </c:pt>
                <c:pt idx="4516">
                  <c:v>0.10512011944656501</c:v>
                </c:pt>
                <c:pt idx="4517">
                  <c:v>0.115887352597837</c:v>
                </c:pt>
                <c:pt idx="4518">
                  <c:v>0.100849217765619</c:v>
                </c:pt>
                <c:pt idx="4519">
                  <c:v>0.107158523024233</c:v>
                </c:pt>
                <c:pt idx="4520">
                  <c:v>0.100707188862068</c:v>
                </c:pt>
                <c:pt idx="4521">
                  <c:v>0.100712442312549</c:v>
                </c:pt>
                <c:pt idx="4522">
                  <c:v>0.106356233232235</c:v>
                </c:pt>
                <c:pt idx="4523">
                  <c:v>0.116370713591688</c:v>
                </c:pt>
                <c:pt idx="4524">
                  <c:v>0.103706043284789</c:v>
                </c:pt>
                <c:pt idx="4525">
                  <c:v>0.10406780988568699</c:v>
                </c:pt>
                <c:pt idx="4526">
                  <c:v>0.103324090504577</c:v>
                </c:pt>
                <c:pt idx="4527">
                  <c:v>0</c:v>
                </c:pt>
                <c:pt idx="4528">
                  <c:v>0.102203943945867</c:v>
                </c:pt>
                <c:pt idx="4529">
                  <c:v>0.100118877694723</c:v>
                </c:pt>
                <c:pt idx="4530">
                  <c:v>0.130882223248908</c:v>
                </c:pt>
                <c:pt idx="4531">
                  <c:v>0.114217167789484</c:v>
                </c:pt>
                <c:pt idx="4532">
                  <c:v>0</c:v>
                </c:pt>
                <c:pt idx="4533">
                  <c:v>0.104107038655175</c:v>
                </c:pt>
                <c:pt idx="4534">
                  <c:v>0.108417347926704</c:v>
                </c:pt>
                <c:pt idx="4535">
                  <c:v>0</c:v>
                </c:pt>
                <c:pt idx="4536">
                  <c:v>0.10021861592160999</c:v>
                </c:pt>
                <c:pt idx="4537">
                  <c:v>0.12118469106497499</c:v>
                </c:pt>
                <c:pt idx="4538">
                  <c:v>0.102196683977738</c:v>
                </c:pt>
                <c:pt idx="4539">
                  <c:v>0.101310514587184</c:v>
                </c:pt>
                <c:pt idx="4540">
                  <c:v>0.10007737246223899</c:v>
                </c:pt>
                <c:pt idx="4541">
                  <c:v>0.102818955144738</c:v>
                </c:pt>
                <c:pt idx="4542">
                  <c:v>0.10536017545295299</c:v>
                </c:pt>
                <c:pt idx="4543">
                  <c:v>0</c:v>
                </c:pt>
                <c:pt idx="4544">
                  <c:v>0.100584769092727</c:v>
                </c:pt>
                <c:pt idx="4545">
                  <c:v>0.103684136164711</c:v>
                </c:pt>
                <c:pt idx="4546">
                  <c:v>0.100294133917523</c:v>
                </c:pt>
                <c:pt idx="4547">
                  <c:v>0.101624305600634</c:v>
                </c:pt>
                <c:pt idx="4548">
                  <c:v>0</c:v>
                </c:pt>
                <c:pt idx="4549">
                  <c:v>0.10284214329368201</c:v>
                </c:pt>
                <c:pt idx="4550">
                  <c:v>0.10360918349571201</c:v>
                </c:pt>
                <c:pt idx="4551">
                  <c:v>0.105587734320958</c:v>
                </c:pt>
                <c:pt idx="4552">
                  <c:v>0.100306328831647</c:v>
                </c:pt>
                <c:pt idx="4553">
                  <c:v>0</c:v>
                </c:pt>
                <c:pt idx="4554">
                  <c:v>0.100799778145685</c:v>
                </c:pt>
                <c:pt idx="4555">
                  <c:v>0.10297179573644299</c:v>
                </c:pt>
                <c:pt idx="4556">
                  <c:v>0.106754470385544</c:v>
                </c:pt>
                <c:pt idx="4557">
                  <c:v>0.102245554442549</c:v>
                </c:pt>
                <c:pt idx="4558">
                  <c:v>0.100192390856804</c:v>
                </c:pt>
                <c:pt idx="4559">
                  <c:v>0.10489272246468601</c:v>
                </c:pt>
                <c:pt idx="4560">
                  <c:v>0.10000013588921999</c:v>
                </c:pt>
                <c:pt idx="4561">
                  <c:v>0.10005540505737801</c:v>
                </c:pt>
                <c:pt idx="4562">
                  <c:v>0.10296389736351901</c:v>
                </c:pt>
                <c:pt idx="4563">
                  <c:v>0.10378368779314499</c:v>
                </c:pt>
                <c:pt idx="4564">
                  <c:v>0.10481466634697099</c:v>
                </c:pt>
                <c:pt idx="4565">
                  <c:v>0</c:v>
                </c:pt>
                <c:pt idx="4566">
                  <c:v>0.10662376140182001</c:v>
                </c:pt>
                <c:pt idx="4567">
                  <c:v>9.9795966492292706E-2</c:v>
                </c:pt>
                <c:pt idx="4568">
                  <c:v>0.101405224899702</c:v>
                </c:pt>
                <c:pt idx="4569">
                  <c:v>0.101966183971886</c:v>
                </c:pt>
                <c:pt idx="4570">
                  <c:v>0.102850449498292</c:v>
                </c:pt>
                <c:pt idx="4571">
                  <c:v>0.10264892194823801</c:v>
                </c:pt>
                <c:pt idx="4572">
                  <c:v>0.110705032937118</c:v>
                </c:pt>
                <c:pt idx="4573">
                  <c:v>0.105897345355342</c:v>
                </c:pt>
                <c:pt idx="4574">
                  <c:v>0.10024049075291599</c:v>
                </c:pt>
                <c:pt idx="4575">
                  <c:v>0.100338488068311</c:v>
                </c:pt>
                <c:pt idx="4576">
                  <c:v>0.10890935113481599</c:v>
                </c:pt>
                <c:pt idx="4577">
                  <c:v>0.105982719335617</c:v>
                </c:pt>
                <c:pt idx="4578">
                  <c:v>0.100455757735861</c:v>
                </c:pt>
                <c:pt idx="4579">
                  <c:v>0.101530932606372</c:v>
                </c:pt>
                <c:pt idx="4580">
                  <c:v>0.10325660129278499</c:v>
                </c:pt>
                <c:pt idx="4581">
                  <c:v>0.110047932561116</c:v>
                </c:pt>
                <c:pt idx="4582">
                  <c:v>0.107346120988942</c:v>
                </c:pt>
                <c:pt idx="4583">
                  <c:v>0.101299884034216</c:v>
                </c:pt>
                <c:pt idx="4584">
                  <c:v>0.10001438326935901</c:v>
                </c:pt>
                <c:pt idx="4585">
                  <c:v>0.102142435549138</c:v>
                </c:pt>
                <c:pt idx="4586">
                  <c:v>0.103364442361463</c:v>
                </c:pt>
                <c:pt idx="4587">
                  <c:v>0.10228801201495299</c:v>
                </c:pt>
                <c:pt idx="4588">
                  <c:v>0.101962048789844</c:v>
                </c:pt>
                <c:pt idx="4589">
                  <c:v>0.105498017301807</c:v>
                </c:pt>
                <c:pt idx="4590">
                  <c:v>0.100478062917331</c:v>
                </c:pt>
                <c:pt idx="4591">
                  <c:v>0.100867046672608</c:v>
                </c:pt>
                <c:pt idx="4592">
                  <c:v>0.10555685102205301</c:v>
                </c:pt>
                <c:pt idx="4593">
                  <c:v>0.10798083461355901</c:v>
                </c:pt>
                <c:pt idx="4594">
                  <c:v>0.101026229917254</c:v>
                </c:pt>
                <c:pt idx="4595">
                  <c:v>0.102061030999248</c:v>
                </c:pt>
                <c:pt idx="4596">
                  <c:v>0.114068803094855</c:v>
                </c:pt>
                <c:pt idx="4597">
                  <c:v>0.109298332315341</c:v>
                </c:pt>
                <c:pt idx="4598">
                  <c:v>0.101524123418157</c:v>
                </c:pt>
                <c:pt idx="4599">
                  <c:v>0.102945568183158</c:v>
                </c:pt>
                <c:pt idx="4600">
                  <c:v>0.11315061106424799</c:v>
                </c:pt>
                <c:pt idx="4601">
                  <c:v>0.10113979916164</c:v>
                </c:pt>
                <c:pt idx="4602">
                  <c:v>0.100703827111088</c:v>
                </c:pt>
                <c:pt idx="4603">
                  <c:v>0.103272490368608</c:v>
                </c:pt>
                <c:pt idx="4604">
                  <c:v>0.110824767238258</c:v>
                </c:pt>
                <c:pt idx="4605">
                  <c:v>0.101150348960262</c:v>
                </c:pt>
                <c:pt idx="4606">
                  <c:v>0.130889207909168</c:v>
                </c:pt>
                <c:pt idx="4607">
                  <c:v>0.100079694211847</c:v>
                </c:pt>
                <c:pt idx="4608">
                  <c:v>0.10751125465445099</c:v>
                </c:pt>
                <c:pt idx="4609">
                  <c:v>0.106173439199991</c:v>
                </c:pt>
                <c:pt idx="4610">
                  <c:v>0.11793564636759001</c:v>
                </c:pt>
                <c:pt idx="4611">
                  <c:v>0.10185588956359599</c:v>
                </c:pt>
                <c:pt idx="4612">
                  <c:v>0.10146670604027699</c:v>
                </c:pt>
                <c:pt idx="4613">
                  <c:v>0.100432083440881</c:v>
                </c:pt>
                <c:pt idx="4614">
                  <c:v>0.100112167684538</c:v>
                </c:pt>
                <c:pt idx="4615">
                  <c:v>0.105154793715447</c:v>
                </c:pt>
                <c:pt idx="4616">
                  <c:v>0.102776979980681</c:v>
                </c:pt>
                <c:pt idx="4617">
                  <c:v>0.116597358804954</c:v>
                </c:pt>
                <c:pt idx="4618">
                  <c:v>0.115168007271373</c:v>
                </c:pt>
                <c:pt idx="4619">
                  <c:v>0.100021081134075</c:v>
                </c:pt>
                <c:pt idx="4620">
                  <c:v>0.100390959332032</c:v>
                </c:pt>
                <c:pt idx="4621">
                  <c:v>0.10666991163674</c:v>
                </c:pt>
                <c:pt idx="4622">
                  <c:v>0.16110876505400401</c:v>
                </c:pt>
                <c:pt idx="4623">
                  <c:v>0.103436318387034</c:v>
                </c:pt>
                <c:pt idx="4624">
                  <c:v>0.100450561302176</c:v>
                </c:pt>
                <c:pt idx="4625">
                  <c:v>0.104010839451739</c:v>
                </c:pt>
                <c:pt idx="4626">
                  <c:v>0.141055618068094</c:v>
                </c:pt>
                <c:pt idx="4627">
                  <c:v>0.105047269375086</c:v>
                </c:pt>
                <c:pt idx="4628">
                  <c:v>0.119038479477333</c:v>
                </c:pt>
                <c:pt idx="4629">
                  <c:v>0.106695520451225</c:v>
                </c:pt>
                <c:pt idx="4630">
                  <c:v>0.10644541932776</c:v>
                </c:pt>
                <c:pt idx="4631">
                  <c:v>0.13611918631263301</c:v>
                </c:pt>
                <c:pt idx="4632">
                  <c:v>0.150258312003684</c:v>
                </c:pt>
                <c:pt idx="4633">
                  <c:v>0.101964555033546</c:v>
                </c:pt>
                <c:pt idx="4634">
                  <c:v>0.101049900775958</c:v>
                </c:pt>
                <c:pt idx="4635">
                  <c:v>0.104930285816437</c:v>
                </c:pt>
                <c:pt idx="4636">
                  <c:v>0.101976807184624</c:v>
                </c:pt>
                <c:pt idx="4637">
                  <c:v>0.11011878425391899</c:v>
                </c:pt>
                <c:pt idx="4638">
                  <c:v>0.107041647855574</c:v>
                </c:pt>
                <c:pt idx="4639">
                  <c:v>0.10094562703583</c:v>
                </c:pt>
                <c:pt idx="4640">
                  <c:v>0.10400891841099</c:v>
                </c:pt>
                <c:pt idx="4641">
                  <c:v>0.114196411717607</c:v>
                </c:pt>
                <c:pt idx="4642">
                  <c:v>0.109454795544964</c:v>
                </c:pt>
                <c:pt idx="4643">
                  <c:v>0.101801632911729</c:v>
                </c:pt>
                <c:pt idx="4644">
                  <c:v>0.10043878444861699</c:v>
                </c:pt>
                <c:pt idx="4645">
                  <c:v>0.100146666037168</c:v>
                </c:pt>
                <c:pt idx="4646">
                  <c:v>9.9998083288561093E-2</c:v>
                </c:pt>
                <c:pt idx="4647">
                  <c:v>0.114558633699317</c:v>
                </c:pt>
                <c:pt idx="4648">
                  <c:v>0.114503746354521</c:v>
                </c:pt>
                <c:pt idx="4649">
                  <c:v>0.142074142662104</c:v>
                </c:pt>
                <c:pt idx="4650">
                  <c:v>0.10498369081855401</c:v>
                </c:pt>
                <c:pt idx="4651">
                  <c:v>0.142541834659341</c:v>
                </c:pt>
                <c:pt idx="4652">
                  <c:v>0.10643307580483</c:v>
                </c:pt>
                <c:pt idx="4653">
                  <c:v>0.11188670826012299</c:v>
                </c:pt>
                <c:pt idx="4654">
                  <c:v>0.103018011631658</c:v>
                </c:pt>
                <c:pt idx="4655">
                  <c:v>0.12293509957102899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0E0-4C58-98B8-D443A309AC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3856047"/>
        <c:axId val="993870447"/>
      </c:scatterChart>
      <c:valAx>
        <c:axId val="99385604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206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993870447"/>
        <c:crosses val="autoZero"/>
        <c:crossBetween val="midCat"/>
      </c:valAx>
      <c:valAx>
        <c:axId val="993870447"/>
        <c:scaling>
          <c:orientation val="minMax"/>
          <c:min val="1.0000000000000005E-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206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993856047"/>
        <c:crosses val="autoZero"/>
        <c:crossBetween val="midCat"/>
        <c:majorUnit val="5.000000000000001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ysClr val="windowText" lastClr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2060"/>
      </a:solidFill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KoPub돋움체_Pro Medium" panose="02020603020101020101" pitchFamily="18" charset="-127"/>
          <a:ea typeface="KoPub돋움체_Pro Medium" panose="02020603020101020101" pitchFamily="18" charset="-127"/>
        </a:defRPr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v>편입비</c:v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'주가하락_목표달성_2008-10-13'!$A$2:$A$122</c:f>
              <c:numCache>
                <c:formatCode>m/d/yyyy</c:formatCode>
                <c:ptCount val="121"/>
                <c:pt idx="0">
                  <c:v>39734</c:v>
                </c:pt>
                <c:pt idx="1">
                  <c:v>39735</c:v>
                </c:pt>
                <c:pt idx="2">
                  <c:v>39736</c:v>
                </c:pt>
                <c:pt idx="3">
                  <c:v>39737</c:v>
                </c:pt>
                <c:pt idx="4">
                  <c:v>39738</c:v>
                </c:pt>
                <c:pt idx="5">
                  <c:v>39741</c:v>
                </c:pt>
                <c:pt idx="6">
                  <c:v>39742</c:v>
                </c:pt>
                <c:pt idx="7">
                  <c:v>39743</c:v>
                </c:pt>
                <c:pt idx="8">
                  <c:v>39744</c:v>
                </c:pt>
                <c:pt idx="9">
                  <c:v>39745</c:v>
                </c:pt>
                <c:pt idx="10">
                  <c:v>39748</c:v>
                </c:pt>
                <c:pt idx="11">
                  <c:v>39749</c:v>
                </c:pt>
                <c:pt idx="12">
                  <c:v>39750</c:v>
                </c:pt>
                <c:pt idx="13">
                  <c:v>39751</c:v>
                </c:pt>
                <c:pt idx="14">
                  <c:v>39752</c:v>
                </c:pt>
                <c:pt idx="15">
                  <c:v>39755</c:v>
                </c:pt>
                <c:pt idx="16">
                  <c:v>39756</c:v>
                </c:pt>
                <c:pt idx="17">
                  <c:v>39757</c:v>
                </c:pt>
                <c:pt idx="18">
                  <c:v>39758</c:v>
                </c:pt>
                <c:pt idx="19">
                  <c:v>39759</c:v>
                </c:pt>
                <c:pt idx="20">
                  <c:v>39762</c:v>
                </c:pt>
                <c:pt idx="21">
                  <c:v>39763</c:v>
                </c:pt>
                <c:pt idx="22">
                  <c:v>39764</c:v>
                </c:pt>
                <c:pt idx="23">
                  <c:v>39765</c:v>
                </c:pt>
                <c:pt idx="24">
                  <c:v>39766</c:v>
                </c:pt>
                <c:pt idx="25">
                  <c:v>39769</c:v>
                </c:pt>
                <c:pt idx="26">
                  <c:v>39770</c:v>
                </c:pt>
                <c:pt idx="27">
                  <c:v>39771</c:v>
                </c:pt>
                <c:pt idx="28">
                  <c:v>39772</c:v>
                </c:pt>
                <c:pt idx="29">
                  <c:v>39773</c:v>
                </c:pt>
                <c:pt idx="30">
                  <c:v>39776</c:v>
                </c:pt>
                <c:pt idx="31">
                  <c:v>39777</c:v>
                </c:pt>
                <c:pt idx="32">
                  <c:v>39778</c:v>
                </c:pt>
                <c:pt idx="33">
                  <c:v>39779</c:v>
                </c:pt>
                <c:pt idx="34">
                  <c:v>39780</c:v>
                </c:pt>
                <c:pt idx="35">
                  <c:v>39783</c:v>
                </c:pt>
                <c:pt idx="36">
                  <c:v>39784</c:v>
                </c:pt>
                <c:pt idx="37">
                  <c:v>39785</c:v>
                </c:pt>
                <c:pt idx="38">
                  <c:v>39786</c:v>
                </c:pt>
                <c:pt idx="39">
                  <c:v>39787</c:v>
                </c:pt>
                <c:pt idx="40">
                  <c:v>39790</c:v>
                </c:pt>
                <c:pt idx="41">
                  <c:v>39791</c:v>
                </c:pt>
                <c:pt idx="42">
                  <c:v>39792</c:v>
                </c:pt>
                <c:pt idx="43">
                  <c:v>39793</c:v>
                </c:pt>
                <c:pt idx="44">
                  <c:v>39794</c:v>
                </c:pt>
                <c:pt idx="45">
                  <c:v>39797</c:v>
                </c:pt>
                <c:pt idx="46">
                  <c:v>39798</c:v>
                </c:pt>
                <c:pt idx="47">
                  <c:v>39799</c:v>
                </c:pt>
                <c:pt idx="48">
                  <c:v>39800</c:v>
                </c:pt>
                <c:pt idx="49">
                  <c:v>39801</c:v>
                </c:pt>
                <c:pt idx="50">
                  <c:v>39804</c:v>
                </c:pt>
                <c:pt idx="51">
                  <c:v>39805</c:v>
                </c:pt>
                <c:pt idx="52">
                  <c:v>39806</c:v>
                </c:pt>
                <c:pt idx="53">
                  <c:v>39807</c:v>
                </c:pt>
                <c:pt idx="54">
                  <c:v>39808</c:v>
                </c:pt>
                <c:pt idx="55">
                  <c:v>39811</c:v>
                </c:pt>
                <c:pt idx="56">
                  <c:v>39812</c:v>
                </c:pt>
                <c:pt idx="57">
                  <c:v>39813</c:v>
                </c:pt>
                <c:pt idx="58">
                  <c:v>39814</c:v>
                </c:pt>
                <c:pt idx="59">
                  <c:v>39815</c:v>
                </c:pt>
                <c:pt idx="60">
                  <c:v>39818</c:v>
                </c:pt>
                <c:pt idx="61">
                  <c:v>39819</c:v>
                </c:pt>
                <c:pt idx="62">
                  <c:v>39820</c:v>
                </c:pt>
                <c:pt idx="63">
                  <c:v>39821</c:v>
                </c:pt>
                <c:pt idx="64">
                  <c:v>39822</c:v>
                </c:pt>
                <c:pt idx="65">
                  <c:v>39825</c:v>
                </c:pt>
                <c:pt idx="66">
                  <c:v>39826</c:v>
                </c:pt>
                <c:pt idx="67">
                  <c:v>39827</c:v>
                </c:pt>
                <c:pt idx="68">
                  <c:v>39828</c:v>
                </c:pt>
                <c:pt idx="69">
                  <c:v>39829</c:v>
                </c:pt>
                <c:pt idx="70">
                  <c:v>39832</c:v>
                </c:pt>
                <c:pt idx="71">
                  <c:v>39833</c:v>
                </c:pt>
                <c:pt idx="72">
                  <c:v>39834</c:v>
                </c:pt>
                <c:pt idx="73">
                  <c:v>39835</c:v>
                </c:pt>
                <c:pt idx="74">
                  <c:v>39836</c:v>
                </c:pt>
                <c:pt idx="75">
                  <c:v>39839</c:v>
                </c:pt>
                <c:pt idx="76">
                  <c:v>39840</c:v>
                </c:pt>
                <c:pt idx="77">
                  <c:v>39841</c:v>
                </c:pt>
                <c:pt idx="78">
                  <c:v>39842</c:v>
                </c:pt>
                <c:pt idx="79">
                  <c:v>39843</c:v>
                </c:pt>
                <c:pt idx="80">
                  <c:v>39846</c:v>
                </c:pt>
                <c:pt idx="81">
                  <c:v>39847</c:v>
                </c:pt>
                <c:pt idx="82">
                  <c:v>39848</c:v>
                </c:pt>
                <c:pt idx="83">
                  <c:v>39849</c:v>
                </c:pt>
                <c:pt idx="84">
                  <c:v>39850</c:v>
                </c:pt>
                <c:pt idx="85">
                  <c:v>39853</c:v>
                </c:pt>
                <c:pt idx="86">
                  <c:v>39854</c:v>
                </c:pt>
                <c:pt idx="87">
                  <c:v>39855</c:v>
                </c:pt>
                <c:pt idx="88">
                  <c:v>39856</c:v>
                </c:pt>
                <c:pt idx="89">
                  <c:v>39857</c:v>
                </c:pt>
                <c:pt idx="90">
                  <c:v>39860</c:v>
                </c:pt>
                <c:pt idx="91">
                  <c:v>39861</c:v>
                </c:pt>
                <c:pt idx="92">
                  <c:v>39862</c:v>
                </c:pt>
                <c:pt idx="93">
                  <c:v>39863</c:v>
                </c:pt>
                <c:pt idx="94">
                  <c:v>39864</c:v>
                </c:pt>
                <c:pt idx="95">
                  <c:v>39867</c:v>
                </c:pt>
                <c:pt idx="96">
                  <c:v>39868</c:v>
                </c:pt>
                <c:pt idx="97">
                  <c:v>39869</c:v>
                </c:pt>
                <c:pt idx="98">
                  <c:v>39870</c:v>
                </c:pt>
                <c:pt idx="99">
                  <c:v>39871</c:v>
                </c:pt>
                <c:pt idx="100">
                  <c:v>39874</c:v>
                </c:pt>
                <c:pt idx="101">
                  <c:v>39875</c:v>
                </c:pt>
                <c:pt idx="102">
                  <c:v>39876</c:v>
                </c:pt>
                <c:pt idx="103">
                  <c:v>39877</c:v>
                </c:pt>
                <c:pt idx="104">
                  <c:v>39878</c:v>
                </c:pt>
                <c:pt idx="105">
                  <c:v>39881</c:v>
                </c:pt>
                <c:pt idx="106">
                  <c:v>39882</c:v>
                </c:pt>
                <c:pt idx="107">
                  <c:v>39883</c:v>
                </c:pt>
                <c:pt idx="108">
                  <c:v>39884</c:v>
                </c:pt>
                <c:pt idx="109">
                  <c:v>39885</c:v>
                </c:pt>
                <c:pt idx="110">
                  <c:v>39888</c:v>
                </c:pt>
                <c:pt idx="111">
                  <c:v>39889</c:v>
                </c:pt>
                <c:pt idx="112">
                  <c:v>39890</c:v>
                </c:pt>
                <c:pt idx="113">
                  <c:v>39891</c:v>
                </c:pt>
                <c:pt idx="114">
                  <c:v>39892</c:v>
                </c:pt>
                <c:pt idx="115">
                  <c:v>39895</c:v>
                </c:pt>
                <c:pt idx="116">
                  <c:v>39896</c:v>
                </c:pt>
                <c:pt idx="117">
                  <c:v>39897</c:v>
                </c:pt>
                <c:pt idx="118">
                  <c:v>39898</c:v>
                </c:pt>
                <c:pt idx="119">
                  <c:v>39899</c:v>
                </c:pt>
                <c:pt idx="120">
                  <c:v>39902</c:v>
                </c:pt>
              </c:numCache>
            </c:numRef>
          </c:cat>
          <c:val>
            <c:numRef>
              <c:f>'주가하락_목표달성_2008-10-13'!$C$2:$C$122</c:f>
              <c:numCache>
                <c:formatCode>0.00_);[Red]\(0.00\)</c:formatCode>
                <c:ptCount val="121"/>
                <c:pt idx="0">
                  <c:v>0.32151212064419799</c:v>
                </c:pt>
                <c:pt idx="1">
                  <c:v>0.15279600996982401</c:v>
                </c:pt>
                <c:pt idx="2">
                  <c:v>0.20594095403828999</c:v>
                </c:pt>
                <c:pt idx="3">
                  <c:v>0.47502109372036599</c:v>
                </c:pt>
                <c:pt idx="4">
                  <c:v>0.47502109372036599</c:v>
                </c:pt>
                <c:pt idx="5">
                  <c:v>0.34279300800917301</c:v>
                </c:pt>
                <c:pt idx="6">
                  <c:v>0.34279300800917301</c:v>
                </c:pt>
                <c:pt idx="7">
                  <c:v>0.45125362913907502</c:v>
                </c:pt>
                <c:pt idx="8">
                  <c:v>0.52989674165053902</c:v>
                </c:pt>
                <c:pt idx="9">
                  <c:v>0.60885954104234397</c:v>
                </c:pt>
                <c:pt idx="10">
                  <c:v>0.60885954104234397</c:v>
                </c:pt>
                <c:pt idx="11">
                  <c:v>0.60885954104234397</c:v>
                </c:pt>
                <c:pt idx="12">
                  <c:v>0.60885954104234397</c:v>
                </c:pt>
                <c:pt idx="13">
                  <c:v>0.52152409427176005</c:v>
                </c:pt>
                <c:pt idx="14">
                  <c:v>0.52152409427176005</c:v>
                </c:pt>
                <c:pt idx="15">
                  <c:v>0.52152409427176005</c:v>
                </c:pt>
                <c:pt idx="16">
                  <c:v>0.52152409427176005</c:v>
                </c:pt>
                <c:pt idx="17">
                  <c:v>0.52152409427176005</c:v>
                </c:pt>
                <c:pt idx="18">
                  <c:v>0.52152409427176005</c:v>
                </c:pt>
                <c:pt idx="19">
                  <c:v>0.52152409427176005</c:v>
                </c:pt>
                <c:pt idx="20">
                  <c:v>0.52152409427176005</c:v>
                </c:pt>
                <c:pt idx="21">
                  <c:v>0.52152409427176005</c:v>
                </c:pt>
                <c:pt idx="22">
                  <c:v>0.52152409427176005</c:v>
                </c:pt>
                <c:pt idx="23">
                  <c:v>0.58548029257067202</c:v>
                </c:pt>
                <c:pt idx="24">
                  <c:v>0.58548029257067202</c:v>
                </c:pt>
                <c:pt idx="25">
                  <c:v>0.58548029257067202</c:v>
                </c:pt>
                <c:pt idx="26">
                  <c:v>0.68486969027762001</c:v>
                </c:pt>
                <c:pt idx="27">
                  <c:v>0.68486969027762001</c:v>
                </c:pt>
                <c:pt idx="28">
                  <c:v>0.74909482597424004</c:v>
                </c:pt>
                <c:pt idx="29">
                  <c:v>0.74909482597424004</c:v>
                </c:pt>
                <c:pt idx="30">
                  <c:v>0.74909482597424004</c:v>
                </c:pt>
                <c:pt idx="31">
                  <c:v>0.74909482597424004</c:v>
                </c:pt>
                <c:pt idx="32">
                  <c:v>0.74909482597424004</c:v>
                </c:pt>
                <c:pt idx="33">
                  <c:v>0.74909482597424004</c:v>
                </c:pt>
                <c:pt idx="34">
                  <c:v>0.74909482597424004</c:v>
                </c:pt>
                <c:pt idx="35">
                  <c:v>0.74909482597424004</c:v>
                </c:pt>
                <c:pt idx="36">
                  <c:v>0.74909482597424004</c:v>
                </c:pt>
                <c:pt idx="37">
                  <c:v>0.74909482597424004</c:v>
                </c:pt>
                <c:pt idx="38">
                  <c:v>0.74909482597424004</c:v>
                </c:pt>
                <c:pt idx="39">
                  <c:v>0.74909482597424004</c:v>
                </c:pt>
                <c:pt idx="40">
                  <c:v>0.74909482597424004</c:v>
                </c:pt>
                <c:pt idx="41">
                  <c:v>0.74909482597424004</c:v>
                </c:pt>
                <c:pt idx="42">
                  <c:v>0.74909482597424004</c:v>
                </c:pt>
                <c:pt idx="43">
                  <c:v>0.74909482597424004</c:v>
                </c:pt>
                <c:pt idx="44">
                  <c:v>0.74909482597424004</c:v>
                </c:pt>
                <c:pt idx="45">
                  <c:v>0.74909482597424004</c:v>
                </c:pt>
                <c:pt idx="46">
                  <c:v>0.74909482597424004</c:v>
                </c:pt>
                <c:pt idx="47">
                  <c:v>0.74909482597424004</c:v>
                </c:pt>
                <c:pt idx="48">
                  <c:v>0.74909482597424004</c:v>
                </c:pt>
                <c:pt idx="49">
                  <c:v>0.74909482597424004</c:v>
                </c:pt>
                <c:pt idx="50">
                  <c:v>0.74909482597424004</c:v>
                </c:pt>
                <c:pt idx="51">
                  <c:v>0.80911176872842805</c:v>
                </c:pt>
                <c:pt idx="52">
                  <c:v>0.80911176872842805</c:v>
                </c:pt>
                <c:pt idx="53">
                  <c:v>0.80911176872842805</c:v>
                </c:pt>
                <c:pt idx="54">
                  <c:v>0.80911176872842805</c:v>
                </c:pt>
                <c:pt idx="55">
                  <c:v>0.75794881010572501</c:v>
                </c:pt>
                <c:pt idx="56">
                  <c:v>0.75794881010572501</c:v>
                </c:pt>
                <c:pt idx="57">
                  <c:v>0.75794881010572501</c:v>
                </c:pt>
                <c:pt idx="58">
                  <c:v>0.75794881010572501</c:v>
                </c:pt>
                <c:pt idx="59">
                  <c:v>0.75794881010572501</c:v>
                </c:pt>
                <c:pt idx="60">
                  <c:v>0.75794881010572501</c:v>
                </c:pt>
                <c:pt idx="61">
                  <c:v>0.75794881010572501</c:v>
                </c:pt>
                <c:pt idx="62">
                  <c:v>0.75794881010572501</c:v>
                </c:pt>
                <c:pt idx="63">
                  <c:v>0.81692179454471103</c:v>
                </c:pt>
                <c:pt idx="64">
                  <c:v>0.81692179454471103</c:v>
                </c:pt>
                <c:pt idx="65">
                  <c:v>0.81692179454471103</c:v>
                </c:pt>
                <c:pt idx="66">
                  <c:v>0.81692179454471103</c:v>
                </c:pt>
                <c:pt idx="67">
                  <c:v>0.75841114410046595</c:v>
                </c:pt>
                <c:pt idx="68">
                  <c:v>0.75841114410046595</c:v>
                </c:pt>
                <c:pt idx="69">
                  <c:v>0.75841114410046595</c:v>
                </c:pt>
                <c:pt idx="70">
                  <c:v>0.80897043860235196</c:v>
                </c:pt>
                <c:pt idx="71">
                  <c:v>0.80897043860235196</c:v>
                </c:pt>
                <c:pt idx="72">
                  <c:v>0.80897043860235196</c:v>
                </c:pt>
                <c:pt idx="73">
                  <c:v>0.80897043860235196</c:v>
                </c:pt>
                <c:pt idx="74">
                  <c:v>0.80897043860235196</c:v>
                </c:pt>
                <c:pt idx="75">
                  <c:v>0.80897043860235196</c:v>
                </c:pt>
                <c:pt idx="76">
                  <c:v>0.80897043860235196</c:v>
                </c:pt>
                <c:pt idx="77">
                  <c:v>0.80897043860235196</c:v>
                </c:pt>
                <c:pt idx="78">
                  <c:v>0.80897043860235196</c:v>
                </c:pt>
                <c:pt idx="79">
                  <c:v>0.85967804849373997</c:v>
                </c:pt>
                <c:pt idx="80">
                  <c:v>0.85967804849373997</c:v>
                </c:pt>
                <c:pt idx="81">
                  <c:v>0.85967804849373997</c:v>
                </c:pt>
                <c:pt idx="82">
                  <c:v>0.85967804849373997</c:v>
                </c:pt>
                <c:pt idx="83">
                  <c:v>0.85967804849373997</c:v>
                </c:pt>
                <c:pt idx="84">
                  <c:v>0.85967804849373997</c:v>
                </c:pt>
                <c:pt idx="85">
                  <c:v>0.85967804849373997</c:v>
                </c:pt>
                <c:pt idx="86">
                  <c:v>0.85967804849373997</c:v>
                </c:pt>
                <c:pt idx="87">
                  <c:v>0.85967804849373997</c:v>
                </c:pt>
                <c:pt idx="88">
                  <c:v>0.85967804849373997</c:v>
                </c:pt>
                <c:pt idx="89">
                  <c:v>0.85967804849373997</c:v>
                </c:pt>
                <c:pt idx="90">
                  <c:v>0.85967804849373997</c:v>
                </c:pt>
                <c:pt idx="91">
                  <c:v>0.85967804849373997</c:v>
                </c:pt>
                <c:pt idx="92">
                  <c:v>0.85967804849373997</c:v>
                </c:pt>
                <c:pt idx="93">
                  <c:v>0.85967804849373997</c:v>
                </c:pt>
                <c:pt idx="94">
                  <c:v>0.80872171775042601</c:v>
                </c:pt>
                <c:pt idx="95">
                  <c:v>0.80872171775042601</c:v>
                </c:pt>
                <c:pt idx="96">
                  <c:v>0.80872171775042601</c:v>
                </c:pt>
                <c:pt idx="97">
                  <c:v>0.80872171775042601</c:v>
                </c:pt>
                <c:pt idx="98">
                  <c:v>0.80872171775042601</c:v>
                </c:pt>
                <c:pt idx="99">
                  <c:v>0.80872171775042601</c:v>
                </c:pt>
                <c:pt idx="100">
                  <c:v>0.80872171775042601</c:v>
                </c:pt>
                <c:pt idx="101">
                  <c:v>0.80872171775042601</c:v>
                </c:pt>
                <c:pt idx="102">
                  <c:v>0.80872171775042601</c:v>
                </c:pt>
                <c:pt idx="103">
                  <c:v>0.80872171775042601</c:v>
                </c:pt>
                <c:pt idx="104">
                  <c:v>0.80872171775042601</c:v>
                </c:pt>
                <c:pt idx="105">
                  <c:v>0.80872171775042601</c:v>
                </c:pt>
                <c:pt idx="106">
                  <c:v>0.80872171775042601</c:v>
                </c:pt>
                <c:pt idx="107">
                  <c:v>0.80872171775042601</c:v>
                </c:pt>
                <c:pt idx="108">
                  <c:v>0.80872171775042601</c:v>
                </c:pt>
                <c:pt idx="109">
                  <c:v>0.88017564398780201</c:v>
                </c:pt>
                <c:pt idx="110">
                  <c:v>0.88017564398780201</c:v>
                </c:pt>
                <c:pt idx="111">
                  <c:v>0.88017564398780201</c:v>
                </c:pt>
                <c:pt idx="112">
                  <c:v>0.88017564398780201</c:v>
                </c:pt>
                <c:pt idx="113">
                  <c:v>0.88017564398780201</c:v>
                </c:pt>
                <c:pt idx="114">
                  <c:v>0.88017564398780201</c:v>
                </c:pt>
                <c:pt idx="115">
                  <c:v>0.93102973239714004</c:v>
                </c:pt>
                <c:pt idx="116">
                  <c:v>0.93102973239714004</c:v>
                </c:pt>
                <c:pt idx="117">
                  <c:v>0.93102973239714004</c:v>
                </c:pt>
                <c:pt idx="118">
                  <c:v>0.98198737164533001</c:v>
                </c:pt>
                <c:pt idx="119">
                  <c:v>0.98198737164533001</c:v>
                </c:pt>
                <c:pt idx="1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8F-44E0-B1F4-AD46A87E5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76"/>
        <c:axId val="1118833871"/>
        <c:axId val="1118834351"/>
      </c:barChart>
      <c:lineChart>
        <c:grouping val="standard"/>
        <c:varyColors val="0"/>
        <c:ser>
          <c:idx val="2"/>
          <c:order val="2"/>
          <c:tx>
            <c:v>운용성과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'주가하락_목표달성_2008-10-13'!$A$2:$A$122</c:f>
              <c:numCache>
                <c:formatCode>m/d/yyyy</c:formatCode>
                <c:ptCount val="121"/>
                <c:pt idx="0">
                  <c:v>39734</c:v>
                </c:pt>
                <c:pt idx="1">
                  <c:v>39735</c:v>
                </c:pt>
                <c:pt idx="2">
                  <c:v>39736</c:v>
                </c:pt>
                <c:pt idx="3">
                  <c:v>39737</c:v>
                </c:pt>
                <c:pt idx="4">
                  <c:v>39738</c:v>
                </c:pt>
                <c:pt idx="5">
                  <c:v>39741</c:v>
                </c:pt>
                <c:pt idx="6">
                  <c:v>39742</c:v>
                </c:pt>
                <c:pt idx="7">
                  <c:v>39743</c:v>
                </c:pt>
                <c:pt idx="8">
                  <c:v>39744</c:v>
                </c:pt>
                <c:pt idx="9">
                  <c:v>39745</c:v>
                </c:pt>
                <c:pt idx="10">
                  <c:v>39748</c:v>
                </c:pt>
                <c:pt idx="11">
                  <c:v>39749</c:v>
                </c:pt>
                <c:pt idx="12">
                  <c:v>39750</c:v>
                </c:pt>
                <c:pt idx="13">
                  <c:v>39751</c:v>
                </c:pt>
                <c:pt idx="14">
                  <c:v>39752</c:v>
                </c:pt>
                <c:pt idx="15">
                  <c:v>39755</c:v>
                </c:pt>
                <c:pt idx="16">
                  <c:v>39756</c:v>
                </c:pt>
                <c:pt idx="17">
                  <c:v>39757</c:v>
                </c:pt>
                <c:pt idx="18">
                  <c:v>39758</c:v>
                </c:pt>
                <c:pt idx="19">
                  <c:v>39759</c:v>
                </c:pt>
                <c:pt idx="20">
                  <c:v>39762</c:v>
                </c:pt>
                <c:pt idx="21">
                  <c:v>39763</c:v>
                </c:pt>
                <c:pt idx="22">
                  <c:v>39764</c:v>
                </c:pt>
                <c:pt idx="23">
                  <c:v>39765</c:v>
                </c:pt>
                <c:pt idx="24">
                  <c:v>39766</c:v>
                </c:pt>
                <c:pt idx="25">
                  <c:v>39769</c:v>
                </c:pt>
                <c:pt idx="26">
                  <c:v>39770</c:v>
                </c:pt>
                <c:pt idx="27">
                  <c:v>39771</c:v>
                </c:pt>
                <c:pt idx="28">
                  <c:v>39772</c:v>
                </c:pt>
                <c:pt idx="29">
                  <c:v>39773</c:v>
                </c:pt>
                <c:pt idx="30">
                  <c:v>39776</c:v>
                </c:pt>
                <c:pt idx="31">
                  <c:v>39777</c:v>
                </c:pt>
                <c:pt idx="32">
                  <c:v>39778</c:v>
                </c:pt>
                <c:pt idx="33">
                  <c:v>39779</c:v>
                </c:pt>
                <c:pt idx="34">
                  <c:v>39780</c:v>
                </c:pt>
                <c:pt idx="35">
                  <c:v>39783</c:v>
                </c:pt>
                <c:pt idx="36">
                  <c:v>39784</c:v>
                </c:pt>
                <c:pt idx="37">
                  <c:v>39785</c:v>
                </c:pt>
                <c:pt idx="38">
                  <c:v>39786</c:v>
                </c:pt>
                <c:pt idx="39">
                  <c:v>39787</c:v>
                </c:pt>
                <c:pt idx="40">
                  <c:v>39790</c:v>
                </c:pt>
                <c:pt idx="41">
                  <c:v>39791</c:v>
                </c:pt>
                <c:pt idx="42">
                  <c:v>39792</c:v>
                </c:pt>
                <c:pt idx="43">
                  <c:v>39793</c:v>
                </c:pt>
                <c:pt idx="44">
                  <c:v>39794</c:v>
                </c:pt>
                <c:pt idx="45">
                  <c:v>39797</c:v>
                </c:pt>
                <c:pt idx="46">
                  <c:v>39798</c:v>
                </c:pt>
                <c:pt idx="47">
                  <c:v>39799</c:v>
                </c:pt>
                <c:pt idx="48">
                  <c:v>39800</c:v>
                </c:pt>
                <c:pt idx="49">
                  <c:v>39801</c:v>
                </c:pt>
                <c:pt idx="50">
                  <c:v>39804</c:v>
                </c:pt>
                <c:pt idx="51">
                  <c:v>39805</c:v>
                </c:pt>
                <c:pt idx="52">
                  <c:v>39806</c:v>
                </c:pt>
                <c:pt idx="53">
                  <c:v>39807</c:v>
                </c:pt>
                <c:pt idx="54">
                  <c:v>39808</c:v>
                </c:pt>
                <c:pt idx="55">
                  <c:v>39811</c:v>
                </c:pt>
                <c:pt idx="56">
                  <c:v>39812</c:v>
                </c:pt>
                <c:pt idx="57">
                  <c:v>39813</c:v>
                </c:pt>
                <c:pt idx="58">
                  <c:v>39814</c:v>
                </c:pt>
                <c:pt idx="59">
                  <c:v>39815</c:v>
                </c:pt>
                <c:pt idx="60">
                  <c:v>39818</c:v>
                </c:pt>
                <c:pt idx="61">
                  <c:v>39819</c:v>
                </c:pt>
                <c:pt idx="62">
                  <c:v>39820</c:v>
                </c:pt>
                <c:pt idx="63">
                  <c:v>39821</c:v>
                </c:pt>
                <c:pt idx="64">
                  <c:v>39822</c:v>
                </c:pt>
                <c:pt idx="65">
                  <c:v>39825</c:v>
                </c:pt>
                <c:pt idx="66">
                  <c:v>39826</c:v>
                </c:pt>
                <c:pt idx="67">
                  <c:v>39827</c:v>
                </c:pt>
                <c:pt idx="68">
                  <c:v>39828</c:v>
                </c:pt>
                <c:pt idx="69">
                  <c:v>39829</c:v>
                </c:pt>
                <c:pt idx="70">
                  <c:v>39832</c:v>
                </c:pt>
                <c:pt idx="71">
                  <c:v>39833</c:v>
                </c:pt>
                <c:pt idx="72">
                  <c:v>39834</c:v>
                </c:pt>
                <c:pt idx="73">
                  <c:v>39835</c:v>
                </c:pt>
                <c:pt idx="74">
                  <c:v>39836</c:v>
                </c:pt>
                <c:pt idx="75">
                  <c:v>39839</c:v>
                </c:pt>
                <c:pt idx="76">
                  <c:v>39840</c:v>
                </c:pt>
                <c:pt idx="77">
                  <c:v>39841</c:v>
                </c:pt>
                <c:pt idx="78">
                  <c:v>39842</c:v>
                </c:pt>
                <c:pt idx="79">
                  <c:v>39843</c:v>
                </c:pt>
                <c:pt idx="80">
                  <c:v>39846</c:v>
                </c:pt>
                <c:pt idx="81">
                  <c:v>39847</c:v>
                </c:pt>
                <c:pt idx="82">
                  <c:v>39848</c:v>
                </c:pt>
                <c:pt idx="83">
                  <c:v>39849</c:v>
                </c:pt>
                <c:pt idx="84">
                  <c:v>39850</c:v>
                </c:pt>
                <c:pt idx="85">
                  <c:v>39853</c:v>
                </c:pt>
                <c:pt idx="86">
                  <c:v>39854</c:v>
                </c:pt>
                <c:pt idx="87">
                  <c:v>39855</c:v>
                </c:pt>
                <c:pt idx="88">
                  <c:v>39856</c:v>
                </c:pt>
                <c:pt idx="89">
                  <c:v>39857</c:v>
                </c:pt>
                <c:pt idx="90">
                  <c:v>39860</c:v>
                </c:pt>
                <c:pt idx="91">
                  <c:v>39861</c:v>
                </c:pt>
                <c:pt idx="92">
                  <c:v>39862</c:v>
                </c:pt>
                <c:pt idx="93">
                  <c:v>39863</c:v>
                </c:pt>
                <c:pt idx="94">
                  <c:v>39864</c:v>
                </c:pt>
                <c:pt idx="95">
                  <c:v>39867</c:v>
                </c:pt>
                <c:pt idx="96">
                  <c:v>39868</c:v>
                </c:pt>
                <c:pt idx="97">
                  <c:v>39869</c:v>
                </c:pt>
                <c:pt idx="98">
                  <c:v>39870</c:v>
                </c:pt>
                <c:pt idx="99">
                  <c:v>39871</c:v>
                </c:pt>
                <c:pt idx="100">
                  <c:v>39874</c:v>
                </c:pt>
                <c:pt idx="101">
                  <c:v>39875</c:v>
                </c:pt>
                <c:pt idx="102">
                  <c:v>39876</c:v>
                </c:pt>
                <c:pt idx="103">
                  <c:v>39877</c:v>
                </c:pt>
                <c:pt idx="104">
                  <c:v>39878</c:v>
                </c:pt>
                <c:pt idx="105">
                  <c:v>39881</c:v>
                </c:pt>
                <c:pt idx="106">
                  <c:v>39882</c:v>
                </c:pt>
                <c:pt idx="107">
                  <c:v>39883</c:v>
                </c:pt>
                <c:pt idx="108">
                  <c:v>39884</c:v>
                </c:pt>
                <c:pt idx="109">
                  <c:v>39885</c:v>
                </c:pt>
                <c:pt idx="110">
                  <c:v>39888</c:v>
                </c:pt>
                <c:pt idx="111">
                  <c:v>39889</c:v>
                </c:pt>
                <c:pt idx="112">
                  <c:v>39890</c:v>
                </c:pt>
                <c:pt idx="113">
                  <c:v>39891</c:v>
                </c:pt>
                <c:pt idx="114">
                  <c:v>39892</c:v>
                </c:pt>
                <c:pt idx="115">
                  <c:v>39895</c:v>
                </c:pt>
                <c:pt idx="116">
                  <c:v>39896</c:v>
                </c:pt>
                <c:pt idx="117">
                  <c:v>39897</c:v>
                </c:pt>
                <c:pt idx="118">
                  <c:v>39898</c:v>
                </c:pt>
                <c:pt idx="119">
                  <c:v>39899</c:v>
                </c:pt>
                <c:pt idx="120">
                  <c:v>39902</c:v>
                </c:pt>
              </c:numCache>
            </c:numRef>
          </c:cat>
          <c:val>
            <c:numRef>
              <c:f>'주가하락_목표달성_2008-10-13'!$D$2:$D$122</c:f>
              <c:numCache>
                <c:formatCode>0.00%</c:formatCode>
                <c:ptCount val="121"/>
                <c:pt idx="0">
                  <c:v>0.99983924393967694</c:v>
                </c:pt>
                <c:pt idx="1">
                  <c:v>1.04025469907956</c:v>
                </c:pt>
                <c:pt idx="2">
                  <c:v>1.03300985123039</c:v>
                </c:pt>
                <c:pt idx="3">
                  <c:v>1.00030348605963</c:v>
                </c:pt>
                <c:pt idx="4">
                  <c:v>0.99041505919116102</c:v>
                </c:pt>
                <c:pt idx="5">
                  <c:v>1.00037693462554</c:v>
                </c:pt>
                <c:pt idx="6">
                  <c:v>0.97890566353553798</c:v>
                </c:pt>
                <c:pt idx="7">
                  <c:v>0.93584193100815005</c:v>
                </c:pt>
                <c:pt idx="8">
                  <c:v>0.88725149233004208</c:v>
                </c:pt>
                <c:pt idx="9">
                  <c:v>0.83811487663475603</c:v>
                </c:pt>
                <c:pt idx="10">
                  <c:v>0.81156142215678306</c:v>
                </c:pt>
                <c:pt idx="11">
                  <c:v>0.85573776597936002</c:v>
                </c:pt>
                <c:pt idx="12">
                  <c:v>0.85725749057990297</c:v>
                </c:pt>
                <c:pt idx="13">
                  <c:v>0.90760371092873593</c:v>
                </c:pt>
                <c:pt idx="14">
                  <c:v>0.90923324270484995</c:v>
                </c:pt>
                <c:pt idx="15">
                  <c:v>0.91554713073815197</c:v>
                </c:pt>
                <c:pt idx="16">
                  <c:v>0.89219348858056802</c:v>
                </c:pt>
                <c:pt idx="17">
                  <c:v>0.90475319036304702</c:v>
                </c:pt>
                <c:pt idx="18">
                  <c:v>0.88764536195657096</c:v>
                </c:pt>
                <c:pt idx="19">
                  <c:v>0.91581957379637002</c:v>
                </c:pt>
                <c:pt idx="20">
                  <c:v>0.92057205298533407</c:v>
                </c:pt>
                <c:pt idx="21">
                  <c:v>0.89097265383609692</c:v>
                </c:pt>
                <c:pt idx="22">
                  <c:v>0.90040949739984399</c:v>
                </c:pt>
                <c:pt idx="23">
                  <c:v>0.878598595804298</c:v>
                </c:pt>
                <c:pt idx="24">
                  <c:v>0.87796111505530205</c:v>
                </c:pt>
                <c:pt idx="25">
                  <c:v>0.85523666079185801</c:v>
                </c:pt>
                <c:pt idx="26">
                  <c:v>0.81951636188078003</c:v>
                </c:pt>
                <c:pt idx="27">
                  <c:v>0.79496823236164704</c:v>
                </c:pt>
                <c:pt idx="28">
                  <c:v>0.74908253859049401</c:v>
                </c:pt>
                <c:pt idx="29">
                  <c:v>0.76124870645309795</c:v>
                </c:pt>
                <c:pt idx="30">
                  <c:v>0.72497042505823106</c:v>
                </c:pt>
                <c:pt idx="31">
                  <c:v>0.72547405185284408</c:v>
                </c:pt>
                <c:pt idx="32">
                  <c:v>0.73494888072370501</c:v>
                </c:pt>
                <c:pt idx="33">
                  <c:v>0.77447722114511908</c:v>
                </c:pt>
                <c:pt idx="34">
                  <c:v>0.7951660575303281</c:v>
                </c:pt>
                <c:pt idx="35">
                  <c:v>0.80374378652059808</c:v>
                </c:pt>
                <c:pt idx="36">
                  <c:v>0.78585649528367296</c:v>
                </c:pt>
                <c:pt idx="37">
                  <c:v>0.78097744411118897</c:v>
                </c:pt>
                <c:pt idx="38">
                  <c:v>0.79045231233202595</c:v>
                </c:pt>
                <c:pt idx="39">
                  <c:v>0.80216998599408895</c:v>
                </c:pt>
                <c:pt idx="40">
                  <c:v>0.81299054666592896</c:v>
                </c:pt>
                <c:pt idx="41">
                  <c:v>0.794654728458283</c:v>
                </c:pt>
                <c:pt idx="42">
                  <c:v>0.79426130785534299</c:v>
                </c:pt>
                <c:pt idx="43">
                  <c:v>0.75574031285382803</c:v>
                </c:pt>
                <c:pt idx="44">
                  <c:v>0.74816994896352396</c:v>
                </c:pt>
                <c:pt idx="45">
                  <c:v>0.75001934693565209</c:v>
                </c:pt>
                <c:pt idx="46">
                  <c:v>0.77653953915609808</c:v>
                </c:pt>
                <c:pt idx="47">
                  <c:v>0.78780870555875293</c:v>
                </c:pt>
                <c:pt idx="48">
                  <c:v>0.82823426397161493</c:v>
                </c:pt>
                <c:pt idx="49">
                  <c:v>0.84578328037569805</c:v>
                </c:pt>
                <c:pt idx="50">
                  <c:v>0.83193311902716705</c:v>
                </c:pt>
                <c:pt idx="51">
                  <c:v>0.80909793248713402</c:v>
                </c:pt>
                <c:pt idx="52">
                  <c:v>0.7616690309664681</c:v>
                </c:pt>
                <c:pt idx="53">
                  <c:v>0.76172094600589801</c:v>
                </c:pt>
                <c:pt idx="54">
                  <c:v>0.77194732659293397</c:v>
                </c:pt>
                <c:pt idx="55">
                  <c:v>0.75793863878700507</c:v>
                </c:pt>
                <c:pt idx="56">
                  <c:v>0.76071616227903505</c:v>
                </c:pt>
                <c:pt idx="57">
                  <c:v>0.76077052286416702</c:v>
                </c:pt>
                <c:pt idx="58">
                  <c:v>0.760824889920797</c:v>
                </c:pt>
                <c:pt idx="59">
                  <c:v>0.78266461847069901</c:v>
                </c:pt>
                <c:pt idx="60">
                  <c:v>0.78453444472438805</c:v>
                </c:pt>
                <c:pt idx="61">
                  <c:v>0.79230447777007396</c:v>
                </c:pt>
                <c:pt idx="62">
                  <c:v>0.79644362478684105</c:v>
                </c:pt>
                <c:pt idx="63">
                  <c:v>0.81690779287505189</c:v>
                </c:pt>
                <c:pt idx="64">
                  <c:v>0.78809755447005303</c:v>
                </c:pt>
                <c:pt idx="65">
                  <c:v>0.76760329250850401</c:v>
                </c:pt>
                <c:pt idx="66">
                  <c:v>0.77499199608202107</c:v>
                </c:pt>
                <c:pt idx="67">
                  <c:v>0.75839935437958306</c:v>
                </c:pt>
                <c:pt idx="68">
                  <c:v>0.75118704032588501</c:v>
                </c:pt>
                <c:pt idx="69">
                  <c:v>0.76849820680952807</c:v>
                </c:pt>
                <c:pt idx="70">
                  <c:v>0.80895857079190603</c:v>
                </c:pt>
                <c:pt idx="71">
                  <c:v>0.82015117249758906</c:v>
                </c:pt>
                <c:pt idx="72">
                  <c:v>0.81051400252531391</c:v>
                </c:pt>
                <c:pt idx="73">
                  <c:v>0.78925091616529197</c:v>
                </c:pt>
                <c:pt idx="74">
                  <c:v>0.768956662761756</c:v>
                </c:pt>
                <c:pt idx="75">
                  <c:v>0.76900777976698509</c:v>
                </c:pt>
                <c:pt idx="76">
                  <c:v>0.76905890285757195</c:v>
                </c:pt>
                <c:pt idx="77">
                  <c:v>0.81997344284456897</c:v>
                </c:pt>
                <c:pt idx="78">
                  <c:v>0.81469603030886706</c:v>
                </c:pt>
                <c:pt idx="79">
                  <c:v>0.86462812223424601</c:v>
                </c:pt>
                <c:pt idx="80">
                  <c:v>0.86055780381521307</c:v>
                </c:pt>
                <c:pt idx="81">
                  <c:v>0.87141603206040197</c:v>
                </c:pt>
                <c:pt idx="82">
                  <c:v>0.89256981149956705</c:v>
                </c:pt>
                <c:pt idx="83">
                  <c:v>0.88386651471870903</c:v>
                </c:pt>
                <c:pt idx="84">
                  <c:v>0.88545876913318589</c:v>
                </c:pt>
                <c:pt idx="85">
                  <c:v>0.88911013835092201</c:v>
                </c:pt>
                <c:pt idx="86">
                  <c:v>0.89842406329442592</c:v>
                </c:pt>
                <c:pt idx="87">
                  <c:v>0.87839568929517098</c:v>
                </c:pt>
                <c:pt idx="88">
                  <c:v>0.85939687555211808</c:v>
                </c:pt>
                <c:pt idx="89">
                  <c:v>0.87952114038243712</c:v>
                </c:pt>
                <c:pt idx="90">
                  <c:v>0.86361100170292204</c:v>
                </c:pt>
                <c:pt idx="91">
                  <c:v>0.82556544592702596</c:v>
                </c:pt>
                <c:pt idx="92">
                  <c:v>0.84568972788478403</c:v>
                </c:pt>
                <c:pt idx="93">
                  <c:v>0.83183871543293708</c:v>
                </c:pt>
                <c:pt idx="94">
                  <c:v>0.80870969571790396</c:v>
                </c:pt>
                <c:pt idx="95">
                  <c:v>0.85379714071254997</c:v>
                </c:pt>
                <c:pt idx="96">
                  <c:v>0.84222564506763709</c:v>
                </c:pt>
                <c:pt idx="97">
                  <c:v>0.836465329496344</c:v>
                </c:pt>
                <c:pt idx="98">
                  <c:v>0.83118928448127605</c:v>
                </c:pt>
                <c:pt idx="99">
                  <c:v>0.84576809008903098</c:v>
                </c:pt>
                <c:pt idx="100">
                  <c:v>0.82160574162104794</c:v>
                </c:pt>
                <c:pt idx="101">
                  <c:v>0.83037338532179805</c:v>
                </c:pt>
                <c:pt idx="102">
                  <c:v>0.84640500260471296</c:v>
                </c:pt>
                <c:pt idx="103">
                  <c:v>0.82805384632887691</c:v>
                </c:pt>
                <c:pt idx="104">
                  <c:v>0.83101033418440906</c:v>
                </c:pt>
                <c:pt idx="105">
                  <c:v>0.82573433157156795</c:v>
                </c:pt>
                <c:pt idx="106">
                  <c:v>0.82142686402236609</c:v>
                </c:pt>
                <c:pt idx="107">
                  <c:v>0.82535189906222994</c:v>
                </c:pt>
                <c:pt idx="108">
                  <c:v>0.84380487521329206</c:v>
                </c:pt>
                <c:pt idx="109">
                  <c:v>0.88015566256052491</c:v>
                </c:pt>
                <c:pt idx="110">
                  <c:v>0.855957480857368</c:v>
                </c:pt>
                <c:pt idx="111">
                  <c:v>0.88341033046636697</c:v>
                </c:pt>
                <c:pt idx="112">
                  <c:v>0.90611972401889895</c:v>
                </c:pt>
                <c:pt idx="113">
                  <c:v>0.90142245631114304</c:v>
                </c:pt>
                <c:pt idx="114">
                  <c:v>0.89303583511587903</c:v>
                </c:pt>
                <c:pt idx="115">
                  <c:v>0.931014049848918</c:v>
                </c:pt>
                <c:pt idx="116">
                  <c:v>0.93663155272603704</c:v>
                </c:pt>
                <c:pt idx="117">
                  <c:v>0.92552397564652789</c:v>
                </c:pt>
                <c:pt idx="118">
                  <c:v>1.0091740349346201</c:v>
                </c:pt>
                <c:pt idx="119">
                  <c:v>1.02685276412397</c:v>
                </c:pt>
                <c:pt idx="120">
                  <c:v>1.05004709160553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8F-44E0-B1F4-AD46A87E5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8833871"/>
        <c:axId val="1118834351"/>
      </c:lineChart>
      <c:lineChart>
        <c:grouping val="standard"/>
        <c:varyColors val="0"/>
        <c:ser>
          <c:idx val="0"/>
          <c:order val="0"/>
          <c:tx>
            <c:v>주가(우)</c:v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'주가하락_목표달성_2008-10-13'!$A$2:$A$122</c:f>
              <c:numCache>
                <c:formatCode>m/d/yyyy</c:formatCode>
                <c:ptCount val="121"/>
                <c:pt idx="0">
                  <c:v>39734</c:v>
                </c:pt>
                <c:pt idx="1">
                  <c:v>39735</c:v>
                </c:pt>
                <c:pt idx="2">
                  <c:v>39736</c:v>
                </c:pt>
                <c:pt idx="3">
                  <c:v>39737</c:v>
                </c:pt>
                <c:pt idx="4">
                  <c:v>39738</c:v>
                </c:pt>
                <c:pt idx="5">
                  <c:v>39741</c:v>
                </c:pt>
                <c:pt idx="6">
                  <c:v>39742</c:v>
                </c:pt>
                <c:pt idx="7">
                  <c:v>39743</c:v>
                </c:pt>
                <c:pt idx="8">
                  <c:v>39744</c:v>
                </c:pt>
                <c:pt idx="9">
                  <c:v>39745</c:v>
                </c:pt>
                <c:pt idx="10">
                  <c:v>39748</c:v>
                </c:pt>
                <c:pt idx="11">
                  <c:v>39749</c:v>
                </c:pt>
                <c:pt idx="12">
                  <c:v>39750</c:v>
                </c:pt>
                <c:pt idx="13">
                  <c:v>39751</c:v>
                </c:pt>
                <c:pt idx="14">
                  <c:v>39752</c:v>
                </c:pt>
                <c:pt idx="15">
                  <c:v>39755</c:v>
                </c:pt>
                <c:pt idx="16">
                  <c:v>39756</c:v>
                </c:pt>
                <c:pt idx="17">
                  <c:v>39757</c:v>
                </c:pt>
                <c:pt idx="18">
                  <c:v>39758</c:v>
                </c:pt>
                <c:pt idx="19">
                  <c:v>39759</c:v>
                </c:pt>
                <c:pt idx="20">
                  <c:v>39762</c:v>
                </c:pt>
                <c:pt idx="21">
                  <c:v>39763</c:v>
                </c:pt>
                <c:pt idx="22">
                  <c:v>39764</c:v>
                </c:pt>
                <c:pt idx="23">
                  <c:v>39765</c:v>
                </c:pt>
                <c:pt idx="24">
                  <c:v>39766</c:v>
                </c:pt>
                <c:pt idx="25">
                  <c:v>39769</c:v>
                </c:pt>
                <c:pt idx="26">
                  <c:v>39770</c:v>
                </c:pt>
                <c:pt idx="27">
                  <c:v>39771</c:v>
                </c:pt>
                <c:pt idx="28">
                  <c:v>39772</c:v>
                </c:pt>
                <c:pt idx="29">
                  <c:v>39773</c:v>
                </c:pt>
                <c:pt idx="30">
                  <c:v>39776</c:v>
                </c:pt>
                <c:pt idx="31">
                  <c:v>39777</c:v>
                </c:pt>
                <c:pt idx="32">
                  <c:v>39778</c:v>
                </c:pt>
                <c:pt idx="33">
                  <c:v>39779</c:v>
                </c:pt>
                <c:pt idx="34">
                  <c:v>39780</c:v>
                </c:pt>
                <c:pt idx="35">
                  <c:v>39783</c:v>
                </c:pt>
                <c:pt idx="36">
                  <c:v>39784</c:v>
                </c:pt>
                <c:pt idx="37">
                  <c:v>39785</c:v>
                </c:pt>
                <c:pt idx="38">
                  <c:v>39786</c:v>
                </c:pt>
                <c:pt idx="39">
                  <c:v>39787</c:v>
                </c:pt>
                <c:pt idx="40">
                  <c:v>39790</c:v>
                </c:pt>
                <c:pt idx="41">
                  <c:v>39791</c:v>
                </c:pt>
                <c:pt idx="42">
                  <c:v>39792</c:v>
                </c:pt>
                <c:pt idx="43">
                  <c:v>39793</c:v>
                </c:pt>
                <c:pt idx="44">
                  <c:v>39794</c:v>
                </c:pt>
                <c:pt idx="45">
                  <c:v>39797</c:v>
                </c:pt>
                <c:pt idx="46">
                  <c:v>39798</c:v>
                </c:pt>
                <c:pt idx="47">
                  <c:v>39799</c:v>
                </c:pt>
                <c:pt idx="48">
                  <c:v>39800</c:v>
                </c:pt>
                <c:pt idx="49">
                  <c:v>39801</c:v>
                </c:pt>
                <c:pt idx="50">
                  <c:v>39804</c:v>
                </c:pt>
                <c:pt idx="51">
                  <c:v>39805</c:v>
                </c:pt>
                <c:pt idx="52">
                  <c:v>39806</c:v>
                </c:pt>
                <c:pt idx="53">
                  <c:v>39807</c:v>
                </c:pt>
                <c:pt idx="54">
                  <c:v>39808</c:v>
                </c:pt>
                <c:pt idx="55">
                  <c:v>39811</c:v>
                </c:pt>
                <c:pt idx="56">
                  <c:v>39812</c:v>
                </c:pt>
                <c:pt idx="57">
                  <c:v>39813</c:v>
                </c:pt>
                <c:pt idx="58">
                  <c:v>39814</c:v>
                </c:pt>
                <c:pt idx="59">
                  <c:v>39815</c:v>
                </c:pt>
                <c:pt idx="60">
                  <c:v>39818</c:v>
                </c:pt>
                <c:pt idx="61">
                  <c:v>39819</c:v>
                </c:pt>
                <c:pt idx="62">
                  <c:v>39820</c:v>
                </c:pt>
                <c:pt idx="63">
                  <c:v>39821</c:v>
                </c:pt>
                <c:pt idx="64">
                  <c:v>39822</c:v>
                </c:pt>
                <c:pt idx="65">
                  <c:v>39825</c:v>
                </c:pt>
                <c:pt idx="66">
                  <c:v>39826</c:v>
                </c:pt>
                <c:pt idx="67">
                  <c:v>39827</c:v>
                </c:pt>
                <c:pt idx="68">
                  <c:v>39828</c:v>
                </c:pt>
                <c:pt idx="69">
                  <c:v>39829</c:v>
                </c:pt>
                <c:pt idx="70">
                  <c:v>39832</c:v>
                </c:pt>
                <c:pt idx="71">
                  <c:v>39833</c:v>
                </c:pt>
                <c:pt idx="72">
                  <c:v>39834</c:v>
                </c:pt>
                <c:pt idx="73">
                  <c:v>39835</c:v>
                </c:pt>
                <c:pt idx="74">
                  <c:v>39836</c:v>
                </c:pt>
                <c:pt idx="75">
                  <c:v>39839</c:v>
                </c:pt>
                <c:pt idx="76">
                  <c:v>39840</c:v>
                </c:pt>
                <c:pt idx="77">
                  <c:v>39841</c:v>
                </c:pt>
                <c:pt idx="78">
                  <c:v>39842</c:v>
                </c:pt>
                <c:pt idx="79">
                  <c:v>39843</c:v>
                </c:pt>
                <c:pt idx="80">
                  <c:v>39846</c:v>
                </c:pt>
                <c:pt idx="81">
                  <c:v>39847</c:v>
                </c:pt>
                <c:pt idx="82">
                  <c:v>39848</c:v>
                </c:pt>
                <c:pt idx="83">
                  <c:v>39849</c:v>
                </c:pt>
                <c:pt idx="84">
                  <c:v>39850</c:v>
                </c:pt>
                <c:pt idx="85">
                  <c:v>39853</c:v>
                </c:pt>
                <c:pt idx="86">
                  <c:v>39854</c:v>
                </c:pt>
                <c:pt idx="87">
                  <c:v>39855</c:v>
                </c:pt>
                <c:pt idx="88">
                  <c:v>39856</c:v>
                </c:pt>
                <c:pt idx="89">
                  <c:v>39857</c:v>
                </c:pt>
                <c:pt idx="90">
                  <c:v>39860</c:v>
                </c:pt>
                <c:pt idx="91">
                  <c:v>39861</c:v>
                </c:pt>
                <c:pt idx="92">
                  <c:v>39862</c:v>
                </c:pt>
                <c:pt idx="93">
                  <c:v>39863</c:v>
                </c:pt>
                <c:pt idx="94">
                  <c:v>39864</c:v>
                </c:pt>
                <c:pt idx="95">
                  <c:v>39867</c:v>
                </c:pt>
                <c:pt idx="96">
                  <c:v>39868</c:v>
                </c:pt>
                <c:pt idx="97">
                  <c:v>39869</c:v>
                </c:pt>
                <c:pt idx="98">
                  <c:v>39870</c:v>
                </c:pt>
                <c:pt idx="99">
                  <c:v>39871</c:v>
                </c:pt>
                <c:pt idx="100">
                  <c:v>39874</c:v>
                </c:pt>
                <c:pt idx="101">
                  <c:v>39875</c:v>
                </c:pt>
                <c:pt idx="102">
                  <c:v>39876</c:v>
                </c:pt>
                <c:pt idx="103">
                  <c:v>39877</c:v>
                </c:pt>
                <c:pt idx="104">
                  <c:v>39878</c:v>
                </c:pt>
                <c:pt idx="105">
                  <c:v>39881</c:v>
                </c:pt>
                <c:pt idx="106">
                  <c:v>39882</c:v>
                </c:pt>
                <c:pt idx="107">
                  <c:v>39883</c:v>
                </c:pt>
                <c:pt idx="108">
                  <c:v>39884</c:v>
                </c:pt>
                <c:pt idx="109">
                  <c:v>39885</c:v>
                </c:pt>
                <c:pt idx="110">
                  <c:v>39888</c:v>
                </c:pt>
                <c:pt idx="111">
                  <c:v>39889</c:v>
                </c:pt>
                <c:pt idx="112">
                  <c:v>39890</c:v>
                </c:pt>
                <c:pt idx="113">
                  <c:v>39891</c:v>
                </c:pt>
                <c:pt idx="114">
                  <c:v>39892</c:v>
                </c:pt>
                <c:pt idx="115">
                  <c:v>39895</c:v>
                </c:pt>
                <c:pt idx="116">
                  <c:v>39896</c:v>
                </c:pt>
                <c:pt idx="117">
                  <c:v>39897</c:v>
                </c:pt>
                <c:pt idx="118">
                  <c:v>39898</c:v>
                </c:pt>
                <c:pt idx="119">
                  <c:v>39899</c:v>
                </c:pt>
                <c:pt idx="120">
                  <c:v>39902</c:v>
                </c:pt>
              </c:numCache>
            </c:numRef>
          </c:cat>
          <c:val>
            <c:numRef>
              <c:f>'주가하락_목표달성_2008-10-13'!$B$2:$B$122</c:f>
              <c:numCache>
                <c:formatCode>_(* #,##0_);_(* \(#,##0\);_(* "-"_);_(@_)</c:formatCode>
                <c:ptCount val="121"/>
                <c:pt idx="0">
                  <c:v>16700</c:v>
                </c:pt>
                <c:pt idx="1">
                  <c:v>18800</c:v>
                </c:pt>
                <c:pt idx="2">
                  <c:v>18000</c:v>
                </c:pt>
                <c:pt idx="3">
                  <c:v>15350</c:v>
                </c:pt>
                <c:pt idx="4">
                  <c:v>15000</c:v>
                </c:pt>
                <c:pt idx="5">
                  <c:v>15350</c:v>
                </c:pt>
                <c:pt idx="6">
                  <c:v>14300</c:v>
                </c:pt>
                <c:pt idx="7">
                  <c:v>12200</c:v>
                </c:pt>
                <c:pt idx="8">
                  <c:v>10400</c:v>
                </c:pt>
                <c:pt idx="9">
                  <c:v>8850</c:v>
                </c:pt>
                <c:pt idx="10">
                  <c:v>8120</c:v>
                </c:pt>
                <c:pt idx="11">
                  <c:v>9330</c:v>
                </c:pt>
                <c:pt idx="12">
                  <c:v>9370</c:v>
                </c:pt>
                <c:pt idx="13">
                  <c:v>10750</c:v>
                </c:pt>
                <c:pt idx="14">
                  <c:v>10800</c:v>
                </c:pt>
                <c:pt idx="15">
                  <c:v>11000</c:v>
                </c:pt>
                <c:pt idx="16">
                  <c:v>10250</c:v>
                </c:pt>
                <c:pt idx="17">
                  <c:v>10650</c:v>
                </c:pt>
                <c:pt idx="18">
                  <c:v>10100</c:v>
                </c:pt>
                <c:pt idx="19">
                  <c:v>11000</c:v>
                </c:pt>
                <c:pt idx="20">
                  <c:v>11150</c:v>
                </c:pt>
                <c:pt idx="21">
                  <c:v>10200</c:v>
                </c:pt>
                <c:pt idx="22">
                  <c:v>10500</c:v>
                </c:pt>
                <c:pt idx="23">
                  <c:v>9800</c:v>
                </c:pt>
                <c:pt idx="24">
                  <c:v>9780</c:v>
                </c:pt>
                <c:pt idx="25">
                  <c:v>9130</c:v>
                </c:pt>
                <c:pt idx="26">
                  <c:v>8110</c:v>
                </c:pt>
                <c:pt idx="27">
                  <c:v>7510</c:v>
                </c:pt>
                <c:pt idx="28">
                  <c:v>6390</c:v>
                </c:pt>
                <c:pt idx="29">
                  <c:v>6660</c:v>
                </c:pt>
                <c:pt idx="30">
                  <c:v>5850</c:v>
                </c:pt>
                <c:pt idx="31">
                  <c:v>5860</c:v>
                </c:pt>
                <c:pt idx="32">
                  <c:v>6070</c:v>
                </c:pt>
                <c:pt idx="33">
                  <c:v>6950</c:v>
                </c:pt>
                <c:pt idx="34">
                  <c:v>7410</c:v>
                </c:pt>
                <c:pt idx="35">
                  <c:v>7600</c:v>
                </c:pt>
                <c:pt idx="36">
                  <c:v>7200</c:v>
                </c:pt>
                <c:pt idx="37">
                  <c:v>7090</c:v>
                </c:pt>
                <c:pt idx="38">
                  <c:v>7300</c:v>
                </c:pt>
                <c:pt idx="39">
                  <c:v>7560</c:v>
                </c:pt>
                <c:pt idx="40">
                  <c:v>7800</c:v>
                </c:pt>
                <c:pt idx="41">
                  <c:v>7390</c:v>
                </c:pt>
                <c:pt idx="42">
                  <c:v>7380</c:v>
                </c:pt>
                <c:pt idx="43">
                  <c:v>6520</c:v>
                </c:pt>
                <c:pt idx="44">
                  <c:v>6350</c:v>
                </c:pt>
                <c:pt idx="45">
                  <c:v>6390</c:v>
                </c:pt>
                <c:pt idx="46">
                  <c:v>6980</c:v>
                </c:pt>
                <c:pt idx="47">
                  <c:v>7230</c:v>
                </c:pt>
                <c:pt idx="48">
                  <c:v>8130</c:v>
                </c:pt>
                <c:pt idx="49">
                  <c:v>8520</c:v>
                </c:pt>
                <c:pt idx="50">
                  <c:v>8210</c:v>
                </c:pt>
                <c:pt idx="51">
                  <c:v>7700</c:v>
                </c:pt>
                <c:pt idx="52">
                  <c:v>6720</c:v>
                </c:pt>
                <c:pt idx="53">
                  <c:v>6720</c:v>
                </c:pt>
                <c:pt idx="54">
                  <c:v>6930</c:v>
                </c:pt>
                <c:pt idx="55">
                  <c:v>6640</c:v>
                </c:pt>
                <c:pt idx="56">
                  <c:v>6700</c:v>
                </c:pt>
                <c:pt idx="57">
                  <c:v>6700</c:v>
                </c:pt>
                <c:pt idx="58">
                  <c:v>6700</c:v>
                </c:pt>
                <c:pt idx="59">
                  <c:v>7180</c:v>
                </c:pt>
                <c:pt idx="60">
                  <c:v>7220</c:v>
                </c:pt>
                <c:pt idx="61">
                  <c:v>7390</c:v>
                </c:pt>
                <c:pt idx="62">
                  <c:v>7480</c:v>
                </c:pt>
                <c:pt idx="63">
                  <c:v>7930</c:v>
                </c:pt>
                <c:pt idx="64">
                  <c:v>7340</c:v>
                </c:pt>
                <c:pt idx="65">
                  <c:v>6920</c:v>
                </c:pt>
                <c:pt idx="66">
                  <c:v>7070</c:v>
                </c:pt>
                <c:pt idx="67">
                  <c:v>6730</c:v>
                </c:pt>
                <c:pt idx="68">
                  <c:v>6570</c:v>
                </c:pt>
                <c:pt idx="69">
                  <c:v>6950</c:v>
                </c:pt>
                <c:pt idx="70">
                  <c:v>7840</c:v>
                </c:pt>
                <c:pt idx="71">
                  <c:v>8070</c:v>
                </c:pt>
                <c:pt idx="72">
                  <c:v>7870</c:v>
                </c:pt>
                <c:pt idx="73">
                  <c:v>7430</c:v>
                </c:pt>
                <c:pt idx="74">
                  <c:v>7010</c:v>
                </c:pt>
                <c:pt idx="75">
                  <c:v>7010</c:v>
                </c:pt>
                <c:pt idx="76">
                  <c:v>7010</c:v>
                </c:pt>
                <c:pt idx="77">
                  <c:v>8060</c:v>
                </c:pt>
                <c:pt idx="78">
                  <c:v>7950</c:v>
                </c:pt>
                <c:pt idx="79">
                  <c:v>8980</c:v>
                </c:pt>
                <c:pt idx="80">
                  <c:v>8900</c:v>
                </c:pt>
                <c:pt idx="81">
                  <c:v>9110</c:v>
                </c:pt>
                <c:pt idx="82">
                  <c:v>9520</c:v>
                </c:pt>
                <c:pt idx="83">
                  <c:v>9350</c:v>
                </c:pt>
                <c:pt idx="84">
                  <c:v>9380</c:v>
                </c:pt>
                <c:pt idx="85">
                  <c:v>9450</c:v>
                </c:pt>
                <c:pt idx="86">
                  <c:v>9630</c:v>
                </c:pt>
                <c:pt idx="87">
                  <c:v>9240</c:v>
                </c:pt>
                <c:pt idx="88">
                  <c:v>8870</c:v>
                </c:pt>
                <c:pt idx="89">
                  <c:v>9260</c:v>
                </c:pt>
                <c:pt idx="90">
                  <c:v>8950</c:v>
                </c:pt>
                <c:pt idx="91">
                  <c:v>8210</c:v>
                </c:pt>
                <c:pt idx="92">
                  <c:v>8600</c:v>
                </c:pt>
                <c:pt idx="93">
                  <c:v>8330</c:v>
                </c:pt>
                <c:pt idx="94">
                  <c:v>7880</c:v>
                </c:pt>
                <c:pt idx="95">
                  <c:v>8810</c:v>
                </c:pt>
                <c:pt idx="96">
                  <c:v>8570</c:v>
                </c:pt>
                <c:pt idx="97">
                  <c:v>8450</c:v>
                </c:pt>
                <c:pt idx="98">
                  <c:v>8340</c:v>
                </c:pt>
                <c:pt idx="99">
                  <c:v>8640</c:v>
                </c:pt>
                <c:pt idx="100">
                  <c:v>8140</c:v>
                </c:pt>
                <c:pt idx="101">
                  <c:v>8320</c:v>
                </c:pt>
                <c:pt idx="102">
                  <c:v>8650</c:v>
                </c:pt>
                <c:pt idx="103">
                  <c:v>8270</c:v>
                </c:pt>
                <c:pt idx="104">
                  <c:v>8330</c:v>
                </c:pt>
                <c:pt idx="105">
                  <c:v>8220</c:v>
                </c:pt>
                <c:pt idx="106">
                  <c:v>8130</c:v>
                </c:pt>
                <c:pt idx="107">
                  <c:v>8210</c:v>
                </c:pt>
                <c:pt idx="108">
                  <c:v>8590</c:v>
                </c:pt>
                <c:pt idx="109">
                  <c:v>9340</c:v>
                </c:pt>
                <c:pt idx="110">
                  <c:v>8880</c:v>
                </c:pt>
                <c:pt idx="111">
                  <c:v>9400</c:v>
                </c:pt>
                <c:pt idx="112">
                  <c:v>9830</c:v>
                </c:pt>
                <c:pt idx="113">
                  <c:v>9740</c:v>
                </c:pt>
                <c:pt idx="114">
                  <c:v>9580</c:v>
                </c:pt>
                <c:pt idx="115">
                  <c:v>10300</c:v>
                </c:pt>
                <c:pt idx="116">
                  <c:v>10400</c:v>
                </c:pt>
                <c:pt idx="117">
                  <c:v>10200</c:v>
                </c:pt>
                <c:pt idx="118">
                  <c:v>11700</c:v>
                </c:pt>
                <c:pt idx="119">
                  <c:v>12000</c:v>
                </c:pt>
                <c:pt idx="120">
                  <c:v>12400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8F-44E0-B1F4-AD46A87E5607}"/>
            </c:ext>
          </c:extLst>
        </c:ser>
        <c:ser>
          <c:idx val="3"/>
          <c:order val="3"/>
          <c:tx>
            <c:v>매수</c:v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numRef>
              <c:f>'주가하락_목표달성_2008-10-13'!$A$2:$A$122</c:f>
              <c:numCache>
                <c:formatCode>m/d/yyyy</c:formatCode>
                <c:ptCount val="121"/>
                <c:pt idx="0">
                  <c:v>39734</c:v>
                </c:pt>
                <c:pt idx="1">
                  <c:v>39735</c:v>
                </c:pt>
                <c:pt idx="2">
                  <c:v>39736</c:v>
                </c:pt>
                <c:pt idx="3">
                  <c:v>39737</c:v>
                </c:pt>
                <c:pt idx="4">
                  <c:v>39738</c:v>
                </c:pt>
                <c:pt idx="5">
                  <c:v>39741</c:v>
                </c:pt>
                <c:pt idx="6">
                  <c:v>39742</c:v>
                </c:pt>
                <c:pt idx="7">
                  <c:v>39743</c:v>
                </c:pt>
                <c:pt idx="8">
                  <c:v>39744</c:v>
                </c:pt>
                <c:pt idx="9">
                  <c:v>39745</c:v>
                </c:pt>
                <c:pt idx="10">
                  <c:v>39748</c:v>
                </c:pt>
                <c:pt idx="11">
                  <c:v>39749</c:v>
                </c:pt>
                <c:pt idx="12">
                  <c:v>39750</c:v>
                </c:pt>
                <c:pt idx="13">
                  <c:v>39751</c:v>
                </c:pt>
                <c:pt idx="14">
                  <c:v>39752</c:v>
                </c:pt>
                <c:pt idx="15">
                  <c:v>39755</c:v>
                </c:pt>
                <c:pt idx="16">
                  <c:v>39756</c:v>
                </c:pt>
                <c:pt idx="17">
                  <c:v>39757</c:v>
                </c:pt>
                <c:pt idx="18">
                  <c:v>39758</c:v>
                </c:pt>
                <c:pt idx="19">
                  <c:v>39759</c:v>
                </c:pt>
                <c:pt idx="20">
                  <c:v>39762</c:v>
                </c:pt>
                <c:pt idx="21">
                  <c:v>39763</c:v>
                </c:pt>
                <c:pt idx="22">
                  <c:v>39764</c:v>
                </c:pt>
                <c:pt idx="23">
                  <c:v>39765</c:v>
                </c:pt>
                <c:pt idx="24">
                  <c:v>39766</c:v>
                </c:pt>
                <c:pt idx="25">
                  <c:v>39769</c:v>
                </c:pt>
                <c:pt idx="26">
                  <c:v>39770</c:v>
                </c:pt>
                <c:pt idx="27">
                  <c:v>39771</c:v>
                </c:pt>
                <c:pt idx="28">
                  <c:v>39772</c:v>
                </c:pt>
                <c:pt idx="29">
                  <c:v>39773</c:v>
                </c:pt>
                <c:pt idx="30">
                  <c:v>39776</c:v>
                </c:pt>
                <c:pt idx="31">
                  <c:v>39777</c:v>
                </c:pt>
                <c:pt idx="32">
                  <c:v>39778</c:v>
                </c:pt>
                <c:pt idx="33">
                  <c:v>39779</c:v>
                </c:pt>
                <c:pt idx="34">
                  <c:v>39780</c:v>
                </c:pt>
                <c:pt idx="35">
                  <c:v>39783</c:v>
                </c:pt>
                <c:pt idx="36">
                  <c:v>39784</c:v>
                </c:pt>
                <c:pt idx="37">
                  <c:v>39785</c:v>
                </c:pt>
                <c:pt idx="38">
                  <c:v>39786</c:v>
                </c:pt>
                <c:pt idx="39">
                  <c:v>39787</c:v>
                </c:pt>
                <c:pt idx="40">
                  <c:v>39790</c:v>
                </c:pt>
                <c:pt idx="41">
                  <c:v>39791</c:v>
                </c:pt>
                <c:pt idx="42">
                  <c:v>39792</c:v>
                </c:pt>
                <c:pt idx="43">
                  <c:v>39793</c:v>
                </c:pt>
                <c:pt idx="44">
                  <c:v>39794</c:v>
                </c:pt>
                <c:pt idx="45">
                  <c:v>39797</c:v>
                </c:pt>
                <c:pt idx="46">
                  <c:v>39798</c:v>
                </c:pt>
                <c:pt idx="47">
                  <c:v>39799</c:v>
                </c:pt>
                <c:pt idx="48">
                  <c:v>39800</c:v>
                </c:pt>
                <c:pt idx="49">
                  <c:v>39801</c:v>
                </c:pt>
                <c:pt idx="50">
                  <c:v>39804</c:v>
                </c:pt>
                <c:pt idx="51">
                  <c:v>39805</c:v>
                </c:pt>
                <c:pt idx="52">
                  <c:v>39806</c:v>
                </c:pt>
                <c:pt idx="53">
                  <c:v>39807</c:v>
                </c:pt>
                <c:pt idx="54">
                  <c:v>39808</c:v>
                </c:pt>
                <c:pt idx="55">
                  <c:v>39811</c:v>
                </c:pt>
                <c:pt idx="56">
                  <c:v>39812</c:v>
                </c:pt>
                <c:pt idx="57">
                  <c:v>39813</c:v>
                </c:pt>
                <c:pt idx="58">
                  <c:v>39814</c:v>
                </c:pt>
                <c:pt idx="59">
                  <c:v>39815</c:v>
                </c:pt>
                <c:pt idx="60">
                  <c:v>39818</c:v>
                </c:pt>
                <c:pt idx="61">
                  <c:v>39819</c:v>
                </c:pt>
                <c:pt idx="62">
                  <c:v>39820</c:v>
                </c:pt>
                <c:pt idx="63">
                  <c:v>39821</c:v>
                </c:pt>
                <c:pt idx="64">
                  <c:v>39822</c:v>
                </c:pt>
                <c:pt idx="65">
                  <c:v>39825</c:v>
                </c:pt>
                <c:pt idx="66">
                  <c:v>39826</c:v>
                </c:pt>
                <c:pt idx="67">
                  <c:v>39827</c:v>
                </c:pt>
                <c:pt idx="68">
                  <c:v>39828</c:v>
                </c:pt>
                <c:pt idx="69">
                  <c:v>39829</c:v>
                </c:pt>
                <c:pt idx="70">
                  <c:v>39832</c:v>
                </c:pt>
                <c:pt idx="71">
                  <c:v>39833</c:v>
                </c:pt>
                <c:pt idx="72">
                  <c:v>39834</c:v>
                </c:pt>
                <c:pt idx="73">
                  <c:v>39835</c:v>
                </c:pt>
                <c:pt idx="74">
                  <c:v>39836</c:v>
                </c:pt>
                <c:pt idx="75">
                  <c:v>39839</c:v>
                </c:pt>
                <c:pt idx="76">
                  <c:v>39840</c:v>
                </c:pt>
                <c:pt idx="77">
                  <c:v>39841</c:v>
                </c:pt>
                <c:pt idx="78">
                  <c:v>39842</c:v>
                </c:pt>
                <c:pt idx="79">
                  <c:v>39843</c:v>
                </c:pt>
                <c:pt idx="80">
                  <c:v>39846</c:v>
                </c:pt>
                <c:pt idx="81">
                  <c:v>39847</c:v>
                </c:pt>
                <c:pt idx="82">
                  <c:v>39848</c:v>
                </c:pt>
                <c:pt idx="83">
                  <c:v>39849</c:v>
                </c:pt>
                <c:pt idx="84">
                  <c:v>39850</c:v>
                </c:pt>
                <c:pt idx="85">
                  <c:v>39853</c:v>
                </c:pt>
                <c:pt idx="86">
                  <c:v>39854</c:v>
                </c:pt>
                <c:pt idx="87">
                  <c:v>39855</c:v>
                </c:pt>
                <c:pt idx="88">
                  <c:v>39856</c:v>
                </c:pt>
                <c:pt idx="89">
                  <c:v>39857</c:v>
                </c:pt>
                <c:pt idx="90">
                  <c:v>39860</c:v>
                </c:pt>
                <c:pt idx="91">
                  <c:v>39861</c:v>
                </c:pt>
                <c:pt idx="92">
                  <c:v>39862</c:v>
                </c:pt>
                <c:pt idx="93">
                  <c:v>39863</c:v>
                </c:pt>
                <c:pt idx="94">
                  <c:v>39864</c:v>
                </c:pt>
                <c:pt idx="95">
                  <c:v>39867</c:v>
                </c:pt>
                <c:pt idx="96">
                  <c:v>39868</c:v>
                </c:pt>
                <c:pt idx="97">
                  <c:v>39869</c:v>
                </c:pt>
                <c:pt idx="98">
                  <c:v>39870</c:v>
                </c:pt>
                <c:pt idx="99">
                  <c:v>39871</c:v>
                </c:pt>
                <c:pt idx="100">
                  <c:v>39874</c:v>
                </c:pt>
                <c:pt idx="101">
                  <c:v>39875</c:v>
                </c:pt>
                <c:pt idx="102">
                  <c:v>39876</c:v>
                </c:pt>
                <c:pt idx="103">
                  <c:v>39877</c:v>
                </c:pt>
                <c:pt idx="104">
                  <c:v>39878</c:v>
                </c:pt>
                <c:pt idx="105">
                  <c:v>39881</c:v>
                </c:pt>
                <c:pt idx="106">
                  <c:v>39882</c:v>
                </c:pt>
                <c:pt idx="107">
                  <c:v>39883</c:v>
                </c:pt>
                <c:pt idx="108">
                  <c:v>39884</c:v>
                </c:pt>
                <c:pt idx="109">
                  <c:v>39885</c:v>
                </c:pt>
                <c:pt idx="110">
                  <c:v>39888</c:v>
                </c:pt>
                <c:pt idx="111">
                  <c:v>39889</c:v>
                </c:pt>
                <c:pt idx="112">
                  <c:v>39890</c:v>
                </c:pt>
                <c:pt idx="113">
                  <c:v>39891</c:v>
                </c:pt>
                <c:pt idx="114">
                  <c:v>39892</c:v>
                </c:pt>
                <c:pt idx="115">
                  <c:v>39895</c:v>
                </c:pt>
                <c:pt idx="116">
                  <c:v>39896</c:v>
                </c:pt>
                <c:pt idx="117">
                  <c:v>39897</c:v>
                </c:pt>
                <c:pt idx="118">
                  <c:v>39898</c:v>
                </c:pt>
                <c:pt idx="119">
                  <c:v>39899</c:v>
                </c:pt>
                <c:pt idx="120">
                  <c:v>39902</c:v>
                </c:pt>
              </c:numCache>
            </c:numRef>
          </c:cat>
          <c:val>
            <c:numRef>
              <c:f>'주가하락_목표달성_2008-10-13'!$E$2:$E$122</c:f>
              <c:numCache>
                <c:formatCode>0_);[Red]\(0\)</c:formatCode>
                <c:ptCount val="121"/>
                <c:pt idx="0">
                  <c:v>16700</c:v>
                </c:pt>
                <c:pt idx="1">
                  <c:v>0</c:v>
                </c:pt>
                <c:pt idx="2">
                  <c:v>18000</c:v>
                </c:pt>
                <c:pt idx="3">
                  <c:v>15350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12200</c:v>
                </c:pt>
                <c:pt idx="8">
                  <c:v>10400</c:v>
                </c:pt>
                <c:pt idx="9">
                  <c:v>8850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9800</c:v>
                </c:pt>
                <c:pt idx="24">
                  <c:v>0</c:v>
                </c:pt>
                <c:pt idx="25">
                  <c:v>0</c:v>
                </c:pt>
                <c:pt idx="26">
                  <c:v>8110</c:v>
                </c:pt>
                <c:pt idx="27">
                  <c:v>0</c:v>
                </c:pt>
                <c:pt idx="28">
                  <c:v>6390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7700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7930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7840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8980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9340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10300</c:v>
                </c:pt>
                <c:pt idx="116">
                  <c:v>0</c:v>
                </c:pt>
                <c:pt idx="117">
                  <c:v>0</c:v>
                </c:pt>
                <c:pt idx="118">
                  <c:v>11700</c:v>
                </c:pt>
                <c:pt idx="119">
                  <c:v>0</c:v>
                </c:pt>
                <c:pt idx="1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8F-44E0-B1F4-AD46A87E5607}"/>
            </c:ext>
          </c:extLst>
        </c:ser>
        <c:ser>
          <c:idx val="4"/>
          <c:order val="4"/>
          <c:tx>
            <c:v>매도</c:v>
          </c:tx>
          <c:spPr>
            <a:ln w="28575" cap="rnd">
              <a:noFill/>
              <a:round/>
            </a:ln>
            <a:effectLst/>
          </c:spPr>
          <c:marker>
            <c:symbol val="x"/>
            <c:size val="8"/>
            <c:spPr>
              <a:solidFill>
                <a:srgbClr val="0000FF"/>
              </a:solidFill>
              <a:ln w="9525">
                <a:noFill/>
              </a:ln>
              <a:effectLst/>
            </c:spPr>
          </c:marker>
          <c:cat>
            <c:numRef>
              <c:f>'주가하락_목표달성_2008-10-13'!$A$2:$A$122</c:f>
              <c:numCache>
                <c:formatCode>m/d/yyyy</c:formatCode>
                <c:ptCount val="121"/>
                <c:pt idx="0">
                  <c:v>39734</c:v>
                </c:pt>
                <c:pt idx="1">
                  <c:v>39735</c:v>
                </c:pt>
                <c:pt idx="2">
                  <c:v>39736</c:v>
                </c:pt>
                <c:pt idx="3">
                  <c:v>39737</c:v>
                </c:pt>
                <c:pt idx="4">
                  <c:v>39738</c:v>
                </c:pt>
                <c:pt idx="5">
                  <c:v>39741</c:v>
                </c:pt>
                <c:pt idx="6">
                  <c:v>39742</c:v>
                </c:pt>
                <c:pt idx="7">
                  <c:v>39743</c:v>
                </c:pt>
                <c:pt idx="8">
                  <c:v>39744</c:v>
                </c:pt>
                <c:pt idx="9">
                  <c:v>39745</c:v>
                </c:pt>
                <c:pt idx="10">
                  <c:v>39748</c:v>
                </c:pt>
                <c:pt idx="11">
                  <c:v>39749</c:v>
                </c:pt>
                <c:pt idx="12">
                  <c:v>39750</c:v>
                </c:pt>
                <c:pt idx="13">
                  <c:v>39751</c:v>
                </c:pt>
                <c:pt idx="14">
                  <c:v>39752</c:v>
                </c:pt>
                <c:pt idx="15">
                  <c:v>39755</c:v>
                </c:pt>
                <c:pt idx="16">
                  <c:v>39756</c:v>
                </c:pt>
                <c:pt idx="17">
                  <c:v>39757</c:v>
                </c:pt>
                <c:pt idx="18">
                  <c:v>39758</c:v>
                </c:pt>
                <c:pt idx="19">
                  <c:v>39759</c:v>
                </c:pt>
                <c:pt idx="20">
                  <c:v>39762</c:v>
                </c:pt>
                <c:pt idx="21">
                  <c:v>39763</c:v>
                </c:pt>
                <c:pt idx="22">
                  <c:v>39764</c:v>
                </c:pt>
                <c:pt idx="23">
                  <c:v>39765</c:v>
                </c:pt>
                <c:pt idx="24">
                  <c:v>39766</c:v>
                </c:pt>
                <c:pt idx="25">
                  <c:v>39769</c:v>
                </c:pt>
                <c:pt idx="26">
                  <c:v>39770</c:v>
                </c:pt>
                <c:pt idx="27">
                  <c:v>39771</c:v>
                </c:pt>
                <c:pt idx="28">
                  <c:v>39772</c:v>
                </c:pt>
                <c:pt idx="29">
                  <c:v>39773</c:v>
                </c:pt>
                <c:pt idx="30">
                  <c:v>39776</c:v>
                </c:pt>
                <c:pt idx="31">
                  <c:v>39777</c:v>
                </c:pt>
                <c:pt idx="32">
                  <c:v>39778</c:v>
                </c:pt>
                <c:pt idx="33">
                  <c:v>39779</c:v>
                </c:pt>
                <c:pt idx="34">
                  <c:v>39780</c:v>
                </c:pt>
                <c:pt idx="35">
                  <c:v>39783</c:v>
                </c:pt>
                <c:pt idx="36">
                  <c:v>39784</c:v>
                </c:pt>
                <c:pt idx="37">
                  <c:v>39785</c:v>
                </c:pt>
                <c:pt idx="38">
                  <c:v>39786</c:v>
                </c:pt>
                <c:pt idx="39">
                  <c:v>39787</c:v>
                </c:pt>
                <c:pt idx="40">
                  <c:v>39790</c:v>
                </c:pt>
                <c:pt idx="41">
                  <c:v>39791</c:v>
                </c:pt>
                <c:pt idx="42">
                  <c:v>39792</c:v>
                </c:pt>
                <c:pt idx="43">
                  <c:v>39793</c:v>
                </c:pt>
                <c:pt idx="44">
                  <c:v>39794</c:v>
                </c:pt>
                <c:pt idx="45">
                  <c:v>39797</c:v>
                </c:pt>
                <c:pt idx="46">
                  <c:v>39798</c:v>
                </c:pt>
                <c:pt idx="47">
                  <c:v>39799</c:v>
                </c:pt>
                <c:pt idx="48">
                  <c:v>39800</c:v>
                </c:pt>
                <c:pt idx="49">
                  <c:v>39801</c:v>
                </c:pt>
                <c:pt idx="50">
                  <c:v>39804</c:v>
                </c:pt>
                <c:pt idx="51">
                  <c:v>39805</c:v>
                </c:pt>
                <c:pt idx="52">
                  <c:v>39806</c:v>
                </c:pt>
                <c:pt idx="53">
                  <c:v>39807</c:v>
                </c:pt>
                <c:pt idx="54">
                  <c:v>39808</c:v>
                </c:pt>
                <c:pt idx="55">
                  <c:v>39811</c:v>
                </c:pt>
                <c:pt idx="56">
                  <c:v>39812</c:v>
                </c:pt>
                <c:pt idx="57">
                  <c:v>39813</c:v>
                </c:pt>
                <c:pt idx="58">
                  <c:v>39814</c:v>
                </c:pt>
                <c:pt idx="59">
                  <c:v>39815</c:v>
                </c:pt>
                <c:pt idx="60">
                  <c:v>39818</c:v>
                </c:pt>
                <c:pt idx="61">
                  <c:v>39819</c:v>
                </c:pt>
                <c:pt idx="62">
                  <c:v>39820</c:v>
                </c:pt>
                <c:pt idx="63">
                  <c:v>39821</c:v>
                </c:pt>
                <c:pt idx="64">
                  <c:v>39822</c:v>
                </c:pt>
                <c:pt idx="65">
                  <c:v>39825</c:v>
                </c:pt>
                <c:pt idx="66">
                  <c:v>39826</c:v>
                </c:pt>
                <c:pt idx="67">
                  <c:v>39827</c:v>
                </c:pt>
                <c:pt idx="68">
                  <c:v>39828</c:v>
                </c:pt>
                <c:pt idx="69">
                  <c:v>39829</c:v>
                </c:pt>
                <c:pt idx="70">
                  <c:v>39832</c:v>
                </c:pt>
                <c:pt idx="71">
                  <c:v>39833</c:v>
                </c:pt>
                <c:pt idx="72">
                  <c:v>39834</c:v>
                </c:pt>
                <c:pt idx="73">
                  <c:v>39835</c:v>
                </c:pt>
                <c:pt idx="74">
                  <c:v>39836</c:v>
                </c:pt>
                <c:pt idx="75">
                  <c:v>39839</c:v>
                </c:pt>
                <c:pt idx="76">
                  <c:v>39840</c:v>
                </c:pt>
                <c:pt idx="77">
                  <c:v>39841</c:v>
                </c:pt>
                <c:pt idx="78">
                  <c:v>39842</c:v>
                </c:pt>
                <c:pt idx="79">
                  <c:v>39843</c:v>
                </c:pt>
                <c:pt idx="80">
                  <c:v>39846</c:v>
                </c:pt>
                <c:pt idx="81">
                  <c:v>39847</c:v>
                </c:pt>
                <c:pt idx="82">
                  <c:v>39848</c:v>
                </c:pt>
                <c:pt idx="83">
                  <c:v>39849</c:v>
                </c:pt>
                <c:pt idx="84">
                  <c:v>39850</c:v>
                </c:pt>
                <c:pt idx="85">
                  <c:v>39853</c:v>
                </c:pt>
                <c:pt idx="86">
                  <c:v>39854</c:v>
                </c:pt>
                <c:pt idx="87">
                  <c:v>39855</c:v>
                </c:pt>
                <c:pt idx="88">
                  <c:v>39856</c:v>
                </c:pt>
                <c:pt idx="89">
                  <c:v>39857</c:v>
                </c:pt>
                <c:pt idx="90">
                  <c:v>39860</c:v>
                </c:pt>
                <c:pt idx="91">
                  <c:v>39861</c:v>
                </c:pt>
                <c:pt idx="92">
                  <c:v>39862</c:v>
                </c:pt>
                <c:pt idx="93">
                  <c:v>39863</c:v>
                </c:pt>
                <c:pt idx="94">
                  <c:v>39864</c:v>
                </c:pt>
                <c:pt idx="95">
                  <c:v>39867</c:v>
                </c:pt>
                <c:pt idx="96">
                  <c:v>39868</c:v>
                </c:pt>
                <c:pt idx="97">
                  <c:v>39869</c:v>
                </c:pt>
                <c:pt idx="98">
                  <c:v>39870</c:v>
                </c:pt>
                <c:pt idx="99">
                  <c:v>39871</c:v>
                </c:pt>
                <c:pt idx="100">
                  <c:v>39874</c:v>
                </c:pt>
                <c:pt idx="101">
                  <c:v>39875</c:v>
                </c:pt>
                <c:pt idx="102">
                  <c:v>39876</c:v>
                </c:pt>
                <c:pt idx="103">
                  <c:v>39877</c:v>
                </c:pt>
                <c:pt idx="104">
                  <c:v>39878</c:v>
                </c:pt>
                <c:pt idx="105">
                  <c:v>39881</c:v>
                </c:pt>
                <c:pt idx="106">
                  <c:v>39882</c:v>
                </c:pt>
                <c:pt idx="107">
                  <c:v>39883</c:v>
                </c:pt>
                <c:pt idx="108">
                  <c:v>39884</c:v>
                </c:pt>
                <c:pt idx="109">
                  <c:v>39885</c:v>
                </c:pt>
                <c:pt idx="110">
                  <c:v>39888</c:v>
                </c:pt>
                <c:pt idx="111">
                  <c:v>39889</c:v>
                </c:pt>
                <c:pt idx="112">
                  <c:v>39890</c:v>
                </c:pt>
                <c:pt idx="113">
                  <c:v>39891</c:v>
                </c:pt>
                <c:pt idx="114">
                  <c:v>39892</c:v>
                </c:pt>
                <c:pt idx="115">
                  <c:v>39895</c:v>
                </c:pt>
                <c:pt idx="116">
                  <c:v>39896</c:v>
                </c:pt>
                <c:pt idx="117">
                  <c:v>39897</c:v>
                </c:pt>
                <c:pt idx="118">
                  <c:v>39898</c:v>
                </c:pt>
                <c:pt idx="119">
                  <c:v>39899</c:v>
                </c:pt>
                <c:pt idx="120">
                  <c:v>39902</c:v>
                </c:pt>
              </c:numCache>
            </c:numRef>
          </c:cat>
          <c:val>
            <c:numRef>
              <c:f>'주가하락_목표달성_2008-10-13'!$F$2:$F$122</c:f>
              <c:numCache>
                <c:formatCode>0_);[Red]\(0\)</c:formatCode>
                <c:ptCount val="121"/>
                <c:pt idx="0">
                  <c:v>0</c:v>
                </c:pt>
                <c:pt idx="1">
                  <c:v>18800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15350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10750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6640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6730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7880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12400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B8F-44E0-B1F4-AD46A87E5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8807951"/>
        <c:axId val="1118816111"/>
      </c:lineChart>
      <c:catAx>
        <c:axId val="1118833871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1118834351"/>
        <c:crosses val="autoZero"/>
        <c:auto val="0"/>
        <c:lblAlgn val="ctr"/>
        <c:lblOffset val="100"/>
        <c:noMultiLvlLbl val="0"/>
      </c:catAx>
      <c:valAx>
        <c:axId val="1118834351"/>
        <c:scaling>
          <c:orientation val="minMax"/>
          <c:min val="1.0000000000000003E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1118833871"/>
        <c:crosses val="autoZero"/>
        <c:crossBetween val="between"/>
      </c:valAx>
      <c:valAx>
        <c:axId val="1118816111"/>
        <c:scaling>
          <c:orientation val="minMax"/>
          <c:min val="1.0000000000000002E-2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1118807951"/>
        <c:crosses val="max"/>
        <c:crossBetween val="between"/>
      </c:valAx>
      <c:dateAx>
        <c:axId val="1118807951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18816111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2060"/>
      </a:solidFill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KoPub돋움체_Pro Medium" panose="02020603020101020101" pitchFamily="18" charset="-127"/>
          <a:ea typeface="KoPub돋움체_Pro Medium" panose="02020603020101020101" pitchFamily="18" charset="-127"/>
        </a:defRPr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v>편입비</c:v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'주가하락_목표달성_2008-10-13'!$A$2:$A$757</c:f>
              <c:numCache>
                <c:formatCode>m/d/yyyy</c:formatCode>
                <c:ptCount val="756"/>
                <c:pt idx="0">
                  <c:v>39087</c:v>
                </c:pt>
                <c:pt idx="1">
                  <c:v>39090</c:v>
                </c:pt>
                <c:pt idx="2">
                  <c:v>39091</c:v>
                </c:pt>
                <c:pt idx="3">
                  <c:v>39092</c:v>
                </c:pt>
                <c:pt idx="4">
                  <c:v>39093</c:v>
                </c:pt>
                <c:pt idx="5">
                  <c:v>39094</c:v>
                </c:pt>
                <c:pt idx="6">
                  <c:v>39097</c:v>
                </c:pt>
                <c:pt idx="7">
                  <c:v>39098</c:v>
                </c:pt>
                <c:pt idx="8">
                  <c:v>39099</c:v>
                </c:pt>
                <c:pt idx="9">
                  <c:v>39100</c:v>
                </c:pt>
                <c:pt idx="10">
                  <c:v>39101</c:v>
                </c:pt>
                <c:pt idx="11">
                  <c:v>39104</c:v>
                </c:pt>
                <c:pt idx="12">
                  <c:v>39105</c:v>
                </c:pt>
                <c:pt idx="13">
                  <c:v>39106</c:v>
                </c:pt>
                <c:pt idx="14">
                  <c:v>39107</c:v>
                </c:pt>
                <c:pt idx="15">
                  <c:v>39108</c:v>
                </c:pt>
                <c:pt idx="16">
                  <c:v>39111</c:v>
                </c:pt>
                <c:pt idx="17">
                  <c:v>39112</c:v>
                </c:pt>
                <c:pt idx="18">
                  <c:v>39113</c:v>
                </c:pt>
                <c:pt idx="19">
                  <c:v>39114</c:v>
                </c:pt>
                <c:pt idx="20">
                  <c:v>39115</c:v>
                </c:pt>
                <c:pt idx="21">
                  <c:v>39118</c:v>
                </c:pt>
                <c:pt idx="22">
                  <c:v>39119</c:v>
                </c:pt>
                <c:pt idx="23">
                  <c:v>39120</c:v>
                </c:pt>
                <c:pt idx="24">
                  <c:v>39121</c:v>
                </c:pt>
                <c:pt idx="25">
                  <c:v>39122</c:v>
                </c:pt>
                <c:pt idx="26">
                  <c:v>39125</c:v>
                </c:pt>
                <c:pt idx="27">
                  <c:v>39126</c:v>
                </c:pt>
                <c:pt idx="28">
                  <c:v>39127</c:v>
                </c:pt>
                <c:pt idx="29">
                  <c:v>39128</c:v>
                </c:pt>
                <c:pt idx="30">
                  <c:v>39129</c:v>
                </c:pt>
                <c:pt idx="31">
                  <c:v>39132</c:v>
                </c:pt>
                <c:pt idx="32">
                  <c:v>39133</c:v>
                </c:pt>
                <c:pt idx="33">
                  <c:v>39134</c:v>
                </c:pt>
                <c:pt idx="34">
                  <c:v>39135</c:v>
                </c:pt>
                <c:pt idx="35">
                  <c:v>39136</c:v>
                </c:pt>
                <c:pt idx="36">
                  <c:v>39139</c:v>
                </c:pt>
                <c:pt idx="37">
                  <c:v>39140</c:v>
                </c:pt>
                <c:pt idx="38">
                  <c:v>39141</c:v>
                </c:pt>
                <c:pt idx="39">
                  <c:v>39142</c:v>
                </c:pt>
                <c:pt idx="40">
                  <c:v>39143</c:v>
                </c:pt>
                <c:pt idx="41">
                  <c:v>39146</c:v>
                </c:pt>
                <c:pt idx="42">
                  <c:v>39147</c:v>
                </c:pt>
                <c:pt idx="43">
                  <c:v>39148</c:v>
                </c:pt>
                <c:pt idx="44">
                  <c:v>39149</c:v>
                </c:pt>
                <c:pt idx="45">
                  <c:v>39150</c:v>
                </c:pt>
                <c:pt idx="46">
                  <c:v>39153</c:v>
                </c:pt>
                <c:pt idx="47">
                  <c:v>39154</c:v>
                </c:pt>
                <c:pt idx="48">
                  <c:v>39155</c:v>
                </c:pt>
                <c:pt idx="49">
                  <c:v>39156</c:v>
                </c:pt>
                <c:pt idx="50">
                  <c:v>39157</c:v>
                </c:pt>
                <c:pt idx="51">
                  <c:v>39160</c:v>
                </c:pt>
                <c:pt idx="52">
                  <c:v>39161</c:v>
                </c:pt>
                <c:pt idx="53">
                  <c:v>39162</c:v>
                </c:pt>
                <c:pt idx="54">
                  <c:v>39163</c:v>
                </c:pt>
                <c:pt idx="55">
                  <c:v>39164</c:v>
                </c:pt>
                <c:pt idx="56">
                  <c:v>39167</c:v>
                </c:pt>
                <c:pt idx="57">
                  <c:v>39168</c:v>
                </c:pt>
                <c:pt idx="58">
                  <c:v>39169</c:v>
                </c:pt>
                <c:pt idx="59">
                  <c:v>39170</c:v>
                </c:pt>
                <c:pt idx="60">
                  <c:v>39171</c:v>
                </c:pt>
                <c:pt idx="61">
                  <c:v>39174</c:v>
                </c:pt>
                <c:pt idx="62">
                  <c:v>39175</c:v>
                </c:pt>
                <c:pt idx="63">
                  <c:v>39176</c:v>
                </c:pt>
                <c:pt idx="64">
                  <c:v>39177</c:v>
                </c:pt>
                <c:pt idx="65">
                  <c:v>39178</c:v>
                </c:pt>
                <c:pt idx="66">
                  <c:v>39181</c:v>
                </c:pt>
                <c:pt idx="67">
                  <c:v>39182</c:v>
                </c:pt>
                <c:pt idx="68">
                  <c:v>39183</c:v>
                </c:pt>
                <c:pt idx="69">
                  <c:v>39184</c:v>
                </c:pt>
                <c:pt idx="70">
                  <c:v>39185</c:v>
                </c:pt>
                <c:pt idx="71">
                  <c:v>39188</c:v>
                </c:pt>
                <c:pt idx="72">
                  <c:v>39189</c:v>
                </c:pt>
                <c:pt idx="73">
                  <c:v>39190</c:v>
                </c:pt>
                <c:pt idx="74">
                  <c:v>39191</c:v>
                </c:pt>
                <c:pt idx="75">
                  <c:v>39192</c:v>
                </c:pt>
                <c:pt idx="76">
                  <c:v>39195</c:v>
                </c:pt>
                <c:pt idx="77">
                  <c:v>39196</c:v>
                </c:pt>
                <c:pt idx="78">
                  <c:v>39197</c:v>
                </c:pt>
                <c:pt idx="79">
                  <c:v>39198</c:v>
                </c:pt>
                <c:pt idx="80">
                  <c:v>39199</c:v>
                </c:pt>
                <c:pt idx="81">
                  <c:v>39202</c:v>
                </c:pt>
                <c:pt idx="82">
                  <c:v>39203</c:v>
                </c:pt>
                <c:pt idx="83">
                  <c:v>39204</c:v>
                </c:pt>
                <c:pt idx="84">
                  <c:v>39205</c:v>
                </c:pt>
                <c:pt idx="85">
                  <c:v>39206</c:v>
                </c:pt>
                <c:pt idx="86">
                  <c:v>39209</c:v>
                </c:pt>
                <c:pt idx="87">
                  <c:v>39210</c:v>
                </c:pt>
                <c:pt idx="88">
                  <c:v>39211</c:v>
                </c:pt>
                <c:pt idx="89">
                  <c:v>39212</c:v>
                </c:pt>
                <c:pt idx="90">
                  <c:v>39213</c:v>
                </c:pt>
                <c:pt idx="91">
                  <c:v>39216</c:v>
                </c:pt>
                <c:pt idx="92">
                  <c:v>39217</c:v>
                </c:pt>
                <c:pt idx="93">
                  <c:v>39218</c:v>
                </c:pt>
                <c:pt idx="94">
                  <c:v>39219</c:v>
                </c:pt>
                <c:pt idx="95">
                  <c:v>39220</c:v>
                </c:pt>
                <c:pt idx="96">
                  <c:v>39223</c:v>
                </c:pt>
                <c:pt idx="97">
                  <c:v>39224</c:v>
                </c:pt>
                <c:pt idx="98">
                  <c:v>39225</c:v>
                </c:pt>
                <c:pt idx="99">
                  <c:v>39226</c:v>
                </c:pt>
                <c:pt idx="100">
                  <c:v>39227</c:v>
                </c:pt>
                <c:pt idx="101">
                  <c:v>39230</c:v>
                </c:pt>
                <c:pt idx="102">
                  <c:v>39231</c:v>
                </c:pt>
                <c:pt idx="103">
                  <c:v>39232</c:v>
                </c:pt>
                <c:pt idx="104">
                  <c:v>39233</c:v>
                </c:pt>
                <c:pt idx="105">
                  <c:v>39234</c:v>
                </c:pt>
                <c:pt idx="106">
                  <c:v>39237</c:v>
                </c:pt>
                <c:pt idx="107">
                  <c:v>39238</c:v>
                </c:pt>
                <c:pt idx="108">
                  <c:v>39239</c:v>
                </c:pt>
                <c:pt idx="109">
                  <c:v>39240</c:v>
                </c:pt>
                <c:pt idx="110">
                  <c:v>39241</c:v>
                </c:pt>
                <c:pt idx="111">
                  <c:v>39244</c:v>
                </c:pt>
                <c:pt idx="112">
                  <c:v>39245</c:v>
                </c:pt>
                <c:pt idx="113">
                  <c:v>39246</c:v>
                </c:pt>
                <c:pt idx="114">
                  <c:v>39247</c:v>
                </c:pt>
                <c:pt idx="115">
                  <c:v>39248</c:v>
                </c:pt>
                <c:pt idx="116">
                  <c:v>39251</c:v>
                </c:pt>
                <c:pt idx="117">
                  <c:v>39252</c:v>
                </c:pt>
                <c:pt idx="118">
                  <c:v>39253</c:v>
                </c:pt>
                <c:pt idx="119">
                  <c:v>39254</c:v>
                </c:pt>
                <c:pt idx="120">
                  <c:v>39255</c:v>
                </c:pt>
                <c:pt idx="121">
                  <c:v>39258</c:v>
                </c:pt>
                <c:pt idx="122">
                  <c:v>39259</c:v>
                </c:pt>
                <c:pt idx="123">
                  <c:v>39260</c:v>
                </c:pt>
                <c:pt idx="124">
                  <c:v>39261</c:v>
                </c:pt>
                <c:pt idx="125">
                  <c:v>39262</c:v>
                </c:pt>
                <c:pt idx="126">
                  <c:v>39265</c:v>
                </c:pt>
                <c:pt idx="127">
                  <c:v>39266</c:v>
                </c:pt>
                <c:pt idx="128">
                  <c:v>39267</c:v>
                </c:pt>
                <c:pt idx="129">
                  <c:v>39268</c:v>
                </c:pt>
                <c:pt idx="130">
                  <c:v>39269</c:v>
                </c:pt>
                <c:pt idx="131">
                  <c:v>39272</c:v>
                </c:pt>
                <c:pt idx="132">
                  <c:v>39273</c:v>
                </c:pt>
                <c:pt idx="133">
                  <c:v>39274</c:v>
                </c:pt>
                <c:pt idx="134">
                  <c:v>39275</c:v>
                </c:pt>
                <c:pt idx="135">
                  <c:v>39276</c:v>
                </c:pt>
                <c:pt idx="136">
                  <c:v>39279</c:v>
                </c:pt>
                <c:pt idx="137">
                  <c:v>39280</c:v>
                </c:pt>
                <c:pt idx="138">
                  <c:v>39281</c:v>
                </c:pt>
                <c:pt idx="139">
                  <c:v>39282</c:v>
                </c:pt>
                <c:pt idx="140">
                  <c:v>39283</c:v>
                </c:pt>
                <c:pt idx="141">
                  <c:v>39286</c:v>
                </c:pt>
                <c:pt idx="142">
                  <c:v>39287</c:v>
                </c:pt>
                <c:pt idx="143">
                  <c:v>39288</c:v>
                </c:pt>
                <c:pt idx="144">
                  <c:v>39289</c:v>
                </c:pt>
                <c:pt idx="145">
                  <c:v>39290</c:v>
                </c:pt>
                <c:pt idx="146">
                  <c:v>39293</c:v>
                </c:pt>
                <c:pt idx="147">
                  <c:v>39294</c:v>
                </c:pt>
                <c:pt idx="148">
                  <c:v>39295</c:v>
                </c:pt>
                <c:pt idx="149">
                  <c:v>39296</c:v>
                </c:pt>
                <c:pt idx="150">
                  <c:v>39297</c:v>
                </c:pt>
                <c:pt idx="151">
                  <c:v>39300</c:v>
                </c:pt>
                <c:pt idx="152">
                  <c:v>39301</c:v>
                </c:pt>
                <c:pt idx="153">
                  <c:v>39302</c:v>
                </c:pt>
                <c:pt idx="154">
                  <c:v>39303</c:v>
                </c:pt>
                <c:pt idx="155">
                  <c:v>39304</c:v>
                </c:pt>
                <c:pt idx="156">
                  <c:v>39307</c:v>
                </c:pt>
                <c:pt idx="157">
                  <c:v>39308</c:v>
                </c:pt>
                <c:pt idx="158">
                  <c:v>39309</c:v>
                </c:pt>
                <c:pt idx="159">
                  <c:v>39310</c:v>
                </c:pt>
                <c:pt idx="160">
                  <c:v>39311</c:v>
                </c:pt>
                <c:pt idx="161">
                  <c:v>39314</c:v>
                </c:pt>
                <c:pt idx="162">
                  <c:v>39315</c:v>
                </c:pt>
                <c:pt idx="163">
                  <c:v>39316</c:v>
                </c:pt>
                <c:pt idx="164">
                  <c:v>39317</c:v>
                </c:pt>
                <c:pt idx="165">
                  <c:v>39318</c:v>
                </c:pt>
                <c:pt idx="166">
                  <c:v>39321</c:v>
                </c:pt>
                <c:pt idx="167">
                  <c:v>39322</c:v>
                </c:pt>
                <c:pt idx="168">
                  <c:v>39323</c:v>
                </c:pt>
                <c:pt idx="169">
                  <c:v>39324</c:v>
                </c:pt>
                <c:pt idx="170">
                  <c:v>39325</c:v>
                </c:pt>
                <c:pt idx="171">
                  <c:v>39328</c:v>
                </c:pt>
                <c:pt idx="172">
                  <c:v>39329</c:v>
                </c:pt>
                <c:pt idx="173">
                  <c:v>39330</c:v>
                </c:pt>
                <c:pt idx="174">
                  <c:v>39331</c:v>
                </c:pt>
                <c:pt idx="175">
                  <c:v>39332</c:v>
                </c:pt>
                <c:pt idx="176">
                  <c:v>39335</c:v>
                </c:pt>
                <c:pt idx="177">
                  <c:v>39336</c:v>
                </c:pt>
                <c:pt idx="178">
                  <c:v>39337</c:v>
                </c:pt>
                <c:pt idx="179">
                  <c:v>39338</c:v>
                </c:pt>
                <c:pt idx="180">
                  <c:v>39339</c:v>
                </c:pt>
                <c:pt idx="181">
                  <c:v>39342</c:v>
                </c:pt>
                <c:pt idx="182">
                  <c:v>39343</c:v>
                </c:pt>
                <c:pt idx="183">
                  <c:v>39344</c:v>
                </c:pt>
                <c:pt idx="184">
                  <c:v>39345</c:v>
                </c:pt>
                <c:pt idx="185">
                  <c:v>39346</c:v>
                </c:pt>
                <c:pt idx="186">
                  <c:v>39349</c:v>
                </c:pt>
                <c:pt idx="187">
                  <c:v>39350</c:v>
                </c:pt>
                <c:pt idx="188">
                  <c:v>39351</c:v>
                </c:pt>
                <c:pt idx="189">
                  <c:v>39352</c:v>
                </c:pt>
                <c:pt idx="190">
                  <c:v>39353</c:v>
                </c:pt>
                <c:pt idx="191">
                  <c:v>39356</c:v>
                </c:pt>
                <c:pt idx="192">
                  <c:v>39357</c:v>
                </c:pt>
                <c:pt idx="193">
                  <c:v>39358</c:v>
                </c:pt>
                <c:pt idx="194">
                  <c:v>39359</c:v>
                </c:pt>
                <c:pt idx="195">
                  <c:v>39360</c:v>
                </c:pt>
                <c:pt idx="196">
                  <c:v>39363</c:v>
                </c:pt>
                <c:pt idx="197">
                  <c:v>39364</c:v>
                </c:pt>
                <c:pt idx="198">
                  <c:v>39365</c:v>
                </c:pt>
                <c:pt idx="199">
                  <c:v>39366</c:v>
                </c:pt>
                <c:pt idx="200">
                  <c:v>39367</c:v>
                </c:pt>
                <c:pt idx="201">
                  <c:v>39370</c:v>
                </c:pt>
                <c:pt idx="202">
                  <c:v>39371</c:v>
                </c:pt>
                <c:pt idx="203">
                  <c:v>39372</c:v>
                </c:pt>
                <c:pt idx="204">
                  <c:v>39373</c:v>
                </c:pt>
                <c:pt idx="205">
                  <c:v>39374</c:v>
                </c:pt>
                <c:pt idx="206">
                  <c:v>39377</c:v>
                </c:pt>
                <c:pt idx="207">
                  <c:v>39378</c:v>
                </c:pt>
                <c:pt idx="208">
                  <c:v>39379</c:v>
                </c:pt>
                <c:pt idx="209">
                  <c:v>39380</c:v>
                </c:pt>
                <c:pt idx="210">
                  <c:v>39381</c:v>
                </c:pt>
                <c:pt idx="211">
                  <c:v>39384</c:v>
                </c:pt>
                <c:pt idx="212">
                  <c:v>39385</c:v>
                </c:pt>
                <c:pt idx="213">
                  <c:v>39386</c:v>
                </c:pt>
                <c:pt idx="214">
                  <c:v>39387</c:v>
                </c:pt>
                <c:pt idx="215">
                  <c:v>39388</c:v>
                </c:pt>
                <c:pt idx="216">
                  <c:v>39391</c:v>
                </c:pt>
                <c:pt idx="217">
                  <c:v>39392</c:v>
                </c:pt>
                <c:pt idx="218">
                  <c:v>39393</c:v>
                </c:pt>
                <c:pt idx="219">
                  <c:v>39394</c:v>
                </c:pt>
                <c:pt idx="220">
                  <c:v>39395</c:v>
                </c:pt>
                <c:pt idx="221">
                  <c:v>39398</c:v>
                </c:pt>
                <c:pt idx="222">
                  <c:v>39399</c:v>
                </c:pt>
                <c:pt idx="223">
                  <c:v>39400</c:v>
                </c:pt>
                <c:pt idx="224">
                  <c:v>39401</c:v>
                </c:pt>
                <c:pt idx="225">
                  <c:v>39402</c:v>
                </c:pt>
                <c:pt idx="226">
                  <c:v>39405</c:v>
                </c:pt>
                <c:pt idx="227">
                  <c:v>39406</c:v>
                </c:pt>
                <c:pt idx="228">
                  <c:v>39407</c:v>
                </c:pt>
                <c:pt idx="229">
                  <c:v>39408</c:v>
                </c:pt>
                <c:pt idx="230">
                  <c:v>39409</c:v>
                </c:pt>
                <c:pt idx="231">
                  <c:v>39412</c:v>
                </c:pt>
                <c:pt idx="232">
                  <c:v>39413</c:v>
                </c:pt>
                <c:pt idx="233">
                  <c:v>39414</c:v>
                </c:pt>
                <c:pt idx="234">
                  <c:v>39415</c:v>
                </c:pt>
                <c:pt idx="235">
                  <c:v>39416</c:v>
                </c:pt>
                <c:pt idx="236">
                  <c:v>39419</c:v>
                </c:pt>
                <c:pt idx="237">
                  <c:v>39420</c:v>
                </c:pt>
                <c:pt idx="238">
                  <c:v>39421</c:v>
                </c:pt>
                <c:pt idx="239">
                  <c:v>39422</c:v>
                </c:pt>
                <c:pt idx="240">
                  <c:v>39423</c:v>
                </c:pt>
                <c:pt idx="241">
                  <c:v>39426</c:v>
                </c:pt>
                <c:pt idx="242">
                  <c:v>39427</c:v>
                </c:pt>
                <c:pt idx="243">
                  <c:v>39428</c:v>
                </c:pt>
                <c:pt idx="244">
                  <c:v>39429</c:v>
                </c:pt>
                <c:pt idx="245">
                  <c:v>39430</c:v>
                </c:pt>
                <c:pt idx="246">
                  <c:v>39433</c:v>
                </c:pt>
                <c:pt idx="247">
                  <c:v>39434</c:v>
                </c:pt>
                <c:pt idx="248">
                  <c:v>39435</c:v>
                </c:pt>
                <c:pt idx="249">
                  <c:v>39436</c:v>
                </c:pt>
                <c:pt idx="250">
                  <c:v>39437</c:v>
                </c:pt>
                <c:pt idx="251">
                  <c:v>39440</c:v>
                </c:pt>
                <c:pt idx="252">
                  <c:v>39441</c:v>
                </c:pt>
                <c:pt idx="253">
                  <c:v>39442</c:v>
                </c:pt>
                <c:pt idx="254">
                  <c:v>39443</c:v>
                </c:pt>
                <c:pt idx="255">
                  <c:v>39444</c:v>
                </c:pt>
                <c:pt idx="256">
                  <c:v>39447</c:v>
                </c:pt>
                <c:pt idx="257">
                  <c:v>39448</c:v>
                </c:pt>
                <c:pt idx="258">
                  <c:v>39449</c:v>
                </c:pt>
                <c:pt idx="259">
                  <c:v>39450</c:v>
                </c:pt>
                <c:pt idx="260">
                  <c:v>39451</c:v>
                </c:pt>
                <c:pt idx="261">
                  <c:v>39454</c:v>
                </c:pt>
                <c:pt idx="262">
                  <c:v>39455</c:v>
                </c:pt>
                <c:pt idx="263">
                  <c:v>39456</c:v>
                </c:pt>
                <c:pt idx="264">
                  <c:v>39457</c:v>
                </c:pt>
                <c:pt idx="265">
                  <c:v>39458</c:v>
                </c:pt>
                <c:pt idx="266">
                  <c:v>39461</c:v>
                </c:pt>
                <c:pt idx="267">
                  <c:v>39462</c:v>
                </c:pt>
                <c:pt idx="268">
                  <c:v>39463</c:v>
                </c:pt>
                <c:pt idx="269">
                  <c:v>39464</c:v>
                </c:pt>
                <c:pt idx="270">
                  <c:v>39465</c:v>
                </c:pt>
                <c:pt idx="271">
                  <c:v>39468</c:v>
                </c:pt>
                <c:pt idx="272">
                  <c:v>39469</c:v>
                </c:pt>
                <c:pt idx="273">
                  <c:v>39470</c:v>
                </c:pt>
                <c:pt idx="274">
                  <c:v>39471</c:v>
                </c:pt>
                <c:pt idx="275">
                  <c:v>39472</c:v>
                </c:pt>
                <c:pt idx="276">
                  <c:v>39475</c:v>
                </c:pt>
                <c:pt idx="277">
                  <c:v>39476</c:v>
                </c:pt>
                <c:pt idx="278">
                  <c:v>39477</c:v>
                </c:pt>
                <c:pt idx="279">
                  <c:v>39478</c:v>
                </c:pt>
                <c:pt idx="280">
                  <c:v>39479</c:v>
                </c:pt>
                <c:pt idx="281">
                  <c:v>39482</c:v>
                </c:pt>
                <c:pt idx="282">
                  <c:v>39483</c:v>
                </c:pt>
                <c:pt idx="283">
                  <c:v>39484</c:v>
                </c:pt>
                <c:pt idx="284">
                  <c:v>39485</c:v>
                </c:pt>
                <c:pt idx="285">
                  <c:v>39486</c:v>
                </c:pt>
                <c:pt idx="286">
                  <c:v>39489</c:v>
                </c:pt>
                <c:pt idx="287">
                  <c:v>39490</c:v>
                </c:pt>
                <c:pt idx="288">
                  <c:v>39491</c:v>
                </c:pt>
                <c:pt idx="289">
                  <c:v>39492</c:v>
                </c:pt>
                <c:pt idx="290">
                  <c:v>39493</c:v>
                </c:pt>
                <c:pt idx="291">
                  <c:v>39496</c:v>
                </c:pt>
                <c:pt idx="292">
                  <c:v>39497</c:v>
                </c:pt>
                <c:pt idx="293">
                  <c:v>39498</c:v>
                </c:pt>
                <c:pt idx="294">
                  <c:v>39499</c:v>
                </c:pt>
                <c:pt idx="295">
                  <c:v>39500</c:v>
                </c:pt>
                <c:pt idx="296">
                  <c:v>39503</c:v>
                </c:pt>
                <c:pt idx="297">
                  <c:v>39504</c:v>
                </c:pt>
                <c:pt idx="298">
                  <c:v>39505</c:v>
                </c:pt>
                <c:pt idx="299">
                  <c:v>39506</c:v>
                </c:pt>
                <c:pt idx="300">
                  <c:v>39507</c:v>
                </c:pt>
                <c:pt idx="301">
                  <c:v>39510</c:v>
                </c:pt>
                <c:pt idx="302">
                  <c:v>39511</c:v>
                </c:pt>
                <c:pt idx="303">
                  <c:v>39512</c:v>
                </c:pt>
                <c:pt idx="304">
                  <c:v>39513</c:v>
                </c:pt>
                <c:pt idx="305">
                  <c:v>39514</c:v>
                </c:pt>
                <c:pt idx="306">
                  <c:v>39517</c:v>
                </c:pt>
                <c:pt idx="307">
                  <c:v>39518</c:v>
                </c:pt>
                <c:pt idx="308">
                  <c:v>39519</c:v>
                </c:pt>
                <c:pt idx="309">
                  <c:v>39520</c:v>
                </c:pt>
                <c:pt idx="310">
                  <c:v>39521</c:v>
                </c:pt>
                <c:pt idx="311">
                  <c:v>39524</c:v>
                </c:pt>
                <c:pt idx="312">
                  <c:v>39525</c:v>
                </c:pt>
                <c:pt idx="313">
                  <c:v>39526</c:v>
                </c:pt>
                <c:pt idx="314">
                  <c:v>39527</c:v>
                </c:pt>
                <c:pt idx="315">
                  <c:v>39528</c:v>
                </c:pt>
                <c:pt idx="316">
                  <c:v>39531</c:v>
                </c:pt>
                <c:pt idx="317">
                  <c:v>39532</c:v>
                </c:pt>
                <c:pt idx="318">
                  <c:v>39533</c:v>
                </c:pt>
                <c:pt idx="319">
                  <c:v>39534</c:v>
                </c:pt>
                <c:pt idx="320">
                  <c:v>39535</c:v>
                </c:pt>
                <c:pt idx="321">
                  <c:v>39538</c:v>
                </c:pt>
                <c:pt idx="322">
                  <c:v>39539</c:v>
                </c:pt>
                <c:pt idx="323">
                  <c:v>39540</c:v>
                </c:pt>
                <c:pt idx="324">
                  <c:v>39541</c:v>
                </c:pt>
                <c:pt idx="325">
                  <c:v>39542</c:v>
                </c:pt>
                <c:pt idx="326">
                  <c:v>39545</c:v>
                </c:pt>
                <c:pt idx="327">
                  <c:v>39546</c:v>
                </c:pt>
                <c:pt idx="328">
                  <c:v>39547</c:v>
                </c:pt>
                <c:pt idx="329">
                  <c:v>39548</c:v>
                </c:pt>
                <c:pt idx="330">
                  <c:v>39549</c:v>
                </c:pt>
                <c:pt idx="331">
                  <c:v>39552</c:v>
                </c:pt>
                <c:pt idx="332">
                  <c:v>39553</c:v>
                </c:pt>
                <c:pt idx="333">
                  <c:v>39554</c:v>
                </c:pt>
                <c:pt idx="334">
                  <c:v>39555</c:v>
                </c:pt>
                <c:pt idx="335">
                  <c:v>39556</c:v>
                </c:pt>
                <c:pt idx="336">
                  <c:v>39559</c:v>
                </c:pt>
                <c:pt idx="337">
                  <c:v>39560</c:v>
                </c:pt>
                <c:pt idx="338">
                  <c:v>39561</c:v>
                </c:pt>
                <c:pt idx="339">
                  <c:v>39562</c:v>
                </c:pt>
                <c:pt idx="340">
                  <c:v>39563</c:v>
                </c:pt>
                <c:pt idx="341">
                  <c:v>39566</c:v>
                </c:pt>
                <c:pt idx="342">
                  <c:v>39567</c:v>
                </c:pt>
                <c:pt idx="343">
                  <c:v>39568</c:v>
                </c:pt>
                <c:pt idx="344">
                  <c:v>39569</c:v>
                </c:pt>
                <c:pt idx="345">
                  <c:v>39570</c:v>
                </c:pt>
                <c:pt idx="346">
                  <c:v>39573</c:v>
                </c:pt>
                <c:pt idx="347">
                  <c:v>39574</c:v>
                </c:pt>
                <c:pt idx="348">
                  <c:v>39575</c:v>
                </c:pt>
                <c:pt idx="349">
                  <c:v>39576</c:v>
                </c:pt>
                <c:pt idx="350">
                  <c:v>39577</c:v>
                </c:pt>
                <c:pt idx="351">
                  <c:v>39580</c:v>
                </c:pt>
                <c:pt idx="352">
                  <c:v>39581</c:v>
                </c:pt>
                <c:pt idx="353">
                  <c:v>39582</c:v>
                </c:pt>
                <c:pt idx="354">
                  <c:v>39583</c:v>
                </c:pt>
                <c:pt idx="355">
                  <c:v>39584</c:v>
                </c:pt>
                <c:pt idx="356">
                  <c:v>39587</c:v>
                </c:pt>
                <c:pt idx="357">
                  <c:v>39588</c:v>
                </c:pt>
                <c:pt idx="358">
                  <c:v>39589</c:v>
                </c:pt>
                <c:pt idx="359">
                  <c:v>39590</c:v>
                </c:pt>
                <c:pt idx="360">
                  <c:v>39591</c:v>
                </c:pt>
                <c:pt idx="361">
                  <c:v>39594</c:v>
                </c:pt>
                <c:pt idx="362">
                  <c:v>39595</c:v>
                </c:pt>
                <c:pt idx="363">
                  <c:v>39596</c:v>
                </c:pt>
                <c:pt idx="364">
                  <c:v>39597</c:v>
                </c:pt>
                <c:pt idx="365">
                  <c:v>39598</c:v>
                </c:pt>
                <c:pt idx="366">
                  <c:v>39601</c:v>
                </c:pt>
                <c:pt idx="367">
                  <c:v>39602</c:v>
                </c:pt>
                <c:pt idx="368">
                  <c:v>39603</c:v>
                </c:pt>
                <c:pt idx="369">
                  <c:v>39604</c:v>
                </c:pt>
                <c:pt idx="370">
                  <c:v>39605</c:v>
                </c:pt>
                <c:pt idx="371">
                  <c:v>39608</c:v>
                </c:pt>
                <c:pt idx="372">
                  <c:v>39609</c:v>
                </c:pt>
                <c:pt idx="373">
                  <c:v>39610</c:v>
                </c:pt>
                <c:pt idx="374">
                  <c:v>39611</c:v>
                </c:pt>
                <c:pt idx="375">
                  <c:v>39612</c:v>
                </c:pt>
                <c:pt idx="376">
                  <c:v>39615</c:v>
                </c:pt>
                <c:pt idx="377">
                  <c:v>39616</c:v>
                </c:pt>
                <c:pt idx="378">
                  <c:v>39617</c:v>
                </c:pt>
                <c:pt idx="379">
                  <c:v>39618</c:v>
                </c:pt>
                <c:pt idx="380">
                  <c:v>39619</c:v>
                </c:pt>
                <c:pt idx="381">
                  <c:v>39622</c:v>
                </c:pt>
                <c:pt idx="382">
                  <c:v>39623</c:v>
                </c:pt>
                <c:pt idx="383">
                  <c:v>39624</c:v>
                </c:pt>
                <c:pt idx="384">
                  <c:v>39625</c:v>
                </c:pt>
                <c:pt idx="385">
                  <c:v>39626</c:v>
                </c:pt>
                <c:pt idx="386">
                  <c:v>39629</c:v>
                </c:pt>
                <c:pt idx="387">
                  <c:v>39630</c:v>
                </c:pt>
                <c:pt idx="388">
                  <c:v>39631</c:v>
                </c:pt>
                <c:pt idx="389">
                  <c:v>39632</c:v>
                </c:pt>
                <c:pt idx="390">
                  <c:v>39633</c:v>
                </c:pt>
                <c:pt idx="391">
                  <c:v>39636</c:v>
                </c:pt>
                <c:pt idx="392">
                  <c:v>39637</c:v>
                </c:pt>
                <c:pt idx="393">
                  <c:v>39638</c:v>
                </c:pt>
                <c:pt idx="394">
                  <c:v>39639</c:v>
                </c:pt>
                <c:pt idx="395">
                  <c:v>39640</c:v>
                </c:pt>
                <c:pt idx="396">
                  <c:v>39643</c:v>
                </c:pt>
                <c:pt idx="397">
                  <c:v>39644</c:v>
                </c:pt>
                <c:pt idx="398">
                  <c:v>39645</c:v>
                </c:pt>
                <c:pt idx="399">
                  <c:v>39646</c:v>
                </c:pt>
                <c:pt idx="400">
                  <c:v>39647</c:v>
                </c:pt>
                <c:pt idx="401">
                  <c:v>39650</c:v>
                </c:pt>
                <c:pt idx="402">
                  <c:v>39651</c:v>
                </c:pt>
                <c:pt idx="403">
                  <c:v>39652</c:v>
                </c:pt>
                <c:pt idx="404">
                  <c:v>39653</c:v>
                </c:pt>
                <c:pt idx="405">
                  <c:v>39654</c:v>
                </c:pt>
                <c:pt idx="406">
                  <c:v>39657</c:v>
                </c:pt>
                <c:pt idx="407">
                  <c:v>39658</c:v>
                </c:pt>
                <c:pt idx="408">
                  <c:v>39659</c:v>
                </c:pt>
                <c:pt idx="409">
                  <c:v>39660</c:v>
                </c:pt>
                <c:pt idx="410">
                  <c:v>39661</c:v>
                </c:pt>
                <c:pt idx="411">
                  <c:v>39664</c:v>
                </c:pt>
                <c:pt idx="412">
                  <c:v>39665</c:v>
                </c:pt>
                <c:pt idx="413">
                  <c:v>39666</c:v>
                </c:pt>
                <c:pt idx="414">
                  <c:v>39667</c:v>
                </c:pt>
                <c:pt idx="415">
                  <c:v>39668</c:v>
                </c:pt>
                <c:pt idx="416">
                  <c:v>39671</c:v>
                </c:pt>
                <c:pt idx="417">
                  <c:v>39672</c:v>
                </c:pt>
                <c:pt idx="418">
                  <c:v>39673</c:v>
                </c:pt>
                <c:pt idx="419">
                  <c:v>39674</c:v>
                </c:pt>
                <c:pt idx="420">
                  <c:v>39675</c:v>
                </c:pt>
                <c:pt idx="421">
                  <c:v>39678</c:v>
                </c:pt>
                <c:pt idx="422">
                  <c:v>39679</c:v>
                </c:pt>
                <c:pt idx="423">
                  <c:v>39680</c:v>
                </c:pt>
                <c:pt idx="424">
                  <c:v>39681</c:v>
                </c:pt>
                <c:pt idx="425">
                  <c:v>39682</c:v>
                </c:pt>
                <c:pt idx="426">
                  <c:v>39685</c:v>
                </c:pt>
                <c:pt idx="427">
                  <c:v>39686</c:v>
                </c:pt>
                <c:pt idx="428">
                  <c:v>39687</c:v>
                </c:pt>
                <c:pt idx="429">
                  <c:v>39688</c:v>
                </c:pt>
                <c:pt idx="430">
                  <c:v>39689</c:v>
                </c:pt>
                <c:pt idx="431">
                  <c:v>39692</c:v>
                </c:pt>
                <c:pt idx="432">
                  <c:v>39693</c:v>
                </c:pt>
                <c:pt idx="433">
                  <c:v>39694</c:v>
                </c:pt>
                <c:pt idx="434">
                  <c:v>39695</c:v>
                </c:pt>
                <c:pt idx="435">
                  <c:v>39696</c:v>
                </c:pt>
                <c:pt idx="436">
                  <c:v>39699</c:v>
                </c:pt>
                <c:pt idx="437">
                  <c:v>39700</c:v>
                </c:pt>
                <c:pt idx="438">
                  <c:v>39701</c:v>
                </c:pt>
                <c:pt idx="439">
                  <c:v>39702</c:v>
                </c:pt>
                <c:pt idx="440">
                  <c:v>39703</c:v>
                </c:pt>
                <c:pt idx="441">
                  <c:v>39706</c:v>
                </c:pt>
                <c:pt idx="442">
                  <c:v>39707</c:v>
                </c:pt>
                <c:pt idx="443">
                  <c:v>39708</c:v>
                </c:pt>
                <c:pt idx="444">
                  <c:v>39709</c:v>
                </c:pt>
                <c:pt idx="445">
                  <c:v>39710</c:v>
                </c:pt>
                <c:pt idx="446">
                  <c:v>39713</c:v>
                </c:pt>
                <c:pt idx="447">
                  <c:v>39714</c:v>
                </c:pt>
                <c:pt idx="448">
                  <c:v>39715</c:v>
                </c:pt>
                <c:pt idx="449">
                  <c:v>39716</c:v>
                </c:pt>
                <c:pt idx="450">
                  <c:v>39717</c:v>
                </c:pt>
                <c:pt idx="451">
                  <c:v>39720</c:v>
                </c:pt>
                <c:pt idx="452">
                  <c:v>39721</c:v>
                </c:pt>
                <c:pt idx="453">
                  <c:v>39722</c:v>
                </c:pt>
                <c:pt idx="454">
                  <c:v>39723</c:v>
                </c:pt>
                <c:pt idx="455">
                  <c:v>39724</c:v>
                </c:pt>
                <c:pt idx="456">
                  <c:v>39727</c:v>
                </c:pt>
                <c:pt idx="457">
                  <c:v>39728</c:v>
                </c:pt>
                <c:pt idx="458">
                  <c:v>39729</c:v>
                </c:pt>
                <c:pt idx="459">
                  <c:v>39730</c:v>
                </c:pt>
                <c:pt idx="460">
                  <c:v>39731</c:v>
                </c:pt>
                <c:pt idx="461">
                  <c:v>39734</c:v>
                </c:pt>
                <c:pt idx="462">
                  <c:v>39735</c:v>
                </c:pt>
                <c:pt idx="463">
                  <c:v>39736</c:v>
                </c:pt>
                <c:pt idx="464">
                  <c:v>39737</c:v>
                </c:pt>
                <c:pt idx="465">
                  <c:v>39738</c:v>
                </c:pt>
                <c:pt idx="466">
                  <c:v>39741</c:v>
                </c:pt>
                <c:pt idx="467">
                  <c:v>39742</c:v>
                </c:pt>
                <c:pt idx="468">
                  <c:v>39743</c:v>
                </c:pt>
                <c:pt idx="469">
                  <c:v>39744</c:v>
                </c:pt>
                <c:pt idx="470">
                  <c:v>39745</c:v>
                </c:pt>
                <c:pt idx="471">
                  <c:v>39748</c:v>
                </c:pt>
                <c:pt idx="472">
                  <c:v>39749</c:v>
                </c:pt>
                <c:pt idx="473">
                  <c:v>39750</c:v>
                </c:pt>
                <c:pt idx="474">
                  <c:v>39751</c:v>
                </c:pt>
                <c:pt idx="475">
                  <c:v>39752</c:v>
                </c:pt>
                <c:pt idx="476">
                  <c:v>39755</c:v>
                </c:pt>
                <c:pt idx="477">
                  <c:v>39756</c:v>
                </c:pt>
                <c:pt idx="478">
                  <c:v>39757</c:v>
                </c:pt>
                <c:pt idx="479">
                  <c:v>39758</c:v>
                </c:pt>
                <c:pt idx="480">
                  <c:v>39759</c:v>
                </c:pt>
                <c:pt idx="481">
                  <c:v>39762</c:v>
                </c:pt>
                <c:pt idx="482">
                  <c:v>39763</c:v>
                </c:pt>
                <c:pt idx="483">
                  <c:v>39764</c:v>
                </c:pt>
                <c:pt idx="484">
                  <c:v>39765</c:v>
                </c:pt>
                <c:pt idx="485">
                  <c:v>39766</c:v>
                </c:pt>
                <c:pt idx="486">
                  <c:v>39769</c:v>
                </c:pt>
                <c:pt idx="487">
                  <c:v>39770</c:v>
                </c:pt>
                <c:pt idx="488">
                  <c:v>39771</c:v>
                </c:pt>
                <c:pt idx="489">
                  <c:v>39772</c:v>
                </c:pt>
                <c:pt idx="490">
                  <c:v>39773</c:v>
                </c:pt>
                <c:pt idx="491">
                  <c:v>39776</c:v>
                </c:pt>
                <c:pt idx="492">
                  <c:v>39777</c:v>
                </c:pt>
                <c:pt idx="493">
                  <c:v>39778</c:v>
                </c:pt>
                <c:pt idx="494">
                  <c:v>39779</c:v>
                </c:pt>
                <c:pt idx="495">
                  <c:v>39780</c:v>
                </c:pt>
                <c:pt idx="496">
                  <c:v>39783</c:v>
                </c:pt>
                <c:pt idx="497">
                  <c:v>39784</c:v>
                </c:pt>
                <c:pt idx="498">
                  <c:v>39785</c:v>
                </c:pt>
                <c:pt idx="499">
                  <c:v>39786</c:v>
                </c:pt>
                <c:pt idx="500">
                  <c:v>39787</c:v>
                </c:pt>
                <c:pt idx="501">
                  <c:v>39790</c:v>
                </c:pt>
                <c:pt idx="502">
                  <c:v>39791</c:v>
                </c:pt>
                <c:pt idx="503">
                  <c:v>39792</c:v>
                </c:pt>
                <c:pt idx="504">
                  <c:v>39793</c:v>
                </c:pt>
                <c:pt idx="505">
                  <c:v>39794</c:v>
                </c:pt>
                <c:pt idx="506">
                  <c:v>39797</c:v>
                </c:pt>
                <c:pt idx="507">
                  <c:v>39798</c:v>
                </c:pt>
                <c:pt idx="508">
                  <c:v>39799</c:v>
                </c:pt>
                <c:pt idx="509">
                  <c:v>39800</c:v>
                </c:pt>
                <c:pt idx="510">
                  <c:v>39801</c:v>
                </c:pt>
                <c:pt idx="511">
                  <c:v>39804</c:v>
                </c:pt>
                <c:pt idx="512">
                  <c:v>39805</c:v>
                </c:pt>
                <c:pt idx="513">
                  <c:v>39806</c:v>
                </c:pt>
                <c:pt idx="514">
                  <c:v>39807</c:v>
                </c:pt>
                <c:pt idx="515">
                  <c:v>39808</c:v>
                </c:pt>
                <c:pt idx="516">
                  <c:v>39811</c:v>
                </c:pt>
                <c:pt idx="517">
                  <c:v>39812</c:v>
                </c:pt>
                <c:pt idx="518">
                  <c:v>39813</c:v>
                </c:pt>
                <c:pt idx="519">
                  <c:v>39814</c:v>
                </c:pt>
                <c:pt idx="520">
                  <c:v>39815</c:v>
                </c:pt>
                <c:pt idx="521">
                  <c:v>39818</c:v>
                </c:pt>
                <c:pt idx="522">
                  <c:v>39819</c:v>
                </c:pt>
                <c:pt idx="523">
                  <c:v>39820</c:v>
                </c:pt>
                <c:pt idx="524">
                  <c:v>39821</c:v>
                </c:pt>
                <c:pt idx="525">
                  <c:v>39822</c:v>
                </c:pt>
                <c:pt idx="526">
                  <c:v>39825</c:v>
                </c:pt>
                <c:pt idx="527">
                  <c:v>39826</c:v>
                </c:pt>
                <c:pt idx="528">
                  <c:v>39827</c:v>
                </c:pt>
                <c:pt idx="529">
                  <c:v>39828</c:v>
                </c:pt>
                <c:pt idx="530">
                  <c:v>39829</c:v>
                </c:pt>
                <c:pt idx="531">
                  <c:v>39832</c:v>
                </c:pt>
                <c:pt idx="532">
                  <c:v>39833</c:v>
                </c:pt>
                <c:pt idx="533">
                  <c:v>39834</c:v>
                </c:pt>
                <c:pt idx="534">
                  <c:v>39835</c:v>
                </c:pt>
                <c:pt idx="535">
                  <c:v>39836</c:v>
                </c:pt>
                <c:pt idx="536">
                  <c:v>39839</c:v>
                </c:pt>
                <c:pt idx="537">
                  <c:v>39840</c:v>
                </c:pt>
                <c:pt idx="538">
                  <c:v>39841</c:v>
                </c:pt>
                <c:pt idx="539">
                  <c:v>39842</c:v>
                </c:pt>
                <c:pt idx="540">
                  <c:v>39843</c:v>
                </c:pt>
                <c:pt idx="541">
                  <c:v>39846</c:v>
                </c:pt>
                <c:pt idx="542">
                  <c:v>39847</c:v>
                </c:pt>
                <c:pt idx="543">
                  <c:v>39848</c:v>
                </c:pt>
                <c:pt idx="544">
                  <c:v>39849</c:v>
                </c:pt>
                <c:pt idx="545">
                  <c:v>39850</c:v>
                </c:pt>
                <c:pt idx="546">
                  <c:v>39853</c:v>
                </c:pt>
                <c:pt idx="547">
                  <c:v>39854</c:v>
                </c:pt>
                <c:pt idx="548">
                  <c:v>39855</c:v>
                </c:pt>
                <c:pt idx="549">
                  <c:v>39856</c:v>
                </c:pt>
                <c:pt idx="550">
                  <c:v>39857</c:v>
                </c:pt>
                <c:pt idx="551">
                  <c:v>39860</c:v>
                </c:pt>
                <c:pt idx="552">
                  <c:v>39861</c:v>
                </c:pt>
                <c:pt idx="553">
                  <c:v>39862</c:v>
                </c:pt>
                <c:pt idx="554">
                  <c:v>39863</c:v>
                </c:pt>
                <c:pt idx="555">
                  <c:v>39864</c:v>
                </c:pt>
                <c:pt idx="556">
                  <c:v>39867</c:v>
                </c:pt>
                <c:pt idx="557">
                  <c:v>39868</c:v>
                </c:pt>
                <c:pt idx="558">
                  <c:v>39869</c:v>
                </c:pt>
                <c:pt idx="559">
                  <c:v>39870</c:v>
                </c:pt>
                <c:pt idx="560">
                  <c:v>39871</c:v>
                </c:pt>
                <c:pt idx="561">
                  <c:v>39874</c:v>
                </c:pt>
                <c:pt idx="562">
                  <c:v>39875</c:v>
                </c:pt>
                <c:pt idx="563">
                  <c:v>39876</c:v>
                </c:pt>
                <c:pt idx="564">
                  <c:v>39877</c:v>
                </c:pt>
                <c:pt idx="565">
                  <c:v>39878</c:v>
                </c:pt>
                <c:pt idx="566">
                  <c:v>39881</c:v>
                </c:pt>
                <c:pt idx="567">
                  <c:v>39882</c:v>
                </c:pt>
                <c:pt idx="568">
                  <c:v>39883</c:v>
                </c:pt>
                <c:pt idx="569">
                  <c:v>39884</c:v>
                </c:pt>
                <c:pt idx="570">
                  <c:v>39885</c:v>
                </c:pt>
                <c:pt idx="571">
                  <c:v>39888</c:v>
                </c:pt>
                <c:pt idx="572">
                  <c:v>39889</c:v>
                </c:pt>
                <c:pt idx="573">
                  <c:v>39890</c:v>
                </c:pt>
                <c:pt idx="574">
                  <c:v>39891</c:v>
                </c:pt>
                <c:pt idx="575">
                  <c:v>39892</c:v>
                </c:pt>
                <c:pt idx="576">
                  <c:v>39895</c:v>
                </c:pt>
                <c:pt idx="577">
                  <c:v>39896</c:v>
                </c:pt>
                <c:pt idx="578">
                  <c:v>39897</c:v>
                </c:pt>
                <c:pt idx="579">
                  <c:v>39898</c:v>
                </c:pt>
                <c:pt idx="580">
                  <c:v>39899</c:v>
                </c:pt>
                <c:pt idx="581">
                  <c:v>39902</c:v>
                </c:pt>
                <c:pt idx="582">
                  <c:v>39903</c:v>
                </c:pt>
                <c:pt idx="583">
                  <c:v>39904</c:v>
                </c:pt>
                <c:pt idx="584">
                  <c:v>39905</c:v>
                </c:pt>
                <c:pt idx="585">
                  <c:v>39906</c:v>
                </c:pt>
                <c:pt idx="586">
                  <c:v>39909</c:v>
                </c:pt>
                <c:pt idx="587">
                  <c:v>39910</c:v>
                </c:pt>
                <c:pt idx="588">
                  <c:v>39911</c:v>
                </c:pt>
                <c:pt idx="589">
                  <c:v>39912</c:v>
                </c:pt>
                <c:pt idx="590">
                  <c:v>39913</c:v>
                </c:pt>
                <c:pt idx="591">
                  <c:v>39916</c:v>
                </c:pt>
                <c:pt idx="592">
                  <c:v>39917</c:v>
                </c:pt>
                <c:pt idx="593">
                  <c:v>39918</c:v>
                </c:pt>
                <c:pt idx="594">
                  <c:v>39919</c:v>
                </c:pt>
                <c:pt idx="595">
                  <c:v>39920</c:v>
                </c:pt>
                <c:pt idx="596">
                  <c:v>39923</c:v>
                </c:pt>
                <c:pt idx="597">
                  <c:v>39924</c:v>
                </c:pt>
                <c:pt idx="598">
                  <c:v>39925</c:v>
                </c:pt>
                <c:pt idx="599">
                  <c:v>39926</c:v>
                </c:pt>
                <c:pt idx="600">
                  <c:v>39927</c:v>
                </c:pt>
                <c:pt idx="601">
                  <c:v>39930</c:v>
                </c:pt>
                <c:pt idx="602">
                  <c:v>39931</c:v>
                </c:pt>
                <c:pt idx="603">
                  <c:v>39932</c:v>
                </c:pt>
                <c:pt idx="604">
                  <c:v>39933</c:v>
                </c:pt>
                <c:pt idx="605">
                  <c:v>39934</c:v>
                </c:pt>
                <c:pt idx="606">
                  <c:v>39937</c:v>
                </c:pt>
                <c:pt idx="607">
                  <c:v>39938</c:v>
                </c:pt>
                <c:pt idx="608">
                  <c:v>39939</c:v>
                </c:pt>
                <c:pt idx="609">
                  <c:v>39940</c:v>
                </c:pt>
                <c:pt idx="610">
                  <c:v>39941</c:v>
                </c:pt>
                <c:pt idx="611">
                  <c:v>39944</c:v>
                </c:pt>
                <c:pt idx="612">
                  <c:v>39945</c:v>
                </c:pt>
                <c:pt idx="613">
                  <c:v>39946</c:v>
                </c:pt>
                <c:pt idx="614">
                  <c:v>39947</c:v>
                </c:pt>
                <c:pt idx="615">
                  <c:v>39948</c:v>
                </c:pt>
                <c:pt idx="616">
                  <c:v>39951</c:v>
                </c:pt>
                <c:pt idx="617">
                  <c:v>39952</c:v>
                </c:pt>
                <c:pt idx="618">
                  <c:v>39953</c:v>
                </c:pt>
                <c:pt idx="619">
                  <c:v>39954</c:v>
                </c:pt>
                <c:pt idx="620">
                  <c:v>39955</c:v>
                </c:pt>
                <c:pt idx="621">
                  <c:v>39958</c:v>
                </c:pt>
                <c:pt idx="622">
                  <c:v>39959</c:v>
                </c:pt>
                <c:pt idx="623">
                  <c:v>39960</c:v>
                </c:pt>
                <c:pt idx="624">
                  <c:v>39961</c:v>
                </c:pt>
                <c:pt idx="625">
                  <c:v>39962</c:v>
                </c:pt>
                <c:pt idx="626">
                  <c:v>39965</c:v>
                </c:pt>
                <c:pt idx="627">
                  <c:v>39966</c:v>
                </c:pt>
                <c:pt idx="628">
                  <c:v>39967</c:v>
                </c:pt>
                <c:pt idx="629">
                  <c:v>39968</c:v>
                </c:pt>
                <c:pt idx="630">
                  <c:v>39969</c:v>
                </c:pt>
                <c:pt idx="631">
                  <c:v>39972</c:v>
                </c:pt>
                <c:pt idx="632">
                  <c:v>39973</c:v>
                </c:pt>
                <c:pt idx="633">
                  <c:v>39974</c:v>
                </c:pt>
                <c:pt idx="634">
                  <c:v>39975</c:v>
                </c:pt>
                <c:pt idx="635">
                  <c:v>39976</c:v>
                </c:pt>
                <c:pt idx="636">
                  <c:v>39979</c:v>
                </c:pt>
                <c:pt idx="637">
                  <c:v>39980</c:v>
                </c:pt>
                <c:pt idx="638">
                  <c:v>39981</c:v>
                </c:pt>
                <c:pt idx="639">
                  <c:v>39982</c:v>
                </c:pt>
                <c:pt idx="640">
                  <c:v>39983</c:v>
                </c:pt>
                <c:pt idx="641">
                  <c:v>39986</c:v>
                </c:pt>
                <c:pt idx="642">
                  <c:v>39987</c:v>
                </c:pt>
                <c:pt idx="643">
                  <c:v>39988</c:v>
                </c:pt>
                <c:pt idx="644">
                  <c:v>39989</c:v>
                </c:pt>
                <c:pt idx="645">
                  <c:v>39990</c:v>
                </c:pt>
                <c:pt idx="646">
                  <c:v>39993</c:v>
                </c:pt>
                <c:pt idx="647">
                  <c:v>39994</c:v>
                </c:pt>
                <c:pt idx="648">
                  <c:v>39995</c:v>
                </c:pt>
                <c:pt idx="649">
                  <c:v>39996</c:v>
                </c:pt>
                <c:pt idx="650">
                  <c:v>39997</c:v>
                </c:pt>
                <c:pt idx="651">
                  <c:v>40000</c:v>
                </c:pt>
                <c:pt idx="652">
                  <c:v>40001</c:v>
                </c:pt>
                <c:pt idx="653">
                  <c:v>40002</c:v>
                </c:pt>
                <c:pt idx="654">
                  <c:v>40003</c:v>
                </c:pt>
                <c:pt idx="655">
                  <c:v>40004</c:v>
                </c:pt>
                <c:pt idx="656">
                  <c:v>40007</c:v>
                </c:pt>
                <c:pt idx="657">
                  <c:v>40008</c:v>
                </c:pt>
                <c:pt idx="658">
                  <c:v>40009</c:v>
                </c:pt>
                <c:pt idx="659">
                  <c:v>40010</c:v>
                </c:pt>
                <c:pt idx="660">
                  <c:v>40011</c:v>
                </c:pt>
                <c:pt idx="661">
                  <c:v>40014</c:v>
                </c:pt>
                <c:pt idx="662">
                  <c:v>40015</c:v>
                </c:pt>
                <c:pt idx="663">
                  <c:v>40016</c:v>
                </c:pt>
                <c:pt idx="664">
                  <c:v>40017</c:v>
                </c:pt>
                <c:pt idx="665">
                  <c:v>40018</c:v>
                </c:pt>
                <c:pt idx="666">
                  <c:v>40021</c:v>
                </c:pt>
                <c:pt idx="667">
                  <c:v>40022</c:v>
                </c:pt>
                <c:pt idx="668">
                  <c:v>40023</c:v>
                </c:pt>
                <c:pt idx="669">
                  <c:v>40024</c:v>
                </c:pt>
                <c:pt idx="670">
                  <c:v>40025</c:v>
                </c:pt>
                <c:pt idx="671">
                  <c:v>40028</c:v>
                </c:pt>
                <c:pt idx="672">
                  <c:v>40029</c:v>
                </c:pt>
                <c:pt idx="673">
                  <c:v>40030</c:v>
                </c:pt>
                <c:pt idx="674">
                  <c:v>40031</c:v>
                </c:pt>
                <c:pt idx="675">
                  <c:v>40032</c:v>
                </c:pt>
                <c:pt idx="676">
                  <c:v>40035</c:v>
                </c:pt>
                <c:pt idx="677">
                  <c:v>40036</c:v>
                </c:pt>
                <c:pt idx="678">
                  <c:v>40037</c:v>
                </c:pt>
                <c:pt idx="679">
                  <c:v>40038</c:v>
                </c:pt>
                <c:pt idx="680">
                  <c:v>40039</c:v>
                </c:pt>
                <c:pt idx="681">
                  <c:v>40042</c:v>
                </c:pt>
                <c:pt idx="682">
                  <c:v>40043</c:v>
                </c:pt>
                <c:pt idx="683">
                  <c:v>40044</c:v>
                </c:pt>
                <c:pt idx="684">
                  <c:v>40045</c:v>
                </c:pt>
                <c:pt idx="685">
                  <c:v>40046</c:v>
                </c:pt>
                <c:pt idx="686">
                  <c:v>40049</c:v>
                </c:pt>
                <c:pt idx="687">
                  <c:v>40050</c:v>
                </c:pt>
                <c:pt idx="688">
                  <c:v>40051</c:v>
                </c:pt>
                <c:pt idx="689">
                  <c:v>40052</c:v>
                </c:pt>
                <c:pt idx="690">
                  <c:v>40053</c:v>
                </c:pt>
                <c:pt idx="691">
                  <c:v>40056</c:v>
                </c:pt>
                <c:pt idx="692">
                  <c:v>40057</c:v>
                </c:pt>
                <c:pt idx="693">
                  <c:v>40058</c:v>
                </c:pt>
                <c:pt idx="694">
                  <c:v>40059</c:v>
                </c:pt>
                <c:pt idx="695">
                  <c:v>40060</c:v>
                </c:pt>
                <c:pt idx="696">
                  <c:v>40063</c:v>
                </c:pt>
                <c:pt idx="697">
                  <c:v>40064</c:v>
                </c:pt>
                <c:pt idx="698">
                  <c:v>40065</c:v>
                </c:pt>
                <c:pt idx="699">
                  <c:v>40066</c:v>
                </c:pt>
                <c:pt idx="700">
                  <c:v>40067</c:v>
                </c:pt>
                <c:pt idx="701">
                  <c:v>40070</c:v>
                </c:pt>
                <c:pt idx="702">
                  <c:v>40071</c:v>
                </c:pt>
                <c:pt idx="703">
                  <c:v>40072</c:v>
                </c:pt>
                <c:pt idx="704">
                  <c:v>40073</c:v>
                </c:pt>
                <c:pt idx="705">
                  <c:v>40074</c:v>
                </c:pt>
                <c:pt idx="706">
                  <c:v>40077</c:v>
                </c:pt>
                <c:pt idx="707">
                  <c:v>40078</c:v>
                </c:pt>
                <c:pt idx="708">
                  <c:v>40079</c:v>
                </c:pt>
                <c:pt idx="709">
                  <c:v>40080</c:v>
                </c:pt>
                <c:pt idx="710">
                  <c:v>40081</c:v>
                </c:pt>
                <c:pt idx="711">
                  <c:v>40084</c:v>
                </c:pt>
                <c:pt idx="712">
                  <c:v>40085</c:v>
                </c:pt>
                <c:pt idx="713">
                  <c:v>40086</c:v>
                </c:pt>
                <c:pt idx="714">
                  <c:v>40087</c:v>
                </c:pt>
                <c:pt idx="715">
                  <c:v>40088</c:v>
                </c:pt>
                <c:pt idx="716">
                  <c:v>40091</c:v>
                </c:pt>
                <c:pt idx="717">
                  <c:v>40092</c:v>
                </c:pt>
                <c:pt idx="718">
                  <c:v>40093</c:v>
                </c:pt>
                <c:pt idx="719">
                  <c:v>40094</c:v>
                </c:pt>
                <c:pt idx="720">
                  <c:v>40095</c:v>
                </c:pt>
                <c:pt idx="721">
                  <c:v>40098</c:v>
                </c:pt>
                <c:pt idx="722">
                  <c:v>40099</c:v>
                </c:pt>
                <c:pt idx="723">
                  <c:v>40100</c:v>
                </c:pt>
                <c:pt idx="724">
                  <c:v>40101</c:v>
                </c:pt>
                <c:pt idx="725">
                  <c:v>40102</c:v>
                </c:pt>
                <c:pt idx="726">
                  <c:v>40105</c:v>
                </c:pt>
                <c:pt idx="727">
                  <c:v>40106</c:v>
                </c:pt>
                <c:pt idx="728">
                  <c:v>40107</c:v>
                </c:pt>
                <c:pt idx="729">
                  <c:v>40108</c:v>
                </c:pt>
                <c:pt idx="730">
                  <c:v>40109</c:v>
                </c:pt>
                <c:pt idx="731">
                  <c:v>40112</c:v>
                </c:pt>
                <c:pt idx="732">
                  <c:v>40113</c:v>
                </c:pt>
                <c:pt idx="733">
                  <c:v>40114</c:v>
                </c:pt>
                <c:pt idx="734">
                  <c:v>40115</c:v>
                </c:pt>
                <c:pt idx="735">
                  <c:v>40116</c:v>
                </c:pt>
                <c:pt idx="736">
                  <c:v>40119</c:v>
                </c:pt>
                <c:pt idx="737">
                  <c:v>40120</c:v>
                </c:pt>
                <c:pt idx="738">
                  <c:v>40121</c:v>
                </c:pt>
                <c:pt idx="739">
                  <c:v>40122</c:v>
                </c:pt>
                <c:pt idx="740">
                  <c:v>40123</c:v>
                </c:pt>
                <c:pt idx="741">
                  <c:v>40126</c:v>
                </c:pt>
                <c:pt idx="742">
                  <c:v>40127</c:v>
                </c:pt>
                <c:pt idx="743">
                  <c:v>40128</c:v>
                </c:pt>
                <c:pt idx="744">
                  <c:v>40129</c:v>
                </c:pt>
                <c:pt idx="745">
                  <c:v>40130</c:v>
                </c:pt>
                <c:pt idx="746">
                  <c:v>40133</c:v>
                </c:pt>
                <c:pt idx="747">
                  <c:v>40134</c:v>
                </c:pt>
                <c:pt idx="748">
                  <c:v>40135</c:v>
                </c:pt>
                <c:pt idx="749">
                  <c:v>40136</c:v>
                </c:pt>
                <c:pt idx="750">
                  <c:v>40137</c:v>
                </c:pt>
                <c:pt idx="751">
                  <c:v>40140</c:v>
                </c:pt>
                <c:pt idx="752">
                  <c:v>40141</c:v>
                </c:pt>
                <c:pt idx="753">
                  <c:v>40142</c:v>
                </c:pt>
                <c:pt idx="754">
                  <c:v>40143</c:v>
                </c:pt>
                <c:pt idx="755">
                  <c:v>40144</c:v>
                </c:pt>
              </c:numCache>
            </c:numRef>
          </c:cat>
          <c:val>
            <c:numRef>
              <c:f>'주가하락_목표달성_2008-10-13'!$C$2:$C$757</c:f>
              <c:numCache>
                <c:formatCode>General</c:formatCode>
                <c:ptCount val="756"/>
                <c:pt idx="0">
                  <c:v>0.32151212064419799</c:v>
                </c:pt>
                <c:pt idx="1">
                  <c:v>0.32151212064419799</c:v>
                </c:pt>
                <c:pt idx="2">
                  <c:v>0.32151212064419799</c:v>
                </c:pt>
                <c:pt idx="3">
                  <c:v>0.32151212064419799</c:v>
                </c:pt>
                <c:pt idx="4">
                  <c:v>0.37863199132061198</c:v>
                </c:pt>
                <c:pt idx="5">
                  <c:v>0.31014716601366099</c:v>
                </c:pt>
                <c:pt idx="6">
                  <c:v>0.31014716601366099</c:v>
                </c:pt>
                <c:pt idx="7">
                  <c:v>0.362841615277952</c:v>
                </c:pt>
                <c:pt idx="8">
                  <c:v>0.4920727068306</c:v>
                </c:pt>
                <c:pt idx="9">
                  <c:v>0.4920727068306</c:v>
                </c:pt>
                <c:pt idx="10">
                  <c:v>0.60157313372984</c:v>
                </c:pt>
                <c:pt idx="11">
                  <c:v>0.54774973267860505</c:v>
                </c:pt>
                <c:pt idx="12">
                  <c:v>0.54774973267860505</c:v>
                </c:pt>
                <c:pt idx="13">
                  <c:v>0.49482920949981901</c:v>
                </c:pt>
                <c:pt idx="14">
                  <c:v>0.49482920949981901</c:v>
                </c:pt>
                <c:pt idx="15">
                  <c:v>0.547165650991843</c:v>
                </c:pt>
                <c:pt idx="16">
                  <c:v>0.60937088832925701</c:v>
                </c:pt>
                <c:pt idx="17">
                  <c:v>0.60937088832925701</c:v>
                </c:pt>
                <c:pt idx="18">
                  <c:v>0.60937088832925701</c:v>
                </c:pt>
                <c:pt idx="19">
                  <c:v>0.60937088832925701</c:v>
                </c:pt>
                <c:pt idx="20">
                  <c:v>0.60937088832925701</c:v>
                </c:pt>
                <c:pt idx="21">
                  <c:v>0.60937088832925701</c:v>
                </c:pt>
                <c:pt idx="22">
                  <c:v>0.60937088832925701</c:v>
                </c:pt>
                <c:pt idx="23">
                  <c:v>0.60937088832925701</c:v>
                </c:pt>
                <c:pt idx="24">
                  <c:v>0.60937088832925701</c:v>
                </c:pt>
                <c:pt idx="25">
                  <c:v>0.60937088832925701</c:v>
                </c:pt>
                <c:pt idx="26">
                  <c:v>0.67527324594597105</c:v>
                </c:pt>
                <c:pt idx="27">
                  <c:v>0.67527324594597105</c:v>
                </c:pt>
                <c:pt idx="28">
                  <c:v>0.67527324594597105</c:v>
                </c:pt>
                <c:pt idx="29">
                  <c:v>0.67527324594597105</c:v>
                </c:pt>
                <c:pt idx="30">
                  <c:v>0.67527324594597105</c:v>
                </c:pt>
                <c:pt idx="31">
                  <c:v>0.67527324594597105</c:v>
                </c:pt>
                <c:pt idx="32">
                  <c:v>0.67527324594597105</c:v>
                </c:pt>
                <c:pt idx="33">
                  <c:v>0.61046612449567295</c:v>
                </c:pt>
                <c:pt idx="34">
                  <c:v>0.61046612449567295</c:v>
                </c:pt>
                <c:pt idx="35">
                  <c:v>0.66564235079151102</c:v>
                </c:pt>
                <c:pt idx="36">
                  <c:v>0.66564235079151102</c:v>
                </c:pt>
                <c:pt idx="37">
                  <c:v>0.73047554131732595</c:v>
                </c:pt>
                <c:pt idx="38">
                  <c:v>0.73047554131732595</c:v>
                </c:pt>
                <c:pt idx="39">
                  <c:v>0.78397893827510101</c:v>
                </c:pt>
                <c:pt idx="40">
                  <c:v>0.78397893827510101</c:v>
                </c:pt>
                <c:pt idx="41">
                  <c:v>0.78397893827510101</c:v>
                </c:pt>
                <c:pt idx="42">
                  <c:v>0.78397893827510101</c:v>
                </c:pt>
                <c:pt idx="43">
                  <c:v>0.78397893827510101</c:v>
                </c:pt>
                <c:pt idx="44">
                  <c:v>0.71011296194499296</c:v>
                </c:pt>
                <c:pt idx="45">
                  <c:v>0.71011296194499296</c:v>
                </c:pt>
                <c:pt idx="46">
                  <c:v>0.65286812579889097</c:v>
                </c:pt>
                <c:pt idx="47">
                  <c:v>0.72080245239537299</c:v>
                </c:pt>
                <c:pt idx="48">
                  <c:v>0.72080245239537299</c:v>
                </c:pt>
                <c:pt idx="49">
                  <c:v>0.72080245239537299</c:v>
                </c:pt>
                <c:pt idx="50">
                  <c:v>0.77747630891685304</c:v>
                </c:pt>
                <c:pt idx="51">
                  <c:v>0.77747630891685304</c:v>
                </c:pt>
                <c:pt idx="52">
                  <c:v>0.77747630891685304</c:v>
                </c:pt>
                <c:pt idx="53">
                  <c:v>0.77747630891685304</c:v>
                </c:pt>
                <c:pt idx="54">
                  <c:v>0.68250090333310398</c:v>
                </c:pt>
                <c:pt idx="55">
                  <c:v>0.68250090333310398</c:v>
                </c:pt>
                <c:pt idx="56">
                  <c:v>0.68250090333310398</c:v>
                </c:pt>
                <c:pt idx="57">
                  <c:v>0.68250090333310398</c:v>
                </c:pt>
                <c:pt idx="58">
                  <c:v>0.68250090333310398</c:v>
                </c:pt>
                <c:pt idx="59">
                  <c:v>0.76699619434785005</c:v>
                </c:pt>
                <c:pt idx="60">
                  <c:v>0.76699619434785005</c:v>
                </c:pt>
                <c:pt idx="61">
                  <c:v>0.76699619434785005</c:v>
                </c:pt>
                <c:pt idx="62">
                  <c:v>0.68537778342767097</c:v>
                </c:pt>
                <c:pt idx="63">
                  <c:v>0.60955253078532001</c:v>
                </c:pt>
                <c:pt idx="64">
                  <c:v>0.60955253078532001</c:v>
                </c:pt>
                <c:pt idx="65">
                  <c:v>0.60955253078532001</c:v>
                </c:pt>
                <c:pt idx="66">
                  <c:v>0.67892360557120601</c:v>
                </c:pt>
                <c:pt idx="67">
                  <c:v>0.67892360557120601</c:v>
                </c:pt>
                <c:pt idx="68">
                  <c:v>0.573373268959666</c:v>
                </c:pt>
                <c:pt idx="69">
                  <c:v>0.573373268959666</c:v>
                </c:pt>
                <c:pt idx="70">
                  <c:v>0.573373268959666</c:v>
                </c:pt>
                <c:pt idx="71">
                  <c:v>0.64827752472967304</c:v>
                </c:pt>
                <c:pt idx="72">
                  <c:v>0.64827752472967304</c:v>
                </c:pt>
                <c:pt idx="73">
                  <c:v>0.70369928365327095</c:v>
                </c:pt>
                <c:pt idx="74">
                  <c:v>0.78233369870467695</c:v>
                </c:pt>
                <c:pt idx="75">
                  <c:v>0.78233369870467695</c:v>
                </c:pt>
                <c:pt idx="76">
                  <c:v>0.78233369870467695</c:v>
                </c:pt>
                <c:pt idx="77">
                  <c:v>0.84746704950346796</c:v>
                </c:pt>
                <c:pt idx="78">
                  <c:v>0.84746704950346796</c:v>
                </c:pt>
                <c:pt idx="79">
                  <c:v>0.84746704950346796</c:v>
                </c:pt>
                <c:pt idx="80">
                  <c:v>0.84746704950346796</c:v>
                </c:pt>
                <c:pt idx="81">
                  <c:v>0.84746704950346796</c:v>
                </c:pt>
                <c:pt idx="82">
                  <c:v>0.84746704950346796</c:v>
                </c:pt>
                <c:pt idx="83">
                  <c:v>0.84746704950346796</c:v>
                </c:pt>
                <c:pt idx="84">
                  <c:v>0.90021448834058304</c:v>
                </c:pt>
                <c:pt idx="85">
                  <c:v>0.90021448834058304</c:v>
                </c:pt>
                <c:pt idx="86">
                  <c:v>0.68694125962492902</c:v>
                </c:pt>
                <c:pt idx="87">
                  <c:v>0.74755365921377104</c:v>
                </c:pt>
                <c:pt idx="88">
                  <c:v>0.74755365921377104</c:v>
                </c:pt>
                <c:pt idx="89">
                  <c:v>0.83553336647302601</c:v>
                </c:pt>
                <c:pt idx="90">
                  <c:v>0.83553336647302601</c:v>
                </c:pt>
                <c:pt idx="91">
                  <c:v>0.88556630602811004</c:v>
                </c:pt>
                <c:pt idx="92">
                  <c:v>0.88556630602811004</c:v>
                </c:pt>
                <c:pt idx="93">
                  <c:v>0.88556630602811004</c:v>
                </c:pt>
                <c:pt idx="94">
                  <c:v>0.88556630602811004</c:v>
                </c:pt>
                <c:pt idx="95">
                  <c:v>0.88556630602811004</c:v>
                </c:pt>
                <c:pt idx="96">
                  <c:v>0.88556630602811004</c:v>
                </c:pt>
                <c:pt idx="97">
                  <c:v>0.88556630602811004</c:v>
                </c:pt>
                <c:pt idx="98">
                  <c:v>0.88556630602811004</c:v>
                </c:pt>
                <c:pt idx="99">
                  <c:v>0.88556630602811004</c:v>
                </c:pt>
                <c:pt idx="100">
                  <c:v>0.88556630602811004</c:v>
                </c:pt>
                <c:pt idx="101">
                  <c:v>0.88556630602811004</c:v>
                </c:pt>
                <c:pt idx="102">
                  <c:v>0.88556630602811004</c:v>
                </c:pt>
                <c:pt idx="103">
                  <c:v>0.88556630602811004</c:v>
                </c:pt>
                <c:pt idx="104">
                  <c:v>0.88556630602811004</c:v>
                </c:pt>
                <c:pt idx="105">
                  <c:v>0.88556630602811004</c:v>
                </c:pt>
                <c:pt idx="106">
                  <c:v>0.88556630602811004</c:v>
                </c:pt>
                <c:pt idx="107">
                  <c:v>0.93914620203940702</c:v>
                </c:pt>
                <c:pt idx="108">
                  <c:v>0.93914620203940702</c:v>
                </c:pt>
                <c:pt idx="109">
                  <c:v>0.93914620203940702</c:v>
                </c:pt>
                <c:pt idx="110">
                  <c:v>0.93914620203940702</c:v>
                </c:pt>
                <c:pt idx="111">
                  <c:v>0.93914620203940702</c:v>
                </c:pt>
                <c:pt idx="112">
                  <c:v>0.93914620203940702</c:v>
                </c:pt>
                <c:pt idx="113">
                  <c:v>0.93914620203940702</c:v>
                </c:pt>
                <c:pt idx="114">
                  <c:v>0.93914620203940702</c:v>
                </c:pt>
                <c:pt idx="115">
                  <c:v>0.93914620203940702</c:v>
                </c:pt>
                <c:pt idx="116">
                  <c:v>0.93914620203940702</c:v>
                </c:pt>
                <c:pt idx="117">
                  <c:v>0.93914620203940702</c:v>
                </c:pt>
                <c:pt idx="118">
                  <c:v>0.93914620203940702</c:v>
                </c:pt>
                <c:pt idx="119">
                  <c:v>0.60621313664283505</c:v>
                </c:pt>
                <c:pt idx="120">
                  <c:v>0.60621313664283505</c:v>
                </c:pt>
                <c:pt idx="121">
                  <c:v>0.76829740258907897</c:v>
                </c:pt>
                <c:pt idx="122">
                  <c:v>0.76829740258907897</c:v>
                </c:pt>
                <c:pt idx="123">
                  <c:v>0.87569022580311195</c:v>
                </c:pt>
                <c:pt idx="124">
                  <c:v>0.87569022580311195</c:v>
                </c:pt>
                <c:pt idx="125">
                  <c:v>0.98668641752334796</c:v>
                </c:pt>
                <c:pt idx="126">
                  <c:v>0.42706441741376799</c:v>
                </c:pt>
                <c:pt idx="127">
                  <c:v>0.42706441741376799</c:v>
                </c:pt>
                <c:pt idx="128">
                  <c:v>0.358624497951124</c:v>
                </c:pt>
                <c:pt idx="129">
                  <c:v>0.358624497951124</c:v>
                </c:pt>
                <c:pt idx="130">
                  <c:v>0.267962880985884</c:v>
                </c:pt>
                <c:pt idx="131">
                  <c:v>0.267962880985884</c:v>
                </c:pt>
                <c:pt idx="132">
                  <c:v>0.267962880985884</c:v>
                </c:pt>
                <c:pt idx="133">
                  <c:v>0.267962880985884</c:v>
                </c:pt>
                <c:pt idx="134">
                  <c:v>0.267962880985884</c:v>
                </c:pt>
                <c:pt idx="135">
                  <c:v>0.21111170550647301</c:v>
                </c:pt>
                <c:pt idx="136">
                  <c:v>0.27035758584811298</c:v>
                </c:pt>
                <c:pt idx="137">
                  <c:v>0.27035758584811298</c:v>
                </c:pt>
                <c:pt idx="138">
                  <c:v>0.27035758584811298</c:v>
                </c:pt>
                <c:pt idx="139">
                  <c:v>0.27035758584811298</c:v>
                </c:pt>
                <c:pt idx="140">
                  <c:v>0.19406528877460999</c:v>
                </c:pt>
                <c:pt idx="141">
                  <c:v>0.19406528877460999</c:v>
                </c:pt>
                <c:pt idx="142">
                  <c:v>0.19406528877460999</c:v>
                </c:pt>
                <c:pt idx="143">
                  <c:v>0.19406528877460999</c:v>
                </c:pt>
                <c:pt idx="144">
                  <c:v>0.25148850114059002</c:v>
                </c:pt>
                <c:pt idx="145">
                  <c:v>0.25148850114059002</c:v>
                </c:pt>
                <c:pt idx="146">
                  <c:v>0.25148850114059002</c:v>
                </c:pt>
                <c:pt idx="147">
                  <c:v>0.25148850114059002</c:v>
                </c:pt>
                <c:pt idx="148">
                  <c:v>0.35093727946736902</c:v>
                </c:pt>
                <c:pt idx="149">
                  <c:v>0.35093727946736902</c:v>
                </c:pt>
                <c:pt idx="150">
                  <c:v>0.28320258311911001</c:v>
                </c:pt>
                <c:pt idx="151">
                  <c:v>0.28320258311911001</c:v>
                </c:pt>
                <c:pt idx="152">
                  <c:v>0.28320258311911001</c:v>
                </c:pt>
                <c:pt idx="153">
                  <c:v>0.28320258311911001</c:v>
                </c:pt>
                <c:pt idx="154">
                  <c:v>0.22252502948163899</c:v>
                </c:pt>
                <c:pt idx="155">
                  <c:v>0.27333734586779401</c:v>
                </c:pt>
                <c:pt idx="156">
                  <c:v>0.27333734586779401</c:v>
                </c:pt>
                <c:pt idx="157">
                  <c:v>0.27333734586779401</c:v>
                </c:pt>
                <c:pt idx="158">
                  <c:v>0.27333734586779401</c:v>
                </c:pt>
                <c:pt idx="159">
                  <c:v>0.27333734586779401</c:v>
                </c:pt>
                <c:pt idx="160">
                  <c:v>0.35373786558755299</c:v>
                </c:pt>
                <c:pt idx="161">
                  <c:v>0.30197516999215701</c:v>
                </c:pt>
                <c:pt idx="162">
                  <c:v>0.30197516999215701</c:v>
                </c:pt>
                <c:pt idx="163">
                  <c:v>0.30197516999215701</c:v>
                </c:pt>
                <c:pt idx="164">
                  <c:v>0.30197516999215701</c:v>
                </c:pt>
                <c:pt idx="165">
                  <c:v>0.30197516999215701</c:v>
                </c:pt>
                <c:pt idx="166">
                  <c:v>0.39081507495224499</c:v>
                </c:pt>
                <c:pt idx="167">
                  <c:v>0.39081507495224499</c:v>
                </c:pt>
                <c:pt idx="168">
                  <c:v>0.45937783718674102</c:v>
                </c:pt>
                <c:pt idx="169">
                  <c:v>0.45937783718674102</c:v>
                </c:pt>
                <c:pt idx="170">
                  <c:v>0.45937783718674102</c:v>
                </c:pt>
                <c:pt idx="171">
                  <c:v>0.45937783718674102</c:v>
                </c:pt>
                <c:pt idx="172">
                  <c:v>0.45937783718674102</c:v>
                </c:pt>
                <c:pt idx="173">
                  <c:v>0.45937783718674102</c:v>
                </c:pt>
                <c:pt idx="174">
                  <c:v>0.45937783718674102</c:v>
                </c:pt>
                <c:pt idx="175">
                  <c:v>0.56508787135415495</c:v>
                </c:pt>
                <c:pt idx="176">
                  <c:v>0.56508787135415495</c:v>
                </c:pt>
                <c:pt idx="177">
                  <c:v>0.56508787135415495</c:v>
                </c:pt>
                <c:pt idx="178">
                  <c:v>0.56508787135415495</c:v>
                </c:pt>
                <c:pt idx="179">
                  <c:v>0.617638126560208</c:v>
                </c:pt>
                <c:pt idx="180">
                  <c:v>0.617638126560208</c:v>
                </c:pt>
                <c:pt idx="181">
                  <c:v>0.617638126560208</c:v>
                </c:pt>
                <c:pt idx="182">
                  <c:v>0.73200557256701004</c:v>
                </c:pt>
                <c:pt idx="183">
                  <c:v>0.68145087344806399</c:v>
                </c:pt>
                <c:pt idx="184">
                  <c:v>0.76792115491055002</c:v>
                </c:pt>
                <c:pt idx="185">
                  <c:v>0.76792115491055002</c:v>
                </c:pt>
                <c:pt idx="186">
                  <c:v>0.76792115491055002</c:v>
                </c:pt>
                <c:pt idx="187">
                  <c:v>0.76792115491055002</c:v>
                </c:pt>
                <c:pt idx="188">
                  <c:v>0.76792115491055002</c:v>
                </c:pt>
                <c:pt idx="189">
                  <c:v>0.60829662084087099</c:v>
                </c:pt>
                <c:pt idx="190">
                  <c:v>0.60829662084087099</c:v>
                </c:pt>
                <c:pt idx="191">
                  <c:v>0.60829662084087099</c:v>
                </c:pt>
                <c:pt idx="192">
                  <c:v>0.60829662084087099</c:v>
                </c:pt>
                <c:pt idx="193">
                  <c:v>0.60829662084087099</c:v>
                </c:pt>
                <c:pt idx="194">
                  <c:v>0.69796930227419696</c:v>
                </c:pt>
                <c:pt idx="195">
                  <c:v>0.69796930227419696</c:v>
                </c:pt>
                <c:pt idx="196">
                  <c:v>0.69796930227419696</c:v>
                </c:pt>
                <c:pt idx="197">
                  <c:v>0.76552579158011402</c:v>
                </c:pt>
                <c:pt idx="198">
                  <c:v>0.76552579158011402</c:v>
                </c:pt>
                <c:pt idx="199">
                  <c:v>0.76552579158011402</c:v>
                </c:pt>
                <c:pt idx="200">
                  <c:v>0.82900004248082504</c:v>
                </c:pt>
                <c:pt idx="201">
                  <c:v>0.82900004248082504</c:v>
                </c:pt>
                <c:pt idx="202">
                  <c:v>0.89086133971570403</c:v>
                </c:pt>
                <c:pt idx="203">
                  <c:v>0.89086133971570403</c:v>
                </c:pt>
                <c:pt idx="204">
                  <c:v>0.89086133971570403</c:v>
                </c:pt>
                <c:pt idx="205">
                  <c:v>0.89086133971570403</c:v>
                </c:pt>
                <c:pt idx="206">
                  <c:v>0.89086133971570403</c:v>
                </c:pt>
                <c:pt idx="207">
                  <c:v>0.89086133971570403</c:v>
                </c:pt>
                <c:pt idx="208">
                  <c:v>0.89086133971570403</c:v>
                </c:pt>
                <c:pt idx="209">
                  <c:v>0.89086133971570403</c:v>
                </c:pt>
                <c:pt idx="210">
                  <c:v>0.79863332749529403</c:v>
                </c:pt>
                <c:pt idx="211">
                  <c:v>0.79863332749529403</c:v>
                </c:pt>
                <c:pt idx="212">
                  <c:v>0.86409801695622801</c:v>
                </c:pt>
                <c:pt idx="213">
                  <c:v>0.86409801695622801</c:v>
                </c:pt>
                <c:pt idx="214">
                  <c:v>0.86409801695622801</c:v>
                </c:pt>
                <c:pt idx="215">
                  <c:v>0.86409801695622801</c:v>
                </c:pt>
                <c:pt idx="216">
                  <c:v>0.86409801695622801</c:v>
                </c:pt>
                <c:pt idx="217">
                  <c:v>0.86409801695622801</c:v>
                </c:pt>
                <c:pt idx="218">
                  <c:v>0.86409801695622801</c:v>
                </c:pt>
                <c:pt idx="219">
                  <c:v>0.86409801695622801</c:v>
                </c:pt>
                <c:pt idx="220">
                  <c:v>0.86409801695622801</c:v>
                </c:pt>
                <c:pt idx="221">
                  <c:v>0.86409801695622801</c:v>
                </c:pt>
                <c:pt idx="222">
                  <c:v>0.86409801695622801</c:v>
                </c:pt>
                <c:pt idx="223">
                  <c:v>0.86409801695622801</c:v>
                </c:pt>
                <c:pt idx="224">
                  <c:v>0.86409801695622801</c:v>
                </c:pt>
                <c:pt idx="225">
                  <c:v>0.86409801695622801</c:v>
                </c:pt>
                <c:pt idx="226">
                  <c:v>0.86409801695622801</c:v>
                </c:pt>
                <c:pt idx="227">
                  <c:v>0.86409801695622801</c:v>
                </c:pt>
                <c:pt idx="228">
                  <c:v>0.86409801695622801</c:v>
                </c:pt>
                <c:pt idx="229">
                  <c:v>0.86409801695622801</c:v>
                </c:pt>
                <c:pt idx="230">
                  <c:v>0.86409801695622801</c:v>
                </c:pt>
                <c:pt idx="231">
                  <c:v>0.86409801695622801</c:v>
                </c:pt>
                <c:pt idx="232">
                  <c:v>0.86409801695622801</c:v>
                </c:pt>
                <c:pt idx="233">
                  <c:v>0.86409801695622801</c:v>
                </c:pt>
                <c:pt idx="234">
                  <c:v>0.86409801695622801</c:v>
                </c:pt>
                <c:pt idx="235">
                  <c:v>0.92344313568393199</c:v>
                </c:pt>
                <c:pt idx="236">
                  <c:v>0.92344313568393199</c:v>
                </c:pt>
                <c:pt idx="237">
                  <c:v>0.92344313568393199</c:v>
                </c:pt>
                <c:pt idx="238">
                  <c:v>0.92344313568393199</c:v>
                </c:pt>
                <c:pt idx="239">
                  <c:v>0.92344313568393199</c:v>
                </c:pt>
                <c:pt idx="240">
                  <c:v>0.92344313568393199</c:v>
                </c:pt>
                <c:pt idx="241">
                  <c:v>0.92344313568393199</c:v>
                </c:pt>
                <c:pt idx="242">
                  <c:v>0.92344313568393199</c:v>
                </c:pt>
                <c:pt idx="243">
                  <c:v>0.92344313568393199</c:v>
                </c:pt>
                <c:pt idx="244">
                  <c:v>0.92344313568393199</c:v>
                </c:pt>
                <c:pt idx="245">
                  <c:v>0.92344313568393199</c:v>
                </c:pt>
                <c:pt idx="246">
                  <c:v>0.92344313568393199</c:v>
                </c:pt>
                <c:pt idx="247">
                  <c:v>0.92344313568393199</c:v>
                </c:pt>
                <c:pt idx="248">
                  <c:v>0.92344313568393199</c:v>
                </c:pt>
                <c:pt idx="249">
                  <c:v>0.92344313568393199</c:v>
                </c:pt>
                <c:pt idx="250">
                  <c:v>0.92344313568393199</c:v>
                </c:pt>
                <c:pt idx="251">
                  <c:v>0.92344313568393199</c:v>
                </c:pt>
                <c:pt idx="252">
                  <c:v>0.41888734279550899</c:v>
                </c:pt>
                <c:pt idx="253">
                  <c:v>0.41888734279550899</c:v>
                </c:pt>
                <c:pt idx="254">
                  <c:v>0.41888734279550899</c:v>
                </c:pt>
                <c:pt idx="255">
                  <c:v>0.41888734279550899</c:v>
                </c:pt>
                <c:pt idx="256">
                  <c:v>0.41888734279550899</c:v>
                </c:pt>
                <c:pt idx="257">
                  <c:v>0.41888734279550899</c:v>
                </c:pt>
                <c:pt idx="258">
                  <c:v>0.48984156889863101</c:v>
                </c:pt>
                <c:pt idx="259">
                  <c:v>0.48984156889863101</c:v>
                </c:pt>
                <c:pt idx="260">
                  <c:v>0.54398828863507698</c:v>
                </c:pt>
                <c:pt idx="261">
                  <c:v>0.61191753422400896</c:v>
                </c:pt>
                <c:pt idx="262">
                  <c:v>0.61191753422400896</c:v>
                </c:pt>
                <c:pt idx="263">
                  <c:v>0.61191753422400896</c:v>
                </c:pt>
                <c:pt idx="264">
                  <c:v>0.61191753422400896</c:v>
                </c:pt>
                <c:pt idx="265">
                  <c:v>0.61191753422400896</c:v>
                </c:pt>
                <c:pt idx="266">
                  <c:v>0.61191753422400896</c:v>
                </c:pt>
                <c:pt idx="267">
                  <c:v>0.67083449952666496</c:v>
                </c:pt>
                <c:pt idx="268">
                  <c:v>0.72102923392740703</c:v>
                </c:pt>
                <c:pt idx="269">
                  <c:v>0.471588989415202</c:v>
                </c:pt>
                <c:pt idx="270">
                  <c:v>0.471588989415202</c:v>
                </c:pt>
                <c:pt idx="271">
                  <c:v>0.471588989415202</c:v>
                </c:pt>
                <c:pt idx="272">
                  <c:v>0.471588989415202</c:v>
                </c:pt>
                <c:pt idx="273">
                  <c:v>0.471588989415202</c:v>
                </c:pt>
                <c:pt idx="274">
                  <c:v>0.40327822431216998</c:v>
                </c:pt>
                <c:pt idx="275">
                  <c:v>0.40327822431216998</c:v>
                </c:pt>
                <c:pt idx="276">
                  <c:v>0.47686975524304698</c:v>
                </c:pt>
                <c:pt idx="277">
                  <c:v>0.47686975524304698</c:v>
                </c:pt>
                <c:pt idx="278">
                  <c:v>0.401170639938563</c:v>
                </c:pt>
                <c:pt idx="279">
                  <c:v>0.401170639938563</c:v>
                </c:pt>
                <c:pt idx="280">
                  <c:v>0.401170639938563</c:v>
                </c:pt>
                <c:pt idx="281">
                  <c:v>0.401170639938563</c:v>
                </c:pt>
                <c:pt idx="282">
                  <c:v>0.401170639938563</c:v>
                </c:pt>
                <c:pt idx="283">
                  <c:v>0.401170639938563</c:v>
                </c:pt>
                <c:pt idx="284">
                  <c:v>0.401170639938563</c:v>
                </c:pt>
                <c:pt idx="285">
                  <c:v>0.401170639938563</c:v>
                </c:pt>
                <c:pt idx="286">
                  <c:v>0.401170639938563</c:v>
                </c:pt>
                <c:pt idx="287">
                  <c:v>0.401170639938563</c:v>
                </c:pt>
                <c:pt idx="288">
                  <c:v>0.401170639938563</c:v>
                </c:pt>
                <c:pt idx="289">
                  <c:v>0.401170639938563</c:v>
                </c:pt>
                <c:pt idx="290">
                  <c:v>0.401170639938563</c:v>
                </c:pt>
                <c:pt idx="291">
                  <c:v>0.401170639938563</c:v>
                </c:pt>
                <c:pt idx="292">
                  <c:v>0.46236094333538402</c:v>
                </c:pt>
                <c:pt idx="293">
                  <c:v>0.53298318451757598</c:v>
                </c:pt>
                <c:pt idx="294">
                  <c:v>0.53298318451757598</c:v>
                </c:pt>
                <c:pt idx="295">
                  <c:v>0.61020608263944998</c:v>
                </c:pt>
                <c:pt idx="296">
                  <c:v>0.61020608263944998</c:v>
                </c:pt>
                <c:pt idx="297">
                  <c:v>0.69023691769856199</c:v>
                </c:pt>
                <c:pt idx="298">
                  <c:v>0.49561578306246101</c:v>
                </c:pt>
                <c:pt idx="299">
                  <c:v>0.49561578306246101</c:v>
                </c:pt>
                <c:pt idx="300">
                  <c:v>0.49561578306246101</c:v>
                </c:pt>
                <c:pt idx="301">
                  <c:v>0.61589852114392196</c:v>
                </c:pt>
                <c:pt idx="302">
                  <c:v>0.61589852114392196</c:v>
                </c:pt>
                <c:pt idx="303">
                  <c:v>0.54304143617836698</c:v>
                </c:pt>
                <c:pt idx="304">
                  <c:v>0.54304143617836698</c:v>
                </c:pt>
                <c:pt idx="305">
                  <c:v>0.54304143617836698</c:v>
                </c:pt>
                <c:pt idx="306">
                  <c:v>0.54304143617836698</c:v>
                </c:pt>
                <c:pt idx="307">
                  <c:v>0.54304143617836698</c:v>
                </c:pt>
                <c:pt idx="308">
                  <c:v>0.54304143617836698</c:v>
                </c:pt>
                <c:pt idx="309">
                  <c:v>0.54304143617836698</c:v>
                </c:pt>
                <c:pt idx="310">
                  <c:v>0.54304143617836698</c:v>
                </c:pt>
                <c:pt idx="311">
                  <c:v>0.54304143617836698</c:v>
                </c:pt>
                <c:pt idx="312">
                  <c:v>0.54304143617836698</c:v>
                </c:pt>
                <c:pt idx="313">
                  <c:v>0.54304143617836698</c:v>
                </c:pt>
                <c:pt idx="314">
                  <c:v>0.54304143617836698</c:v>
                </c:pt>
                <c:pt idx="315">
                  <c:v>0.40822935641157898</c:v>
                </c:pt>
                <c:pt idx="316">
                  <c:v>0.40822935641157898</c:v>
                </c:pt>
                <c:pt idx="317">
                  <c:v>0.40822935641157898</c:v>
                </c:pt>
                <c:pt idx="318">
                  <c:v>0.40822935641157898</c:v>
                </c:pt>
                <c:pt idx="319">
                  <c:v>0.40822935641157898</c:v>
                </c:pt>
                <c:pt idx="320">
                  <c:v>0.40822935641157898</c:v>
                </c:pt>
                <c:pt idx="321">
                  <c:v>0.30608219678418602</c:v>
                </c:pt>
                <c:pt idx="322">
                  <c:v>0.30608219678418602</c:v>
                </c:pt>
                <c:pt idx="323">
                  <c:v>0.30608219678418602</c:v>
                </c:pt>
                <c:pt idx="324">
                  <c:v>0.30608219678418602</c:v>
                </c:pt>
                <c:pt idx="325">
                  <c:v>0.30608219678418602</c:v>
                </c:pt>
                <c:pt idx="326">
                  <c:v>0.30608219678418602</c:v>
                </c:pt>
                <c:pt idx="327">
                  <c:v>0.35648728349431302</c:v>
                </c:pt>
                <c:pt idx="328">
                  <c:v>0.35648728349431302</c:v>
                </c:pt>
                <c:pt idx="329">
                  <c:v>0.29013744577476003</c:v>
                </c:pt>
                <c:pt idx="330">
                  <c:v>0.20423981154586501</c:v>
                </c:pt>
                <c:pt idx="331">
                  <c:v>0.20423981154586501</c:v>
                </c:pt>
                <c:pt idx="332">
                  <c:v>0.28546779522155102</c:v>
                </c:pt>
                <c:pt idx="333">
                  <c:v>0.28546779522155102</c:v>
                </c:pt>
                <c:pt idx="334">
                  <c:v>0.28546779522155102</c:v>
                </c:pt>
                <c:pt idx="335">
                  <c:v>0.28546779522155102</c:v>
                </c:pt>
                <c:pt idx="336">
                  <c:v>0.166793875806067</c:v>
                </c:pt>
                <c:pt idx="337">
                  <c:v>0.166793875806067</c:v>
                </c:pt>
                <c:pt idx="338">
                  <c:v>0.166793875806067</c:v>
                </c:pt>
                <c:pt idx="339">
                  <c:v>0.166793875806067</c:v>
                </c:pt>
                <c:pt idx="340">
                  <c:v>0.23888906484539801</c:v>
                </c:pt>
                <c:pt idx="341">
                  <c:v>0.373129502996212</c:v>
                </c:pt>
                <c:pt idx="342">
                  <c:v>0.373129502996212</c:v>
                </c:pt>
                <c:pt idx="343">
                  <c:v>0.373129502996212</c:v>
                </c:pt>
                <c:pt idx="344">
                  <c:v>0.373129502996212</c:v>
                </c:pt>
                <c:pt idx="345">
                  <c:v>0.24876090897272601</c:v>
                </c:pt>
                <c:pt idx="346">
                  <c:v>0.24876090897272601</c:v>
                </c:pt>
                <c:pt idx="347">
                  <c:v>0.24876090897272601</c:v>
                </c:pt>
                <c:pt idx="348">
                  <c:v>0.24876090897272601</c:v>
                </c:pt>
                <c:pt idx="349">
                  <c:v>0.15263256627894101</c:v>
                </c:pt>
                <c:pt idx="350">
                  <c:v>0.15263256627894101</c:v>
                </c:pt>
                <c:pt idx="351">
                  <c:v>0.15263256627894101</c:v>
                </c:pt>
                <c:pt idx="352">
                  <c:v>0.15263256627894101</c:v>
                </c:pt>
                <c:pt idx="353">
                  <c:v>7.6673607299229105E-2</c:v>
                </c:pt>
                <c:pt idx="354">
                  <c:v>7.6673607299229105E-2</c:v>
                </c:pt>
                <c:pt idx="355">
                  <c:v>7.6673607299229105E-2</c:v>
                </c:pt>
                <c:pt idx="356">
                  <c:v>7.6673607299229105E-2</c:v>
                </c:pt>
                <c:pt idx="357">
                  <c:v>7.6673607299229105E-2</c:v>
                </c:pt>
                <c:pt idx="358">
                  <c:v>7.6673607299229105E-2</c:v>
                </c:pt>
                <c:pt idx="359">
                  <c:v>7.6673607299229105E-2</c:v>
                </c:pt>
                <c:pt idx="360">
                  <c:v>7.6673607299229105E-2</c:v>
                </c:pt>
                <c:pt idx="361">
                  <c:v>7.6673607299229105E-2</c:v>
                </c:pt>
                <c:pt idx="362">
                  <c:v>2.26110226613719E-2</c:v>
                </c:pt>
                <c:pt idx="363">
                  <c:v>2.26110226613719E-2</c:v>
                </c:pt>
                <c:pt idx="364">
                  <c:v>2.26110226613719E-2</c:v>
                </c:pt>
                <c:pt idx="365">
                  <c:v>2.26110226613719E-2</c:v>
                </c:pt>
                <c:pt idx="366">
                  <c:v>2.26110226613719E-2</c:v>
                </c:pt>
                <c:pt idx="367">
                  <c:v>2.26110226613719E-2</c:v>
                </c:pt>
                <c:pt idx="368">
                  <c:v>2.26110226613719E-2</c:v>
                </c:pt>
                <c:pt idx="369">
                  <c:v>2.26110226613719E-2</c:v>
                </c:pt>
                <c:pt idx="370">
                  <c:v>2.26110226613719E-2</c:v>
                </c:pt>
                <c:pt idx="371">
                  <c:v>2.26110226613719E-2</c:v>
                </c:pt>
                <c:pt idx="372">
                  <c:v>2.26110226613719E-2</c:v>
                </c:pt>
                <c:pt idx="373">
                  <c:v>2.26110226613719E-2</c:v>
                </c:pt>
                <c:pt idx="374">
                  <c:v>2.26110226613719E-2</c:v>
                </c:pt>
                <c:pt idx="375">
                  <c:v>2.26110226613719E-2</c:v>
                </c:pt>
                <c:pt idx="376">
                  <c:v>2.26110226613719E-2</c:v>
                </c:pt>
                <c:pt idx="377">
                  <c:v>2.26110226613719E-2</c:v>
                </c:pt>
                <c:pt idx="378">
                  <c:v>0.42651890004243098</c:v>
                </c:pt>
                <c:pt idx="379">
                  <c:v>0.42651890004243098</c:v>
                </c:pt>
                <c:pt idx="380">
                  <c:v>0.42651890004243098</c:v>
                </c:pt>
                <c:pt idx="381">
                  <c:v>0.42651890004243098</c:v>
                </c:pt>
                <c:pt idx="382">
                  <c:v>0.48618368320810701</c:v>
                </c:pt>
                <c:pt idx="383">
                  <c:v>0.48618368320810701</c:v>
                </c:pt>
                <c:pt idx="384">
                  <c:v>0.48618368320810701</c:v>
                </c:pt>
                <c:pt idx="385">
                  <c:v>0.57730422437062301</c:v>
                </c:pt>
                <c:pt idx="386">
                  <c:v>0.65077489837540103</c:v>
                </c:pt>
                <c:pt idx="387">
                  <c:v>0.65077489837540103</c:v>
                </c:pt>
                <c:pt idx="388">
                  <c:v>0.725351659652958</c:v>
                </c:pt>
                <c:pt idx="389">
                  <c:v>0.60885273832113196</c:v>
                </c:pt>
                <c:pt idx="390">
                  <c:v>0.69022433902718106</c:v>
                </c:pt>
                <c:pt idx="391">
                  <c:v>0.69022433902718106</c:v>
                </c:pt>
                <c:pt idx="392">
                  <c:v>0.69022433902718106</c:v>
                </c:pt>
                <c:pt idx="393">
                  <c:v>0.74157871111016804</c:v>
                </c:pt>
                <c:pt idx="394">
                  <c:v>0.74157871111016804</c:v>
                </c:pt>
                <c:pt idx="395">
                  <c:v>0.67240939021648505</c:v>
                </c:pt>
                <c:pt idx="396">
                  <c:v>0.67240939021648505</c:v>
                </c:pt>
                <c:pt idx="397">
                  <c:v>0.74974043277567703</c:v>
                </c:pt>
                <c:pt idx="398">
                  <c:v>0.74974043277567703</c:v>
                </c:pt>
                <c:pt idx="399">
                  <c:v>0.74974043277567703</c:v>
                </c:pt>
                <c:pt idx="400">
                  <c:v>0.74974043277567703</c:v>
                </c:pt>
                <c:pt idx="401">
                  <c:v>0.62764460150161006</c:v>
                </c:pt>
                <c:pt idx="402">
                  <c:v>0.62764460150161006</c:v>
                </c:pt>
                <c:pt idx="403">
                  <c:v>0.62764460150161006</c:v>
                </c:pt>
                <c:pt idx="404">
                  <c:v>0.62764460150161006</c:v>
                </c:pt>
                <c:pt idx="405">
                  <c:v>0.62764460150161006</c:v>
                </c:pt>
                <c:pt idx="406">
                  <c:v>0.62764460150161006</c:v>
                </c:pt>
                <c:pt idx="407">
                  <c:v>0.72680394302499696</c:v>
                </c:pt>
                <c:pt idx="408">
                  <c:v>0.72680394302499696</c:v>
                </c:pt>
                <c:pt idx="409">
                  <c:v>0.72680394302499696</c:v>
                </c:pt>
                <c:pt idx="410">
                  <c:v>0.78344375667456101</c:v>
                </c:pt>
                <c:pt idx="411">
                  <c:v>0.84041911200797903</c:v>
                </c:pt>
                <c:pt idx="412">
                  <c:v>0.84041911200797903</c:v>
                </c:pt>
                <c:pt idx="413">
                  <c:v>0.70428399555765897</c:v>
                </c:pt>
                <c:pt idx="414">
                  <c:v>0.70428399555765897</c:v>
                </c:pt>
                <c:pt idx="415">
                  <c:v>0.70428399555765897</c:v>
                </c:pt>
                <c:pt idx="416">
                  <c:v>0.63515425492787903</c:v>
                </c:pt>
                <c:pt idx="417">
                  <c:v>0.63515425492787903</c:v>
                </c:pt>
                <c:pt idx="418">
                  <c:v>0.63515425492787903</c:v>
                </c:pt>
                <c:pt idx="419">
                  <c:v>0.63515425492787903</c:v>
                </c:pt>
                <c:pt idx="420">
                  <c:v>0.63515425492787903</c:v>
                </c:pt>
                <c:pt idx="421">
                  <c:v>0.63515425492787903</c:v>
                </c:pt>
                <c:pt idx="422">
                  <c:v>0.74390834184090804</c:v>
                </c:pt>
                <c:pt idx="423">
                  <c:v>0.74390834184090804</c:v>
                </c:pt>
                <c:pt idx="424">
                  <c:v>0.74390834184090804</c:v>
                </c:pt>
                <c:pt idx="425">
                  <c:v>0.82041065811789804</c:v>
                </c:pt>
                <c:pt idx="426">
                  <c:v>0.82041065811789804</c:v>
                </c:pt>
                <c:pt idx="427">
                  <c:v>0.82041065811789804</c:v>
                </c:pt>
                <c:pt idx="428">
                  <c:v>0.88039321389187697</c:v>
                </c:pt>
                <c:pt idx="429">
                  <c:v>0.88039321389187697</c:v>
                </c:pt>
                <c:pt idx="430">
                  <c:v>0.88039321389187697</c:v>
                </c:pt>
                <c:pt idx="431">
                  <c:v>0.81932150703353201</c:v>
                </c:pt>
                <c:pt idx="432">
                  <c:v>0.81932150703353201</c:v>
                </c:pt>
                <c:pt idx="433">
                  <c:v>0.81932150703353201</c:v>
                </c:pt>
                <c:pt idx="434">
                  <c:v>0.81932150703353201</c:v>
                </c:pt>
                <c:pt idx="435">
                  <c:v>0.81932150703353201</c:v>
                </c:pt>
                <c:pt idx="436">
                  <c:v>0.71140707764188904</c:v>
                </c:pt>
                <c:pt idx="437">
                  <c:v>0.76416860346401705</c:v>
                </c:pt>
                <c:pt idx="438">
                  <c:v>0.68940799428751498</c:v>
                </c:pt>
                <c:pt idx="439">
                  <c:v>0.68940799428751498</c:v>
                </c:pt>
                <c:pt idx="440">
                  <c:v>0.68940799428751498</c:v>
                </c:pt>
                <c:pt idx="441">
                  <c:v>0.68940799428751498</c:v>
                </c:pt>
                <c:pt idx="442">
                  <c:v>0.74465818308100495</c:v>
                </c:pt>
                <c:pt idx="443">
                  <c:v>0.66218809816827995</c:v>
                </c:pt>
                <c:pt idx="444">
                  <c:v>0.66218809816827995</c:v>
                </c:pt>
                <c:pt idx="445">
                  <c:v>0.66218809816827995</c:v>
                </c:pt>
                <c:pt idx="446">
                  <c:v>0.66218809816827995</c:v>
                </c:pt>
                <c:pt idx="447">
                  <c:v>0.66218809816827995</c:v>
                </c:pt>
                <c:pt idx="448">
                  <c:v>0.66218809816827995</c:v>
                </c:pt>
                <c:pt idx="449">
                  <c:v>0.66218809816827995</c:v>
                </c:pt>
                <c:pt idx="450">
                  <c:v>0.66218809816827995</c:v>
                </c:pt>
                <c:pt idx="451">
                  <c:v>0.66218809816827995</c:v>
                </c:pt>
                <c:pt idx="452">
                  <c:v>0.72116110356787499</c:v>
                </c:pt>
                <c:pt idx="453">
                  <c:v>0.72116110356787499</c:v>
                </c:pt>
                <c:pt idx="454">
                  <c:v>0.72116110356787499</c:v>
                </c:pt>
                <c:pt idx="455">
                  <c:v>0.77918330467081798</c:v>
                </c:pt>
                <c:pt idx="456">
                  <c:v>0.77918330467081798</c:v>
                </c:pt>
                <c:pt idx="457">
                  <c:v>0.84223670450459898</c:v>
                </c:pt>
                <c:pt idx="458">
                  <c:v>0.78259722054233305</c:v>
                </c:pt>
                <c:pt idx="459">
                  <c:v>0.78259722054233305</c:v>
                </c:pt>
                <c:pt idx="460">
                  <c:v>0.78259722054233305</c:v>
                </c:pt>
                <c:pt idx="461">
                  <c:v>0.78259722054233305</c:v>
                </c:pt>
                <c:pt idx="462">
                  <c:v>0.78259722054233305</c:v>
                </c:pt>
                <c:pt idx="463">
                  <c:v>0.78259722054233305</c:v>
                </c:pt>
                <c:pt idx="464">
                  <c:v>0.78259722054233305</c:v>
                </c:pt>
                <c:pt idx="465">
                  <c:v>0.78259722054233305</c:v>
                </c:pt>
                <c:pt idx="466">
                  <c:v>0.78259722054233305</c:v>
                </c:pt>
                <c:pt idx="467">
                  <c:v>0.78259722054233305</c:v>
                </c:pt>
                <c:pt idx="468">
                  <c:v>0.72245830269348899</c:v>
                </c:pt>
                <c:pt idx="469">
                  <c:v>0.72245830269348899</c:v>
                </c:pt>
                <c:pt idx="470">
                  <c:v>0.65785222673266197</c:v>
                </c:pt>
                <c:pt idx="471">
                  <c:v>0.65785222673266197</c:v>
                </c:pt>
                <c:pt idx="472">
                  <c:v>0.65785222673266197</c:v>
                </c:pt>
                <c:pt idx="473">
                  <c:v>0.65785222673266197</c:v>
                </c:pt>
                <c:pt idx="474">
                  <c:v>0.65785222673266197</c:v>
                </c:pt>
                <c:pt idx="475">
                  <c:v>0.65785222673266197</c:v>
                </c:pt>
                <c:pt idx="476">
                  <c:v>0.65785222673266197</c:v>
                </c:pt>
                <c:pt idx="477">
                  <c:v>0.65785222673266197</c:v>
                </c:pt>
                <c:pt idx="478">
                  <c:v>0.65785222673266197</c:v>
                </c:pt>
                <c:pt idx="479">
                  <c:v>0.65785222673266197</c:v>
                </c:pt>
                <c:pt idx="480">
                  <c:v>0.65785222673266197</c:v>
                </c:pt>
                <c:pt idx="481">
                  <c:v>0.65785222673266197</c:v>
                </c:pt>
                <c:pt idx="482">
                  <c:v>0.65785222673266197</c:v>
                </c:pt>
                <c:pt idx="483">
                  <c:v>0.65785222673266197</c:v>
                </c:pt>
                <c:pt idx="484">
                  <c:v>0.65785222673266197</c:v>
                </c:pt>
                <c:pt idx="485">
                  <c:v>0.65785222673266197</c:v>
                </c:pt>
                <c:pt idx="486">
                  <c:v>0.65785222673266197</c:v>
                </c:pt>
                <c:pt idx="487">
                  <c:v>0.65785222673266197</c:v>
                </c:pt>
                <c:pt idx="488">
                  <c:v>0.65785222673266197</c:v>
                </c:pt>
                <c:pt idx="489">
                  <c:v>0.65785222673266197</c:v>
                </c:pt>
                <c:pt idx="490">
                  <c:v>0.65785222673266197</c:v>
                </c:pt>
                <c:pt idx="491">
                  <c:v>0.60633262419445</c:v>
                </c:pt>
                <c:pt idx="492">
                  <c:v>0.60633262419445</c:v>
                </c:pt>
                <c:pt idx="493">
                  <c:v>0.60633262419445</c:v>
                </c:pt>
                <c:pt idx="494">
                  <c:v>0.60633262419445</c:v>
                </c:pt>
                <c:pt idx="495">
                  <c:v>0.60633262419445</c:v>
                </c:pt>
                <c:pt idx="496">
                  <c:v>0.60633262419445</c:v>
                </c:pt>
                <c:pt idx="497">
                  <c:v>0.60633262419445</c:v>
                </c:pt>
                <c:pt idx="498">
                  <c:v>0.60633262419445</c:v>
                </c:pt>
                <c:pt idx="499">
                  <c:v>0.60633262419445</c:v>
                </c:pt>
                <c:pt idx="500">
                  <c:v>0.60633262419445</c:v>
                </c:pt>
                <c:pt idx="501">
                  <c:v>0.60633262419445</c:v>
                </c:pt>
                <c:pt idx="502">
                  <c:v>0.60633262419445</c:v>
                </c:pt>
                <c:pt idx="503">
                  <c:v>0.60633262419445</c:v>
                </c:pt>
                <c:pt idx="504">
                  <c:v>0.33067712887277101</c:v>
                </c:pt>
                <c:pt idx="505">
                  <c:v>0.33067712887277101</c:v>
                </c:pt>
                <c:pt idx="506">
                  <c:v>0.33067712887277101</c:v>
                </c:pt>
                <c:pt idx="507">
                  <c:v>0.33067712887277101</c:v>
                </c:pt>
                <c:pt idx="508">
                  <c:v>0.33067712887277101</c:v>
                </c:pt>
                <c:pt idx="509">
                  <c:v>0.24239935202388499</c:v>
                </c:pt>
                <c:pt idx="510">
                  <c:v>0.24239935202388499</c:v>
                </c:pt>
                <c:pt idx="511">
                  <c:v>0.24239935202388499</c:v>
                </c:pt>
                <c:pt idx="512">
                  <c:v>0.24239935202388499</c:v>
                </c:pt>
                <c:pt idx="513">
                  <c:v>0.33125218568606002</c:v>
                </c:pt>
                <c:pt idx="514">
                  <c:v>0.33125218568606002</c:v>
                </c:pt>
                <c:pt idx="515">
                  <c:v>0.33125218568606002</c:v>
                </c:pt>
                <c:pt idx="516">
                  <c:v>0.33125218568606002</c:v>
                </c:pt>
                <c:pt idx="517">
                  <c:v>0.33125218568606002</c:v>
                </c:pt>
                <c:pt idx="518">
                  <c:v>0.33125218568606002</c:v>
                </c:pt>
                <c:pt idx="519">
                  <c:v>0.33125218568606002</c:v>
                </c:pt>
                <c:pt idx="520">
                  <c:v>0.33125218568606002</c:v>
                </c:pt>
                <c:pt idx="521">
                  <c:v>0.33125218568606002</c:v>
                </c:pt>
                <c:pt idx="522">
                  <c:v>0.33125218568606002</c:v>
                </c:pt>
                <c:pt idx="523">
                  <c:v>0.33125218568606002</c:v>
                </c:pt>
                <c:pt idx="524">
                  <c:v>0.259201913905936</c:v>
                </c:pt>
                <c:pt idx="525">
                  <c:v>0.259201913905936</c:v>
                </c:pt>
                <c:pt idx="526">
                  <c:v>0.33689793195991402</c:v>
                </c:pt>
                <c:pt idx="527">
                  <c:v>0.33689793195991402</c:v>
                </c:pt>
                <c:pt idx="528">
                  <c:v>0.33689793195991402</c:v>
                </c:pt>
                <c:pt idx="529">
                  <c:v>0.33689793195991402</c:v>
                </c:pt>
                <c:pt idx="530">
                  <c:v>0.33689793195991402</c:v>
                </c:pt>
                <c:pt idx="531">
                  <c:v>0.26463849647633902</c:v>
                </c:pt>
                <c:pt idx="532">
                  <c:v>0.26463849647633902</c:v>
                </c:pt>
                <c:pt idx="533">
                  <c:v>0.26463849647633902</c:v>
                </c:pt>
                <c:pt idx="534">
                  <c:v>0.26463849647633902</c:v>
                </c:pt>
                <c:pt idx="535">
                  <c:v>0.33866918283682201</c:v>
                </c:pt>
                <c:pt idx="536">
                  <c:v>0.33866918283682201</c:v>
                </c:pt>
                <c:pt idx="537">
                  <c:v>0.33866918283682201</c:v>
                </c:pt>
                <c:pt idx="538">
                  <c:v>0.247984106799152</c:v>
                </c:pt>
                <c:pt idx="539">
                  <c:v>0.247984106799152</c:v>
                </c:pt>
                <c:pt idx="540">
                  <c:v>0.19637525836914399</c:v>
                </c:pt>
                <c:pt idx="541">
                  <c:v>0.19637525836914399</c:v>
                </c:pt>
                <c:pt idx="542">
                  <c:v>0.19637525836914399</c:v>
                </c:pt>
                <c:pt idx="543">
                  <c:v>0.19637525836914399</c:v>
                </c:pt>
                <c:pt idx="544">
                  <c:v>0.19637525836914399</c:v>
                </c:pt>
                <c:pt idx="545">
                  <c:v>0.19637525836914399</c:v>
                </c:pt>
                <c:pt idx="546">
                  <c:v>0.19637525836914399</c:v>
                </c:pt>
                <c:pt idx="547">
                  <c:v>0.19637525836914399</c:v>
                </c:pt>
                <c:pt idx="548">
                  <c:v>0.19637525836914399</c:v>
                </c:pt>
                <c:pt idx="549">
                  <c:v>0.19637525836914399</c:v>
                </c:pt>
                <c:pt idx="550">
                  <c:v>0.19637525836914399</c:v>
                </c:pt>
                <c:pt idx="551">
                  <c:v>0.19637525836914399</c:v>
                </c:pt>
                <c:pt idx="552">
                  <c:v>0.19637525836914399</c:v>
                </c:pt>
                <c:pt idx="553">
                  <c:v>0.19637525836914399</c:v>
                </c:pt>
                <c:pt idx="554">
                  <c:v>0.19637525836914399</c:v>
                </c:pt>
                <c:pt idx="555">
                  <c:v>0.256575914254068</c:v>
                </c:pt>
                <c:pt idx="556">
                  <c:v>0.192419259036052</c:v>
                </c:pt>
                <c:pt idx="557">
                  <c:v>0.192419259036052</c:v>
                </c:pt>
                <c:pt idx="558">
                  <c:v>0.192419259036052</c:v>
                </c:pt>
                <c:pt idx="559">
                  <c:v>0.192419259036052</c:v>
                </c:pt>
                <c:pt idx="560">
                  <c:v>0.192419259036052</c:v>
                </c:pt>
                <c:pt idx="561">
                  <c:v>0.192419259036052</c:v>
                </c:pt>
                <c:pt idx="562">
                  <c:v>0.192419259036052</c:v>
                </c:pt>
                <c:pt idx="563">
                  <c:v>0.192419259036052</c:v>
                </c:pt>
                <c:pt idx="564">
                  <c:v>0.192419259036052</c:v>
                </c:pt>
                <c:pt idx="565">
                  <c:v>0.192419259036052</c:v>
                </c:pt>
                <c:pt idx="566">
                  <c:v>0.192419259036052</c:v>
                </c:pt>
                <c:pt idx="567">
                  <c:v>0.192419259036052</c:v>
                </c:pt>
                <c:pt idx="568">
                  <c:v>0.192419259036052</c:v>
                </c:pt>
                <c:pt idx="569">
                  <c:v>0.192419259036052</c:v>
                </c:pt>
                <c:pt idx="570">
                  <c:v>0.12462527709294199</c:v>
                </c:pt>
                <c:pt idx="571">
                  <c:v>0.12462527709294199</c:v>
                </c:pt>
                <c:pt idx="572">
                  <c:v>0.12462527709294199</c:v>
                </c:pt>
                <c:pt idx="573">
                  <c:v>0.12462527709294199</c:v>
                </c:pt>
                <c:pt idx="574">
                  <c:v>0.12462527709294199</c:v>
                </c:pt>
                <c:pt idx="575">
                  <c:v>0.12462527709294199</c:v>
                </c:pt>
                <c:pt idx="576">
                  <c:v>6.08781132976427E-2</c:v>
                </c:pt>
                <c:pt idx="577">
                  <c:v>6.08781132976427E-2</c:v>
                </c:pt>
                <c:pt idx="578">
                  <c:v>6.08781132976427E-2</c:v>
                </c:pt>
                <c:pt idx="579">
                  <c:v>6.08781132976427E-2</c:v>
                </c:pt>
                <c:pt idx="580">
                  <c:v>6.08781132976427E-2</c:v>
                </c:pt>
                <c:pt idx="581">
                  <c:v>6.08781132976427E-2</c:v>
                </c:pt>
                <c:pt idx="582">
                  <c:v>6.08781132976427E-2</c:v>
                </c:pt>
                <c:pt idx="583">
                  <c:v>6.08781132976427E-2</c:v>
                </c:pt>
                <c:pt idx="584">
                  <c:v>9.1194228905492596E-3</c:v>
                </c:pt>
                <c:pt idx="585">
                  <c:v>9.1194228905492596E-3</c:v>
                </c:pt>
                <c:pt idx="586">
                  <c:v>9.1194228905492596E-3</c:v>
                </c:pt>
                <c:pt idx="587">
                  <c:v>9.1194228905492596E-3</c:v>
                </c:pt>
                <c:pt idx="588">
                  <c:v>9.1194228905492596E-3</c:v>
                </c:pt>
                <c:pt idx="589">
                  <c:v>9.1194228905492596E-3</c:v>
                </c:pt>
                <c:pt idx="590">
                  <c:v>9.1194228905492596E-3</c:v>
                </c:pt>
                <c:pt idx="591">
                  <c:v>9.1194228905492596E-3</c:v>
                </c:pt>
                <c:pt idx="592">
                  <c:v>9.1194228905492596E-3</c:v>
                </c:pt>
                <c:pt idx="593">
                  <c:v>9.1194228905492596E-3</c:v>
                </c:pt>
                <c:pt idx="594">
                  <c:v>9.1194228905492596E-3</c:v>
                </c:pt>
                <c:pt idx="595">
                  <c:v>9.1194228905492596E-3</c:v>
                </c:pt>
                <c:pt idx="596">
                  <c:v>9.1194228905492596E-3</c:v>
                </c:pt>
                <c:pt idx="597">
                  <c:v>9.1194228905492596E-3</c:v>
                </c:pt>
                <c:pt idx="598">
                  <c:v>9.1194228905492596E-3</c:v>
                </c:pt>
                <c:pt idx="599">
                  <c:v>9.1194228905492596E-3</c:v>
                </c:pt>
                <c:pt idx="600">
                  <c:v>9.1194228905492596E-3</c:v>
                </c:pt>
                <c:pt idx="601">
                  <c:v>9.1194228905492596E-3</c:v>
                </c:pt>
                <c:pt idx="602">
                  <c:v>9.1194228905492596E-3</c:v>
                </c:pt>
                <c:pt idx="603">
                  <c:v>9.1194228905492596E-3</c:v>
                </c:pt>
                <c:pt idx="604">
                  <c:v>9.1194228905492596E-3</c:v>
                </c:pt>
                <c:pt idx="605">
                  <c:v>9.1194228905492596E-3</c:v>
                </c:pt>
                <c:pt idx="606">
                  <c:v>9.1194228905492596E-3</c:v>
                </c:pt>
                <c:pt idx="607">
                  <c:v>9.1194228905492596E-3</c:v>
                </c:pt>
                <c:pt idx="608">
                  <c:v>9.1194228905492596E-3</c:v>
                </c:pt>
                <c:pt idx="609">
                  <c:v>9.1194228905492596E-3</c:v>
                </c:pt>
                <c:pt idx="610">
                  <c:v>9.1194228905492596E-3</c:v>
                </c:pt>
                <c:pt idx="611">
                  <c:v>9.1194228905492596E-3</c:v>
                </c:pt>
                <c:pt idx="612">
                  <c:v>9.1194228905492596E-3</c:v>
                </c:pt>
                <c:pt idx="613">
                  <c:v>9.1194228905492596E-3</c:v>
                </c:pt>
                <c:pt idx="614">
                  <c:v>9.1194228905492596E-3</c:v>
                </c:pt>
                <c:pt idx="615">
                  <c:v>9.1194228905492596E-3</c:v>
                </c:pt>
                <c:pt idx="616">
                  <c:v>9.1194228905492596E-3</c:v>
                </c:pt>
                <c:pt idx="617">
                  <c:v>9.1194228905492596E-3</c:v>
                </c:pt>
                <c:pt idx="618">
                  <c:v>9.1194228905492596E-3</c:v>
                </c:pt>
                <c:pt idx="619">
                  <c:v>9.1194228905492596E-3</c:v>
                </c:pt>
                <c:pt idx="620">
                  <c:v>9.1194228905492596E-3</c:v>
                </c:pt>
                <c:pt idx="621">
                  <c:v>9.1194228905492596E-3</c:v>
                </c:pt>
                <c:pt idx="622">
                  <c:v>9.1194228905492596E-3</c:v>
                </c:pt>
                <c:pt idx="623">
                  <c:v>9.1194228905492596E-3</c:v>
                </c:pt>
                <c:pt idx="624">
                  <c:v>9.1194228905492596E-3</c:v>
                </c:pt>
                <c:pt idx="625">
                  <c:v>9.1194228905492596E-3</c:v>
                </c:pt>
                <c:pt idx="626">
                  <c:v>9.1194228905492596E-3</c:v>
                </c:pt>
                <c:pt idx="627">
                  <c:v>9.1194228905492596E-3</c:v>
                </c:pt>
                <c:pt idx="628">
                  <c:v>9.1194228905492596E-3</c:v>
                </c:pt>
                <c:pt idx="629">
                  <c:v>9.1194228905492596E-3</c:v>
                </c:pt>
                <c:pt idx="630">
                  <c:v>0.38012758547787401</c:v>
                </c:pt>
                <c:pt idx="631">
                  <c:v>0.38012758547787401</c:v>
                </c:pt>
                <c:pt idx="632">
                  <c:v>0.44372579647292698</c:v>
                </c:pt>
                <c:pt idx="633">
                  <c:v>0.44372579647292698</c:v>
                </c:pt>
                <c:pt idx="634">
                  <c:v>0.44372579647292698</c:v>
                </c:pt>
                <c:pt idx="635">
                  <c:v>0.44372579647292698</c:v>
                </c:pt>
                <c:pt idx="636">
                  <c:v>0.44372579647292698</c:v>
                </c:pt>
                <c:pt idx="637">
                  <c:v>0.44372579647292698</c:v>
                </c:pt>
                <c:pt idx="638">
                  <c:v>0.44372579647292698</c:v>
                </c:pt>
                <c:pt idx="639">
                  <c:v>0.44372579647292698</c:v>
                </c:pt>
                <c:pt idx="640">
                  <c:v>0.44372579647292698</c:v>
                </c:pt>
                <c:pt idx="641">
                  <c:v>0.44372579647292698</c:v>
                </c:pt>
                <c:pt idx="642">
                  <c:v>0.44372579647292698</c:v>
                </c:pt>
                <c:pt idx="643">
                  <c:v>0.44372579647292698</c:v>
                </c:pt>
                <c:pt idx="644">
                  <c:v>0.44372579647292698</c:v>
                </c:pt>
                <c:pt idx="645">
                  <c:v>0.44372579647292698</c:v>
                </c:pt>
                <c:pt idx="646">
                  <c:v>0.44372579647292698</c:v>
                </c:pt>
                <c:pt idx="647">
                  <c:v>0.44372579647292698</c:v>
                </c:pt>
                <c:pt idx="648">
                  <c:v>0.44372579647292698</c:v>
                </c:pt>
                <c:pt idx="649">
                  <c:v>0.35697904891443399</c:v>
                </c:pt>
                <c:pt idx="650">
                  <c:v>0.35697904891443399</c:v>
                </c:pt>
                <c:pt idx="651">
                  <c:v>0.35697904891443399</c:v>
                </c:pt>
                <c:pt idx="652">
                  <c:v>0.28946592105188801</c:v>
                </c:pt>
                <c:pt idx="653">
                  <c:v>0.28946592105188801</c:v>
                </c:pt>
                <c:pt idx="654">
                  <c:v>0.28946592105188801</c:v>
                </c:pt>
                <c:pt idx="655">
                  <c:v>0.28946592105188801</c:v>
                </c:pt>
                <c:pt idx="656">
                  <c:v>0.39297755175134402</c:v>
                </c:pt>
                <c:pt idx="657">
                  <c:v>0.34277652811573101</c:v>
                </c:pt>
                <c:pt idx="658">
                  <c:v>0.28593823250218597</c:v>
                </c:pt>
                <c:pt idx="659">
                  <c:v>0.28593823250218597</c:v>
                </c:pt>
                <c:pt idx="660">
                  <c:v>0.28593823250218597</c:v>
                </c:pt>
                <c:pt idx="661">
                  <c:v>0.2060289363824</c:v>
                </c:pt>
                <c:pt idx="662">
                  <c:v>0.2060289363824</c:v>
                </c:pt>
                <c:pt idx="663">
                  <c:v>0.2060289363824</c:v>
                </c:pt>
                <c:pt idx="664">
                  <c:v>0.2060289363824</c:v>
                </c:pt>
                <c:pt idx="665">
                  <c:v>0.2060289363824</c:v>
                </c:pt>
                <c:pt idx="666">
                  <c:v>0.2060289363824</c:v>
                </c:pt>
                <c:pt idx="667">
                  <c:v>0.2060289363824</c:v>
                </c:pt>
                <c:pt idx="668">
                  <c:v>0.15393871769630399</c:v>
                </c:pt>
                <c:pt idx="669">
                  <c:v>0.15393871769630399</c:v>
                </c:pt>
                <c:pt idx="670">
                  <c:v>0.15393871769630399</c:v>
                </c:pt>
                <c:pt idx="671">
                  <c:v>0.15393871769630399</c:v>
                </c:pt>
                <c:pt idx="672">
                  <c:v>0.15393871769630399</c:v>
                </c:pt>
                <c:pt idx="673">
                  <c:v>0.15393871769630399</c:v>
                </c:pt>
                <c:pt idx="674">
                  <c:v>0.15393871769630399</c:v>
                </c:pt>
                <c:pt idx="675">
                  <c:v>0.15393871769630399</c:v>
                </c:pt>
                <c:pt idx="676">
                  <c:v>0.15393871769630399</c:v>
                </c:pt>
                <c:pt idx="677">
                  <c:v>0.15393871769630399</c:v>
                </c:pt>
                <c:pt idx="678">
                  <c:v>9.7505975311548698E-2</c:v>
                </c:pt>
                <c:pt idx="679">
                  <c:v>9.7505975311548698E-2</c:v>
                </c:pt>
                <c:pt idx="680">
                  <c:v>9.7505975311548698E-2</c:v>
                </c:pt>
                <c:pt idx="681">
                  <c:v>9.7505975311548698E-2</c:v>
                </c:pt>
                <c:pt idx="682">
                  <c:v>9.7505975311548698E-2</c:v>
                </c:pt>
                <c:pt idx="683">
                  <c:v>9.7505975311548698E-2</c:v>
                </c:pt>
                <c:pt idx="684">
                  <c:v>9.7505975311548698E-2</c:v>
                </c:pt>
                <c:pt idx="685">
                  <c:v>9.7505975311548698E-2</c:v>
                </c:pt>
                <c:pt idx="686">
                  <c:v>4.0015417922393E-2</c:v>
                </c:pt>
                <c:pt idx="687">
                  <c:v>4.0015417922393E-2</c:v>
                </c:pt>
                <c:pt idx="688">
                  <c:v>4.0015417922393E-2</c:v>
                </c:pt>
                <c:pt idx="689">
                  <c:v>4.0015417922393E-2</c:v>
                </c:pt>
                <c:pt idx="690">
                  <c:v>4.0015417922393E-2</c:v>
                </c:pt>
                <c:pt idx="691">
                  <c:v>4.0015417922393E-2</c:v>
                </c:pt>
                <c:pt idx="692">
                  <c:v>4.0015417922393E-2</c:v>
                </c:pt>
                <c:pt idx="693">
                  <c:v>4.0015417922393E-2</c:v>
                </c:pt>
                <c:pt idx="694">
                  <c:v>4.0015417922393E-2</c:v>
                </c:pt>
                <c:pt idx="695">
                  <c:v>4.0015417922393E-2</c:v>
                </c:pt>
                <c:pt idx="696">
                  <c:v>4.0015417922393E-2</c:v>
                </c:pt>
                <c:pt idx="697">
                  <c:v>4.0015417922393E-2</c:v>
                </c:pt>
                <c:pt idx="698">
                  <c:v>4.0015417922393E-2</c:v>
                </c:pt>
                <c:pt idx="699">
                  <c:v>4.0015417922393E-2</c:v>
                </c:pt>
                <c:pt idx="700">
                  <c:v>4.0015417922393E-2</c:v>
                </c:pt>
                <c:pt idx="701">
                  <c:v>4.0015417922393E-2</c:v>
                </c:pt>
                <c:pt idx="702">
                  <c:v>4.0015417922393E-2</c:v>
                </c:pt>
                <c:pt idx="703">
                  <c:v>4.0015417922393E-2</c:v>
                </c:pt>
                <c:pt idx="704">
                  <c:v>4.0015417922393E-2</c:v>
                </c:pt>
                <c:pt idx="705">
                  <c:v>4.0015417922393E-2</c:v>
                </c:pt>
                <c:pt idx="706">
                  <c:v>4.0015417922393E-2</c:v>
                </c:pt>
                <c:pt idx="707">
                  <c:v>4.0015417922393E-2</c:v>
                </c:pt>
                <c:pt idx="708">
                  <c:v>4.0015417922393E-2</c:v>
                </c:pt>
                <c:pt idx="709">
                  <c:v>4.0015417922393E-2</c:v>
                </c:pt>
                <c:pt idx="710">
                  <c:v>4.0015417922393E-2</c:v>
                </c:pt>
                <c:pt idx="711">
                  <c:v>4.0015417922393E-2</c:v>
                </c:pt>
                <c:pt idx="712">
                  <c:v>4.0015417922393E-2</c:v>
                </c:pt>
                <c:pt idx="713">
                  <c:v>4.0015417922393E-2</c:v>
                </c:pt>
                <c:pt idx="714">
                  <c:v>4.0015417922393E-2</c:v>
                </c:pt>
                <c:pt idx="715">
                  <c:v>4.0015417922393E-2</c:v>
                </c:pt>
                <c:pt idx="716">
                  <c:v>4.0015417922393E-2</c:v>
                </c:pt>
                <c:pt idx="717">
                  <c:v>4.0015417922393E-2</c:v>
                </c:pt>
                <c:pt idx="718">
                  <c:v>4.0015417922393E-2</c:v>
                </c:pt>
                <c:pt idx="719">
                  <c:v>4.0015417922393E-2</c:v>
                </c:pt>
                <c:pt idx="720">
                  <c:v>4.0015417922393E-2</c:v>
                </c:pt>
                <c:pt idx="721">
                  <c:v>4.0015417922393E-2</c:v>
                </c:pt>
                <c:pt idx="722">
                  <c:v>4.0015417922393E-2</c:v>
                </c:pt>
                <c:pt idx="723">
                  <c:v>4.0015417922393E-2</c:v>
                </c:pt>
                <c:pt idx="724">
                  <c:v>4.0015417922393E-2</c:v>
                </c:pt>
                <c:pt idx="725">
                  <c:v>4.0015417922393E-2</c:v>
                </c:pt>
                <c:pt idx="726">
                  <c:v>4.0015417922393E-2</c:v>
                </c:pt>
                <c:pt idx="727">
                  <c:v>4.0015417922393E-2</c:v>
                </c:pt>
                <c:pt idx="728">
                  <c:v>4.0015417922393E-2</c:v>
                </c:pt>
                <c:pt idx="729">
                  <c:v>4.0015417922393E-2</c:v>
                </c:pt>
                <c:pt idx="730">
                  <c:v>4.0015417922393E-2</c:v>
                </c:pt>
                <c:pt idx="731">
                  <c:v>4.0015417922393E-2</c:v>
                </c:pt>
                <c:pt idx="732">
                  <c:v>4.0015417922393E-2</c:v>
                </c:pt>
                <c:pt idx="733">
                  <c:v>4.0015417922393E-2</c:v>
                </c:pt>
                <c:pt idx="734">
                  <c:v>4.0015417922393E-2</c:v>
                </c:pt>
                <c:pt idx="735">
                  <c:v>4.0015417922393E-2</c:v>
                </c:pt>
                <c:pt idx="736">
                  <c:v>4.0015417922393E-2</c:v>
                </c:pt>
                <c:pt idx="737">
                  <c:v>4.0015417922393E-2</c:v>
                </c:pt>
                <c:pt idx="738">
                  <c:v>4.0015417922393E-2</c:v>
                </c:pt>
                <c:pt idx="739">
                  <c:v>4.0015417922393E-2</c:v>
                </c:pt>
                <c:pt idx="740">
                  <c:v>4.0015417922393E-2</c:v>
                </c:pt>
                <c:pt idx="741">
                  <c:v>4.0015417922393E-2</c:v>
                </c:pt>
                <c:pt idx="742">
                  <c:v>4.0015417922393E-2</c:v>
                </c:pt>
                <c:pt idx="743">
                  <c:v>4.0015417922393E-2</c:v>
                </c:pt>
                <c:pt idx="744">
                  <c:v>4.0015417922393E-2</c:v>
                </c:pt>
                <c:pt idx="745">
                  <c:v>4.0015417922393E-2</c:v>
                </c:pt>
                <c:pt idx="746">
                  <c:v>4.0015417922393E-2</c:v>
                </c:pt>
                <c:pt idx="747">
                  <c:v>4.0015417922393E-2</c:v>
                </c:pt>
                <c:pt idx="748">
                  <c:v>4.0015417922393E-2</c:v>
                </c:pt>
                <c:pt idx="749">
                  <c:v>4.0015417922393E-2</c:v>
                </c:pt>
                <c:pt idx="750">
                  <c:v>4.0015417922393E-2</c:v>
                </c:pt>
                <c:pt idx="751">
                  <c:v>4.0015417922393E-2</c:v>
                </c:pt>
                <c:pt idx="752">
                  <c:v>4.0015417922393E-2</c:v>
                </c:pt>
                <c:pt idx="753">
                  <c:v>4.0015417922393E-2</c:v>
                </c:pt>
                <c:pt idx="754">
                  <c:v>4.0015417922393E-2</c:v>
                </c:pt>
                <c:pt idx="755">
                  <c:v>4.0015417922393E-2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C-4B1A-A822-E2CB50367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76"/>
        <c:axId val="1118833871"/>
        <c:axId val="1118834351"/>
      </c:barChart>
      <c:lineChart>
        <c:grouping val="standard"/>
        <c:varyColors val="0"/>
        <c:ser>
          <c:idx val="2"/>
          <c:order val="2"/>
          <c:tx>
            <c:v>운용성과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'주가하락_목표달성_2008-10-13'!$A$2:$A$757</c:f>
              <c:numCache>
                <c:formatCode>m/d/yyyy</c:formatCode>
                <c:ptCount val="756"/>
                <c:pt idx="0">
                  <c:v>39087</c:v>
                </c:pt>
                <c:pt idx="1">
                  <c:v>39090</c:v>
                </c:pt>
                <c:pt idx="2">
                  <c:v>39091</c:v>
                </c:pt>
                <c:pt idx="3">
                  <c:v>39092</c:v>
                </c:pt>
                <c:pt idx="4">
                  <c:v>39093</c:v>
                </c:pt>
                <c:pt idx="5">
                  <c:v>39094</c:v>
                </c:pt>
                <c:pt idx="6">
                  <c:v>39097</c:v>
                </c:pt>
                <c:pt idx="7">
                  <c:v>39098</c:v>
                </c:pt>
                <c:pt idx="8">
                  <c:v>39099</c:v>
                </c:pt>
                <c:pt idx="9">
                  <c:v>39100</c:v>
                </c:pt>
                <c:pt idx="10">
                  <c:v>39101</c:v>
                </c:pt>
                <c:pt idx="11">
                  <c:v>39104</c:v>
                </c:pt>
                <c:pt idx="12">
                  <c:v>39105</c:v>
                </c:pt>
                <c:pt idx="13">
                  <c:v>39106</c:v>
                </c:pt>
                <c:pt idx="14">
                  <c:v>39107</c:v>
                </c:pt>
                <c:pt idx="15">
                  <c:v>39108</c:v>
                </c:pt>
                <c:pt idx="16">
                  <c:v>39111</c:v>
                </c:pt>
                <c:pt idx="17">
                  <c:v>39112</c:v>
                </c:pt>
                <c:pt idx="18">
                  <c:v>39113</c:v>
                </c:pt>
                <c:pt idx="19">
                  <c:v>39114</c:v>
                </c:pt>
                <c:pt idx="20">
                  <c:v>39115</c:v>
                </c:pt>
                <c:pt idx="21">
                  <c:v>39118</c:v>
                </c:pt>
                <c:pt idx="22">
                  <c:v>39119</c:v>
                </c:pt>
                <c:pt idx="23">
                  <c:v>39120</c:v>
                </c:pt>
                <c:pt idx="24">
                  <c:v>39121</c:v>
                </c:pt>
                <c:pt idx="25">
                  <c:v>39122</c:v>
                </c:pt>
                <c:pt idx="26">
                  <c:v>39125</c:v>
                </c:pt>
                <c:pt idx="27">
                  <c:v>39126</c:v>
                </c:pt>
                <c:pt idx="28">
                  <c:v>39127</c:v>
                </c:pt>
                <c:pt idx="29">
                  <c:v>39128</c:v>
                </c:pt>
                <c:pt idx="30">
                  <c:v>39129</c:v>
                </c:pt>
                <c:pt idx="31">
                  <c:v>39132</c:v>
                </c:pt>
                <c:pt idx="32">
                  <c:v>39133</c:v>
                </c:pt>
                <c:pt idx="33">
                  <c:v>39134</c:v>
                </c:pt>
                <c:pt idx="34">
                  <c:v>39135</c:v>
                </c:pt>
                <c:pt idx="35">
                  <c:v>39136</c:v>
                </c:pt>
                <c:pt idx="36">
                  <c:v>39139</c:v>
                </c:pt>
                <c:pt idx="37">
                  <c:v>39140</c:v>
                </c:pt>
                <c:pt idx="38">
                  <c:v>39141</c:v>
                </c:pt>
                <c:pt idx="39">
                  <c:v>39142</c:v>
                </c:pt>
                <c:pt idx="40">
                  <c:v>39143</c:v>
                </c:pt>
                <c:pt idx="41">
                  <c:v>39146</c:v>
                </c:pt>
                <c:pt idx="42">
                  <c:v>39147</c:v>
                </c:pt>
                <c:pt idx="43">
                  <c:v>39148</c:v>
                </c:pt>
                <c:pt idx="44">
                  <c:v>39149</c:v>
                </c:pt>
                <c:pt idx="45">
                  <c:v>39150</c:v>
                </c:pt>
                <c:pt idx="46">
                  <c:v>39153</c:v>
                </c:pt>
                <c:pt idx="47">
                  <c:v>39154</c:v>
                </c:pt>
                <c:pt idx="48">
                  <c:v>39155</c:v>
                </c:pt>
                <c:pt idx="49">
                  <c:v>39156</c:v>
                </c:pt>
                <c:pt idx="50">
                  <c:v>39157</c:v>
                </c:pt>
                <c:pt idx="51">
                  <c:v>39160</c:v>
                </c:pt>
                <c:pt idx="52">
                  <c:v>39161</c:v>
                </c:pt>
                <c:pt idx="53">
                  <c:v>39162</c:v>
                </c:pt>
                <c:pt idx="54">
                  <c:v>39163</c:v>
                </c:pt>
                <c:pt idx="55">
                  <c:v>39164</c:v>
                </c:pt>
                <c:pt idx="56">
                  <c:v>39167</c:v>
                </c:pt>
                <c:pt idx="57">
                  <c:v>39168</c:v>
                </c:pt>
                <c:pt idx="58">
                  <c:v>39169</c:v>
                </c:pt>
                <c:pt idx="59">
                  <c:v>39170</c:v>
                </c:pt>
                <c:pt idx="60">
                  <c:v>39171</c:v>
                </c:pt>
                <c:pt idx="61">
                  <c:v>39174</c:v>
                </c:pt>
                <c:pt idx="62">
                  <c:v>39175</c:v>
                </c:pt>
                <c:pt idx="63">
                  <c:v>39176</c:v>
                </c:pt>
                <c:pt idx="64">
                  <c:v>39177</c:v>
                </c:pt>
                <c:pt idx="65">
                  <c:v>39178</c:v>
                </c:pt>
                <c:pt idx="66">
                  <c:v>39181</c:v>
                </c:pt>
                <c:pt idx="67">
                  <c:v>39182</c:v>
                </c:pt>
                <c:pt idx="68">
                  <c:v>39183</c:v>
                </c:pt>
                <c:pt idx="69">
                  <c:v>39184</c:v>
                </c:pt>
                <c:pt idx="70">
                  <c:v>39185</c:v>
                </c:pt>
                <c:pt idx="71">
                  <c:v>39188</c:v>
                </c:pt>
                <c:pt idx="72">
                  <c:v>39189</c:v>
                </c:pt>
                <c:pt idx="73">
                  <c:v>39190</c:v>
                </c:pt>
                <c:pt idx="74">
                  <c:v>39191</c:v>
                </c:pt>
                <c:pt idx="75">
                  <c:v>39192</c:v>
                </c:pt>
                <c:pt idx="76">
                  <c:v>39195</c:v>
                </c:pt>
                <c:pt idx="77">
                  <c:v>39196</c:v>
                </c:pt>
                <c:pt idx="78">
                  <c:v>39197</c:v>
                </c:pt>
                <c:pt idx="79">
                  <c:v>39198</c:v>
                </c:pt>
                <c:pt idx="80">
                  <c:v>39199</c:v>
                </c:pt>
                <c:pt idx="81">
                  <c:v>39202</c:v>
                </c:pt>
                <c:pt idx="82">
                  <c:v>39203</c:v>
                </c:pt>
                <c:pt idx="83">
                  <c:v>39204</c:v>
                </c:pt>
                <c:pt idx="84">
                  <c:v>39205</c:v>
                </c:pt>
                <c:pt idx="85">
                  <c:v>39206</c:v>
                </c:pt>
                <c:pt idx="86">
                  <c:v>39209</c:v>
                </c:pt>
                <c:pt idx="87">
                  <c:v>39210</c:v>
                </c:pt>
                <c:pt idx="88">
                  <c:v>39211</c:v>
                </c:pt>
                <c:pt idx="89">
                  <c:v>39212</c:v>
                </c:pt>
                <c:pt idx="90">
                  <c:v>39213</c:v>
                </c:pt>
                <c:pt idx="91">
                  <c:v>39216</c:v>
                </c:pt>
                <c:pt idx="92">
                  <c:v>39217</c:v>
                </c:pt>
                <c:pt idx="93">
                  <c:v>39218</c:v>
                </c:pt>
                <c:pt idx="94">
                  <c:v>39219</c:v>
                </c:pt>
                <c:pt idx="95">
                  <c:v>39220</c:v>
                </c:pt>
                <c:pt idx="96">
                  <c:v>39223</c:v>
                </c:pt>
                <c:pt idx="97">
                  <c:v>39224</c:v>
                </c:pt>
                <c:pt idx="98">
                  <c:v>39225</c:v>
                </c:pt>
                <c:pt idx="99">
                  <c:v>39226</c:v>
                </c:pt>
                <c:pt idx="100">
                  <c:v>39227</c:v>
                </c:pt>
                <c:pt idx="101">
                  <c:v>39230</c:v>
                </c:pt>
                <c:pt idx="102">
                  <c:v>39231</c:v>
                </c:pt>
                <c:pt idx="103">
                  <c:v>39232</c:v>
                </c:pt>
                <c:pt idx="104">
                  <c:v>39233</c:v>
                </c:pt>
                <c:pt idx="105">
                  <c:v>39234</c:v>
                </c:pt>
                <c:pt idx="106">
                  <c:v>39237</c:v>
                </c:pt>
                <c:pt idx="107">
                  <c:v>39238</c:v>
                </c:pt>
                <c:pt idx="108">
                  <c:v>39239</c:v>
                </c:pt>
                <c:pt idx="109">
                  <c:v>39240</c:v>
                </c:pt>
                <c:pt idx="110">
                  <c:v>39241</c:v>
                </c:pt>
                <c:pt idx="111">
                  <c:v>39244</c:v>
                </c:pt>
                <c:pt idx="112">
                  <c:v>39245</c:v>
                </c:pt>
                <c:pt idx="113">
                  <c:v>39246</c:v>
                </c:pt>
                <c:pt idx="114">
                  <c:v>39247</c:v>
                </c:pt>
                <c:pt idx="115">
                  <c:v>39248</c:v>
                </c:pt>
                <c:pt idx="116">
                  <c:v>39251</c:v>
                </c:pt>
                <c:pt idx="117">
                  <c:v>39252</c:v>
                </c:pt>
                <c:pt idx="118">
                  <c:v>39253</c:v>
                </c:pt>
                <c:pt idx="119">
                  <c:v>39254</c:v>
                </c:pt>
                <c:pt idx="120">
                  <c:v>39255</c:v>
                </c:pt>
                <c:pt idx="121">
                  <c:v>39258</c:v>
                </c:pt>
                <c:pt idx="122">
                  <c:v>39259</c:v>
                </c:pt>
                <c:pt idx="123">
                  <c:v>39260</c:v>
                </c:pt>
                <c:pt idx="124">
                  <c:v>39261</c:v>
                </c:pt>
                <c:pt idx="125">
                  <c:v>39262</c:v>
                </c:pt>
                <c:pt idx="126">
                  <c:v>39265</c:v>
                </c:pt>
                <c:pt idx="127">
                  <c:v>39266</c:v>
                </c:pt>
                <c:pt idx="128">
                  <c:v>39267</c:v>
                </c:pt>
                <c:pt idx="129">
                  <c:v>39268</c:v>
                </c:pt>
                <c:pt idx="130">
                  <c:v>39269</c:v>
                </c:pt>
                <c:pt idx="131">
                  <c:v>39272</c:v>
                </c:pt>
                <c:pt idx="132">
                  <c:v>39273</c:v>
                </c:pt>
                <c:pt idx="133">
                  <c:v>39274</c:v>
                </c:pt>
                <c:pt idx="134">
                  <c:v>39275</c:v>
                </c:pt>
                <c:pt idx="135">
                  <c:v>39276</c:v>
                </c:pt>
                <c:pt idx="136">
                  <c:v>39279</c:v>
                </c:pt>
                <c:pt idx="137">
                  <c:v>39280</c:v>
                </c:pt>
                <c:pt idx="138">
                  <c:v>39281</c:v>
                </c:pt>
                <c:pt idx="139">
                  <c:v>39282</c:v>
                </c:pt>
                <c:pt idx="140">
                  <c:v>39283</c:v>
                </c:pt>
                <c:pt idx="141">
                  <c:v>39286</c:v>
                </c:pt>
                <c:pt idx="142">
                  <c:v>39287</c:v>
                </c:pt>
                <c:pt idx="143">
                  <c:v>39288</c:v>
                </c:pt>
                <c:pt idx="144">
                  <c:v>39289</c:v>
                </c:pt>
                <c:pt idx="145">
                  <c:v>39290</c:v>
                </c:pt>
                <c:pt idx="146">
                  <c:v>39293</c:v>
                </c:pt>
                <c:pt idx="147">
                  <c:v>39294</c:v>
                </c:pt>
                <c:pt idx="148">
                  <c:v>39295</c:v>
                </c:pt>
                <c:pt idx="149">
                  <c:v>39296</c:v>
                </c:pt>
                <c:pt idx="150">
                  <c:v>39297</c:v>
                </c:pt>
                <c:pt idx="151">
                  <c:v>39300</c:v>
                </c:pt>
                <c:pt idx="152">
                  <c:v>39301</c:v>
                </c:pt>
                <c:pt idx="153">
                  <c:v>39302</c:v>
                </c:pt>
                <c:pt idx="154">
                  <c:v>39303</c:v>
                </c:pt>
                <c:pt idx="155">
                  <c:v>39304</c:v>
                </c:pt>
                <c:pt idx="156">
                  <c:v>39307</c:v>
                </c:pt>
                <c:pt idx="157">
                  <c:v>39308</c:v>
                </c:pt>
                <c:pt idx="158">
                  <c:v>39309</c:v>
                </c:pt>
                <c:pt idx="159">
                  <c:v>39310</c:v>
                </c:pt>
                <c:pt idx="160">
                  <c:v>39311</c:v>
                </c:pt>
                <c:pt idx="161">
                  <c:v>39314</c:v>
                </c:pt>
                <c:pt idx="162">
                  <c:v>39315</c:v>
                </c:pt>
                <c:pt idx="163">
                  <c:v>39316</c:v>
                </c:pt>
                <c:pt idx="164">
                  <c:v>39317</c:v>
                </c:pt>
                <c:pt idx="165">
                  <c:v>39318</c:v>
                </c:pt>
                <c:pt idx="166">
                  <c:v>39321</c:v>
                </c:pt>
                <c:pt idx="167">
                  <c:v>39322</c:v>
                </c:pt>
                <c:pt idx="168">
                  <c:v>39323</c:v>
                </c:pt>
                <c:pt idx="169">
                  <c:v>39324</c:v>
                </c:pt>
                <c:pt idx="170">
                  <c:v>39325</c:v>
                </c:pt>
                <c:pt idx="171">
                  <c:v>39328</c:v>
                </c:pt>
                <c:pt idx="172">
                  <c:v>39329</c:v>
                </c:pt>
                <c:pt idx="173">
                  <c:v>39330</c:v>
                </c:pt>
                <c:pt idx="174">
                  <c:v>39331</c:v>
                </c:pt>
                <c:pt idx="175">
                  <c:v>39332</c:v>
                </c:pt>
                <c:pt idx="176">
                  <c:v>39335</c:v>
                </c:pt>
                <c:pt idx="177">
                  <c:v>39336</c:v>
                </c:pt>
                <c:pt idx="178">
                  <c:v>39337</c:v>
                </c:pt>
                <c:pt idx="179">
                  <c:v>39338</c:v>
                </c:pt>
                <c:pt idx="180">
                  <c:v>39339</c:v>
                </c:pt>
                <c:pt idx="181">
                  <c:v>39342</c:v>
                </c:pt>
                <c:pt idx="182">
                  <c:v>39343</c:v>
                </c:pt>
                <c:pt idx="183">
                  <c:v>39344</c:v>
                </c:pt>
                <c:pt idx="184">
                  <c:v>39345</c:v>
                </c:pt>
                <c:pt idx="185">
                  <c:v>39346</c:v>
                </c:pt>
                <c:pt idx="186">
                  <c:v>39349</c:v>
                </c:pt>
                <c:pt idx="187">
                  <c:v>39350</c:v>
                </c:pt>
                <c:pt idx="188">
                  <c:v>39351</c:v>
                </c:pt>
                <c:pt idx="189">
                  <c:v>39352</c:v>
                </c:pt>
                <c:pt idx="190">
                  <c:v>39353</c:v>
                </c:pt>
                <c:pt idx="191">
                  <c:v>39356</c:v>
                </c:pt>
                <c:pt idx="192">
                  <c:v>39357</c:v>
                </c:pt>
                <c:pt idx="193">
                  <c:v>39358</c:v>
                </c:pt>
                <c:pt idx="194">
                  <c:v>39359</c:v>
                </c:pt>
                <c:pt idx="195">
                  <c:v>39360</c:v>
                </c:pt>
                <c:pt idx="196">
                  <c:v>39363</c:v>
                </c:pt>
                <c:pt idx="197">
                  <c:v>39364</c:v>
                </c:pt>
                <c:pt idx="198">
                  <c:v>39365</c:v>
                </c:pt>
                <c:pt idx="199">
                  <c:v>39366</c:v>
                </c:pt>
                <c:pt idx="200">
                  <c:v>39367</c:v>
                </c:pt>
                <c:pt idx="201">
                  <c:v>39370</c:v>
                </c:pt>
                <c:pt idx="202">
                  <c:v>39371</c:v>
                </c:pt>
                <c:pt idx="203">
                  <c:v>39372</c:v>
                </c:pt>
                <c:pt idx="204">
                  <c:v>39373</c:v>
                </c:pt>
                <c:pt idx="205">
                  <c:v>39374</c:v>
                </c:pt>
                <c:pt idx="206">
                  <c:v>39377</c:v>
                </c:pt>
                <c:pt idx="207">
                  <c:v>39378</c:v>
                </c:pt>
                <c:pt idx="208">
                  <c:v>39379</c:v>
                </c:pt>
                <c:pt idx="209">
                  <c:v>39380</c:v>
                </c:pt>
                <c:pt idx="210">
                  <c:v>39381</c:v>
                </c:pt>
                <c:pt idx="211">
                  <c:v>39384</c:v>
                </c:pt>
                <c:pt idx="212">
                  <c:v>39385</c:v>
                </c:pt>
                <c:pt idx="213">
                  <c:v>39386</c:v>
                </c:pt>
                <c:pt idx="214">
                  <c:v>39387</c:v>
                </c:pt>
                <c:pt idx="215">
                  <c:v>39388</c:v>
                </c:pt>
                <c:pt idx="216">
                  <c:v>39391</c:v>
                </c:pt>
                <c:pt idx="217">
                  <c:v>39392</c:v>
                </c:pt>
                <c:pt idx="218">
                  <c:v>39393</c:v>
                </c:pt>
                <c:pt idx="219">
                  <c:v>39394</c:v>
                </c:pt>
                <c:pt idx="220">
                  <c:v>39395</c:v>
                </c:pt>
                <c:pt idx="221">
                  <c:v>39398</c:v>
                </c:pt>
                <c:pt idx="222">
                  <c:v>39399</c:v>
                </c:pt>
                <c:pt idx="223">
                  <c:v>39400</c:v>
                </c:pt>
                <c:pt idx="224">
                  <c:v>39401</c:v>
                </c:pt>
                <c:pt idx="225">
                  <c:v>39402</c:v>
                </c:pt>
                <c:pt idx="226">
                  <c:v>39405</c:v>
                </c:pt>
                <c:pt idx="227">
                  <c:v>39406</c:v>
                </c:pt>
                <c:pt idx="228">
                  <c:v>39407</c:v>
                </c:pt>
                <c:pt idx="229">
                  <c:v>39408</c:v>
                </c:pt>
                <c:pt idx="230">
                  <c:v>39409</c:v>
                </c:pt>
                <c:pt idx="231">
                  <c:v>39412</c:v>
                </c:pt>
                <c:pt idx="232">
                  <c:v>39413</c:v>
                </c:pt>
                <c:pt idx="233">
                  <c:v>39414</c:v>
                </c:pt>
                <c:pt idx="234">
                  <c:v>39415</c:v>
                </c:pt>
                <c:pt idx="235">
                  <c:v>39416</c:v>
                </c:pt>
                <c:pt idx="236">
                  <c:v>39419</c:v>
                </c:pt>
                <c:pt idx="237">
                  <c:v>39420</c:v>
                </c:pt>
                <c:pt idx="238">
                  <c:v>39421</c:v>
                </c:pt>
                <c:pt idx="239">
                  <c:v>39422</c:v>
                </c:pt>
                <c:pt idx="240">
                  <c:v>39423</c:v>
                </c:pt>
                <c:pt idx="241">
                  <c:v>39426</c:v>
                </c:pt>
                <c:pt idx="242">
                  <c:v>39427</c:v>
                </c:pt>
                <c:pt idx="243">
                  <c:v>39428</c:v>
                </c:pt>
                <c:pt idx="244">
                  <c:v>39429</c:v>
                </c:pt>
                <c:pt idx="245">
                  <c:v>39430</c:v>
                </c:pt>
                <c:pt idx="246">
                  <c:v>39433</c:v>
                </c:pt>
                <c:pt idx="247">
                  <c:v>39434</c:v>
                </c:pt>
                <c:pt idx="248">
                  <c:v>39435</c:v>
                </c:pt>
                <c:pt idx="249">
                  <c:v>39436</c:v>
                </c:pt>
                <c:pt idx="250">
                  <c:v>39437</c:v>
                </c:pt>
                <c:pt idx="251">
                  <c:v>39440</c:v>
                </c:pt>
                <c:pt idx="252">
                  <c:v>39441</c:v>
                </c:pt>
                <c:pt idx="253">
                  <c:v>39442</c:v>
                </c:pt>
                <c:pt idx="254">
                  <c:v>39443</c:v>
                </c:pt>
                <c:pt idx="255">
                  <c:v>39444</c:v>
                </c:pt>
                <c:pt idx="256">
                  <c:v>39447</c:v>
                </c:pt>
                <c:pt idx="257">
                  <c:v>39448</c:v>
                </c:pt>
                <c:pt idx="258">
                  <c:v>39449</c:v>
                </c:pt>
                <c:pt idx="259">
                  <c:v>39450</c:v>
                </c:pt>
                <c:pt idx="260">
                  <c:v>39451</c:v>
                </c:pt>
                <c:pt idx="261">
                  <c:v>39454</c:v>
                </c:pt>
                <c:pt idx="262">
                  <c:v>39455</c:v>
                </c:pt>
                <c:pt idx="263">
                  <c:v>39456</c:v>
                </c:pt>
                <c:pt idx="264">
                  <c:v>39457</c:v>
                </c:pt>
                <c:pt idx="265">
                  <c:v>39458</c:v>
                </c:pt>
                <c:pt idx="266">
                  <c:v>39461</c:v>
                </c:pt>
                <c:pt idx="267">
                  <c:v>39462</c:v>
                </c:pt>
                <c:pt idx="268">
                  <c:v>39463</c:v>
                </c:pt>
                <c:pt idx="269">
                  <c:v>39464</c:v>
                </c:pt>
                <c:pt idx="270">
                  <c:v>39465</c:v>
                </c:pt>
                <c:pt idx="271">
                  <c:v>39468</c:v>
                </c:pt>
                <c:pt idx="272">
                  <c:v>39469</c:v>
                </c:pt>
                <c:pt idx="273">
                  <c:v>39470</c:v>
                </c:pt>
                <c:pt idx="274">
                  <c:v>39471</c:v>
                </c:pt>
                <c:pt idx="275">
                  <c:v>39472</c:v>
                </c:pt>
                <c:pt idx="276">
                  <c:v>39475</c:v>
                </c:pt>
                <c:pt idx="277">
                  <c:v>39476</c:v>
                </c:pt>
                <c:pt idx="278">
                  <c:v>39477</c:v>
                </c:pt>
                <c:pt idx="279">
                  <c:v>39478</c:v>
                </c:pt>
                <c:pt idx="280">
                  <c:v>39479</c:v>
                </c:pt>
                <c:pt idx="281">
                  <c:v>39482</c:v>
                </c:pt>
                <c:pt idx="282">
                  <c:v>39483</c:v>
                </c:pt>
                <c:pt idx="283">
                  <c:v>39484</c:v>
                </c:pt>
                <c:pt idx="284">
                  <c:v>39485</c:v>
                </c:pt>
                <c:pt idx="285">
                  <c:v>39486</c:v>
                </c:pt>
                <c:pt idx="286">
                  <c:v>39489</c:v>
                </c:pt>
                <c:pt idx="287">
                  <c:v>39490</c:v>
                </c:pt>
                <c:pt idx="288">
                  <c:v>39491</c:v>
                </c:pt>
                <c:pt idx="289">
                  <c:v>39492</c:v>
                </c:pt>
                <c:pt idx="290">
                  <c:v>39493</c:v>
                </c:pt>
                <c:pt idx="291">
                  <c:v>39496</c:v>
                </c:pt>
                <c:pt idx="292">
                  <c:v>39497</c:v>
                </c:pt>
                <c:pt idx="293">
                  <c:v>39498</c:v>
                </c:pt>
                <c:pt idx="294">
                  <c:v>39499</c:v>
                </c:pt>
                <c:pt idx="295">
                  <c:v>39500</c:v>
                </c:pt>
                <c:pt idx="296">
                  <c:v>39503</c:v>
                </c:pt>
                <c:pt idx="297">
                  <c:v>39504</c:v>
                </c:pt>
                <c:pt idx="298">
                  <c:v>39505</c:v>
                </c:pt>
                <c:pt idx="299">
                  <c:v>39506</c:v>
                </c:pt>
                <c:pt idx="300">
                  <c:v>39507</c:v>
                </c:pt>
                <c:pt idx="301">
                  <c:v>39510</c:v>
                </c:pt>
                <c:pt idx="302">
                  <c:v>39511</c:v>
                </c:pt>
                <c:pt idx="303">
                  <c:v>39512</c:v>
                </c:pt>
                <c:pt idx="304">
                  <c:v>39513</c:v>
                </c:pt>
                <c:pt idx="305">
                  <c:v>39514</c:v>
                </c:pt>
                <c:pt idx="306">
                  <c:v>39517</c:v>
                </c:pt>
                <c:pt idx="307">
                  <c:v>39518</c:v>
                </c:pt>
                <c:pt idx="308">
                  <c:v>39519</c:v>
                </c:pt>
                <c:pt idx="309">
                  <c:v>39520</c:v>
                </c:pt>
                <c:pt idx="310">
                  <c:v>39521</c:v>
                </c:pt>
                <c:pt idx="311">
                  <c:v>39524</c:v>
                </c:pt>
                <c:pt idx="312">
                  <c:v>39525</c:v>
                </c:pt>
                <c:pt idx="313">
                  <c:v>39526</c:v>
                </c:pt>
                <c:pt idx="314">
                  <c:v>39527</c:v>
                </c:pt>
                <c:pt idx="315">
                  <c:v>39528</c:v>
                </c:pt>
                <c:pt idx="316">
                  <c:v>39531</c:v>
                </c:pt>
                <c:pt idx="317">
                  <c:v>39532</c:v>
                </c:pt>
                <c:pt idx="318">
                  <c:v>39533</c:v>
                </c:pt>
                <c:pt idx="319">
                  <c:v>39534</c:v>
                </c:pt>
                <c:pt idx="320">
                  <c:v>39535</c:v>
                </c:pt>
                <c:pt idx="321">
                  <c:v>39538</c:v>
                </c:pt>
                <c:pt idx="322">
                  <c:v>39539</c:v>
                </c:pt>
                <c:pt idx="323">
                  <c:v>39540</c:v>
                </c:pt>
                <c:pt idx="324">
                  <c:v>39541</c:v>
                </c:pt>
                <c:pt idx="325">
                  <c:v>39542</c:v>
                </c:pt>
                <c:pt idx="326">
                  <c:v>39545</c:v>
                </c:pt>
                <c:pt idx="327">
                  <c:v>39546</c:v>
                </c:pt>
                <c:pt idx="328">
                  <c:v>39547</c:v>
                </c:pt>
                <c:pt idx="329">
                  <c:v>39548</c:v>
                </c:pt>
                <c:pt idx="330">
                  <c:v>39549</c:v>
                </c:pt>
                <c:pt idx="331">
                  <c:v>39552</c:v>
                </c:pt>
                <c:pt idx="332">
                  <c:v>39553</c:v>
                </c:pt>
                <c:pt idx="333">
                  <c:v>39554</c:v>
                </c:pt>
                <c:pt idx="334">
                  <c:v>39555</c:v>
                </c:pt>
                <c:pt idx="335">
                  <c:v>39556</c:v>
                </c:pt>
                <c:pt idx="336">
                  <c:v>39559</c:v>
                </c:pt>
                <c:pt idx="337">
                  <c:v>39560</c:v>
                </c:pt>
                <c:pt idx="338">
                  <c:v>39561</c:v>
                </c:pt>
                <c:pt idx="339">
                  <c:v>39562</c:v>
                </c:pt>
                <c:pt idx="340">
                  <c:v>39563</c:v>
                </c:pt>
                <c:pt idx="341">
                  <c:v>39566</c:v>
                </c:pt>
                <c:pt idx="342">
                  <c:v>39567</c:v>
                </c:pt>
                <c:pt idx="343">
                  <c:v>39568</c:v>
                </c:pt>
                <c:pt idx="344">
                  <c:v>39569</c:v>
                </c:pt>
                <c:pt idx="345">
                  <c:v>39570</c:v>
                </c:pt>
                <c:pt idx="346">
                  <c:v>39573</c:v>
                </c:pt>
                <c:pt idx="347">
                  <c:v>39574</c:v>
                </c:pt>
                <c:pt idx="348">
                  <c:v>39575</c:v>
                </c:pt>
                <c:pt idx="349">
                  <c:v>39576</c:v>
                </c:pt>
                <c:pt idx="350">
                  <c:v>39577</c:v>
                </c:pt>
                <c:pt idx="351">
                  <c:v>39580</c:v>
                </c:pt>
                <c:pt idx="352">
                  <c:v>39581</c:v>
                </c:pt>
                <c:pt idx="353">
                  <c:v>39582</c:v>
                </c:pt>
                <c:pt idx="354">
                  <c:v>39583</c:v>
                </c:pt>
                <c:pt idx="355">
                  <c:v>39584</c:v>
                </c:pt>
                <c:pt idx="356">
                  <c:v>39587</c:v>
                </c:pt>
                <c:pt idx="357">
                  <c:v>39588</c:v>
                </c:pt>
                <c:pt idx="358">
                  <c:v>39589</c:v>
                </c:pt>
                <c:pt idx="359">
                  <c:v>39590</c:v>
                </c:pt>
                <c:pt idx="360">
                  <c:v>39591</c:v>
                </c:pt>
                <c:pt idx="361">
                  <c:v>39594</c:v>
                </c:pt>
                <c:pt idx="362">
                  <c:v>39595</c:v>
                </c:pt>
                <c:pt idx="363">
                  <c:v>39596</c:v>
                </c:pt>
                <c:pt idx="364">
                  <c:v>39597</c:v>
                </c:pt>
                <c:pt idx="365">
                  <c:v>39598</c:v>
                </c:pt>
                <c:pt idx="366">
                  <c:v>39601</c:v>
                </c:pt>
                <c:pt idx="367">
                  <c:v>39602</c:v>
                </c:pt>
                <c:pt idx="368">
                  <c:v>39603</c:v>
                </c:pt>
                <c:pt idx="369">
                  <c:v>39604</c:v>
                </c:pt>
                <c:pt idx="370">
                  <c:v>39605</c:v>
                </c:pt>
                <c:pt idx="371">
                  <c:v>39608</c:v>
                </c:pt>
                <c:pt idx="372">
                  <c:v>39609</c:v>
                </c:pt>
                <c:pt idx="373">
                  <c:v>39610</c:v>
                </c:pt>
                <c:pt idx="374">
                  <c:v>39611</c:v>
                </c:pt>
                <c:pt idx="375">
                  <c:v>39612</c:v>
                </c:pt>
                <c:pt idx="376">
                  <c:v>39615</c:v>
                </c:pt>
                <c:pt idx="377">
                  <c:v>39616</c:v>
                </c:pt>
                <c:pt idx="378">
                  <c:v>39617</c:v>
                </c:pt>
                <c:pt idx="379">
                  <c:v>39618</c:v>
                </c:pt>
                <c:pt idx="380">
                  <c:v>39619</c:v>
                </c:pt>
                <c:pt idx="381">
                  <c:v>39622</c:v>
                </c:pt>
                <c:pt idx="382">
                  <c:v>39623</c:v>
                </c:pt>
                <c:pt idx="383">
                  <c:v>39624</c:v>
                </c:pt>
                <c:pt idx="384">
                  <c:v>39625</c:v>
                </c:pt>
                <c:pt idx="385">
                  <c:v>39626</c:v>
                </c:pt>
                <c:pt idx="386">
                  <c:v>39629</c:v>
                </c:pt>
                <c:pt idx="387">
                  <c:v>39630</c:v>
                </c:pt>
                <c:pt idx="388">
                  <c:v>39631</c:v>
                </c:pt>
                <c:pt idx="389">
                  <c:v>39632</c:v>
                </c:pt>
                <c:pt idx="390">
                  <c:v>39633</c:v>
                </c:pt>
                <c:pt idx="391">
                  <c:v>39636</c:v>
                </c:pt>
                <c:pt idx="392">
                  <c:v>39637</c:v>
                </c:pt>
                <c:pt idx="393">
                  <c:v>39638</c:v>
                </c:pt>
                <c:pt idx="394">
                  <c:v>39639</c:v>
                </c:pt>
                <c:pt idx="395">
                  <c:v>39640</c:v>
                </c:pt>
                <c:pt idx="396">
                  <c:v>39643</c:v>
                </c:pt>
                <c:pt idx="397">
                  <c:v>39644</c:v>
                </c:pt>
                <c:pt idx="398">
                  <c:v>39645</c:v>
                </c:pt>
                <c:pt idx="399">
                  <c:v>39646</c:v>
                </c:pt>
                <c:pt idx="400">
                  <c:v>39647</c:v>
                </c:pt>
                <c:pt idx="401">
                  <c:v>39650</c:v>
                </c:pt>
                <c:pt idx="402">
                  <c:v>39651</c:v>
                </c:pt>
                <c:pt idx="403">
                  <c:v>39652</c:v>
                </c:pt>
                <c:pt idx="404">
                  <c:v>39653</c:v>
                </c:pt>
                <c:pt idx="405">
                  <c:v>39654</c:v>
                </c:pt>
                <c:pt idx="406">
                  <c:v>39657</c:v>
                </c:pt>
                <c:pt idx="407">
                  <c:v>39658</c:v>
                </c:pt>
                <c:pt idx="408">
                  <c:v>39659</c:v>
                </c:pt>
                <c:pt idx="409">
                  <c:v>39660</c:v>
                </c:pt>
                <c:pt idx="410">
                  <c:v>39661</c:v>
                </c:pt>
                <c:pt idx="411">
                  <c:v>39664</c:v>
                </c:pt>
                <c:pt idx="412">
                  <c:v>39665</c:v>
                </c:pt>
                <c:pt idx="413">
                  <c:v>39666</c:v>
                </c:pt>
                <c:pt idx="414">
                  <c:v>39667</c:v>
                </c:pt>
                <c:pt idx="415">
                  <c:v>39668</c:v>
                </c:pt>
                <c:pt idx="416">
                  <c:v>39671</c:v>
                </c:pt>
                <c:pt idx="417">
                  <c:v>39672</c:v>
                </c:pt>
                <c:pt idx="418">
                  <c:v>39673</c:v>
                </c:pt>
                <c:pt idx="419">
                  <c:v>39674</c:v>
                </c:pt>
                <c:pt idx="420">
                  <c:v>39675</c:v>
                </c:pt>
                <c:pt idx="421">
                  <c:v>39678</c:v>
                </c:pt>
                <c:pt idx="422">
                  <c:v>39679</c:v>
                </c:pt>
                <c:pt idx="423">
                  <c:v>39680</c:v>
                </c:pt>
                <c:pt idx="424">
                  <c:v>39681</c:v>
                </c:pt>
                <c:pt idx="425">
                  <c:v>39682</c:v>
                </c:pt>
                <c:pt idx="426">
                  <c:v>39685</c:v>
                </c:pt>
                <c:pt idx="427">
                  <c:v>39686</c:v>
                </c:pt>
                <c:pt idx="428">
                  <c:v>39687</c:v>
                </c:pt>
                <c:pt idx="429">
                  <c:v>39688</c:v>
                </c:pt>
                <c:pt idx="430">
                  <c:v>39689</c:v>
                </c:pt>
                <c:pt idx="431">
                  <c:v>39692</c:v>
                </c:pt>
                <c:pt idx="432">
                  <c:v>39693</c:v>
                </c:pt>
                <c:pt idx="433">
                  <c:v>39694</c:v>
                </c:pt>
                <c:pt idx="434">
                  <c:v>39695</c:v>
                </c:pt>
                <c:pt idx="435">
                  <c:v>39696</c:v>
                </c:pt>
                <c:pt idx="436">
                  <c:v>39699</c:v>
                </c:pt>
                <c:pt idx="437">
                  <c:v>39700</c:v>
                </c:pt>
                <c:pt idx="438">
                  <c:v>39701</c:v>
                </c:pt>
                <c:pt idx="439">
                  <c:v>39702</c:v>
                </c:pt>
                <c:pt idx="440">
                  <c:v>39703</c:v>
                </c:pt>
                <c:pt idx="441">
                  <c:v>39706</c:v>
                </c:pt>
                <c:pt idx="442">
                  <c:v>39707</c:v>
                </c:pt>
                <c:pt idx="443">
                  <c:v>39708</c:v>
                </c:pt>
                <c:pt idx="444">
                  <c:v>39709</c:v>
                </c:pt>
                <c:pt idx="445">
                  <c:v>39710</c:v>
                </c:pt>
                <c:pt idx="446">
                  <c:v>39713</c:v>
                </c:pt>
                <c:pt idx="447">
                  <c:v>39714</c:v>
                </c:pt>
                <c:pt idx="448">
                  <c:v>39715</c:v>
                </c:pt>
                <c:pt idx="449">
                  <c:v>39716</c:v>
                </c:pt>
                <c:pt idx="450">
                  <c:v>39717</c:v>
                </c:pt>
                <c:pt idx="451">
                  <c:v>39720</c:v>
                </c:pt>
                <c:pt idx="452">
                  <c:v>39721</c:v>
                </c:pt>
                <c:pt idx="453">
                  <c:v>39722</c:v>
                </c:pt>
                <c:pt idx="454">
                  <c:v>39723</c:v>
                </c:pt>
                <c:pt idx="455">
                  <c:v>39724</c:v>
                </c:pt>
                <c:pt idx="456">
                  <c:v>39727</c:v>
                </c:pt>
                <c:pt idx="457">
                  <c:v>39728</c:v>
                </c:pt>
                <c:pt idx="458">
                  <c:v>39729</c:v>
                </c:pt>
                <c:pt idx="459">
                  <c:v>39730</c:v>
                </c:pt>
                <c:pt idx="460">
                  <c:v>39731</c:v>
                </c:pt>
                <c:pt idx="461">
                  <c:v>39734</c:v>
                </c:pt>
                <c:pt idx="462">
                  <c:v>39735</c:v>
                </c:pt>
                <c:pt idx="463">
                  <c:v>39736</c:v>
                </c:pt>
                <c:pt idx="464">
                  <c:v>39737</c:v>
                </c:pt>
                <c:pt idx="465">
                  <c:v>39738</c:v>
                </c:pt>
                <c:pt idx="466">
                  <c:v>39741</c:v>
                </c:pt>
                <c:pt idx="467">
                  <c:v>39742</c:v>
                </c:pt>
                <c:pt idx="468">
                  <c:v>39743</c:v>
                </c:pt>
                <c:pt idx="469">
                  <c:v>39744</c:v>
                </c:pt>
                <c:pt idx="470">
                  <c:v>39745</c:v>
                </c:pt>
                <c:pt idx="471">
                  <c:v>39748</c:v>
                </c:pt>
                <c:pt idx="472">
                  <c:v>39749</c:v>
                </c:pt>
                <c:pt idx="473">
                  <c:v>39750</c:v>
                </c:pt>
                <c:pt idx="474">
                  <c:v>39751</c:v>
                </c:pt>
                <c:pt idx="475">
                  <c:v>39752</c:v>
                </c:pt>
                <c:pt idx="476">
                  <c:v>39755</c:v>
                </c:pt>
                <c:pt idx="477">
                  <c:v>39756</c:v>
                </c:pt>
                <c:pt idx="478">
                  <c:v>39757</c:v>
                </c:pt>
                <c:pt idx="479">
                  <c:v>39758</c:v>
                </c:pt>
                <c:pt idx="480">
                  <c:v>39759</c:v>
                </c:pt>
                <c:pt idx="481">
                  <c:v>39762</c:v>
                </c:pt>
                <c:pt idx="482">
                  <c:v>39763</c:v>
                </c:pt>
                <c:pt idx="483">
                  <c:v>39764</c:v>
                </c:pt>
                <c:pt idx="484">
                  <c:v>39765</c:v>
                </c:pt>
                <c:pt idx="485">
                  <c:v>39766</c:v>
                </c:pt>
                <c:pt idx="486">
                  <c:v>39769</c:v>
                </c:pt>
                <c:pt idx="487">
                  <c:v>39770</c:v>
                </c:pt>
                <c:pt idx="488">
                  <c:v>39771</c:v>
                </c:pt>
                <c:pt idx="489">
                  <c:v>39772</c:v>
                </c:pt>
                <c:pt idx="490">
                  <c:v>39773</c:v>
                </c:pt>
                <c:pt idx="491">
                  <c:v>39776</c:v>
                </c:pt>
                <c:pt idx="492">
                  <c:v>39777</c:v>
                </c:pt>
                <c:pt idx="493">
                  <c:v>39778</c:v>
                </c:pt>
                <c:pt idx="494">
                  <c:v>39779</c:v>
                </c:pt>
                <c:pt idx="495">
                  <c:v>39780</c:v>
                </c:pt>
                <c:pt idx="496">
                  <c:v>39783</c:v>
                </c:pt>
                <c:pt idx="497">
                  <c:v>39784</c:v>
                </c:pt>
                <c:pt idx="498">
                  <c:v>39785</c:v>
                </c:pt>
                <c:pt idx="499">
                  <c:v>39786</c:v>
                </c:pt>
                <c:pt idx="500">
                  <c:v>39787</c:v>
                </c:pt>
                <c:pt idx="501">
                  <c:v>39790</c:v>
                </c:pt>
                <c:pt idx="502">
                  <c:v>39791</c:v>
                </c:pt>
                <c:pt idx="503">
                  <c:v>39792</c:v>
                </c:pt>
                <c:pt idx="504">
                  <c:v>39793</c:v>
                </c:pt>
                <c:pt idx="505">
                  <c:v>39794</c:v>
                </c:pt>
                <c:pt idx="506">
                  <c:v>39797</c:v>
                </c:pt>
                <c:pt idx="507">
                  <c:v>39798</c:v>
                </c:pt>
                <c:pt idx="508">
                  <c:v>39799</c:v>
                </c:pt>
                <c:pt idx="509">
                  <c:v>39800</c:v>
                </c:pt>
                <c:pt idx="510">
                  <c:v>39801</c:v>
                </c:pt>
                <c:pt idx="511">
                  <c:v>39804</c:v>
                </c:pt>
                <c:pt idx="512">
                  <c:v>39805</c:v>
                </c:pt>
                <c:pt idx="513">
                  <c:v>39806</c:v>
                </c:pt>
                <c:pt idx="514">
                  <c:v>39807</c:v>
                </c:pt>
                <c:pt idx="515">
                  <c:v>39808</c:v>
                </c:pt>
                <c:pt idx="516">
                  <c:v>39811</c:v>
                </c:pt>
                <c:pt idx="517">
                  <c:v>39812</c:v>
                </c:pt>
                <c:pt idx="518">
                  <c:v>39813</c:v>
                </c:pt>
                <c:pt idx="519">
                  <c:v>39814</c:v>
                </c:pt>
                <c:pt idx="520">
                  <c:v>39815</c:v>
                </c:pt>
                <c:pt idx="521">
                  <c:v>39818</c:v>
                </c:pt>
                <c:pt idx="522">
                  <c:v>39819</c:v>
                </c:pt>
                <c:pt idx="523">
                  <c:v>39820</c:v>
                </c:pt>
                <c:pt idx="524">
                  <c:v>39821</c:v>
                </c:pt>
                <c:pt idx="525">
                  <c:v>39822</c:v>
                </c:pt>
                <c:pt idx="526">
                  <c:v>39825</c:v>
                </c:pt>
                <c:pt idx="527">
                  <c:v>39826</c:v>
                </c:pt>
                <c:pt idx="528">
                  <c:v>39827</c:v>
                </c:pt>
                <c:pt idx="529">
                  <c:v>39828</c:v>
                </c:pt>
                <c:pt idx="530">
                  <c:v>39829</c:v>
                </c:pt>
                <c:pt idx="531">
                  <c:v>39832</c:v>
                </c:pt>
                <c:pt idx="532">
                  <c:v>39833</c:v>
                </c:pt>
                <c:pt idx="533">
                  <c:v>39834</c:v>
                </c:pt>
                <c:pt idx="534">
                  <c:v>39835</c:v>
                </c:pt>
                <c:pt idx="535">
                  <c:v>39836</c:v>
                </c:pt>
                <c:pt idx="536">
                  <c:v>39839</c:v>
                </c:pt>
                <c:pt idx="537">
                  <c:v>39840</c:v>
                </c:pt>
                <c:pt idx="538">
                  <c:v>39841</c:v>
                </c:pt>
                <c:pt idx="539">
                  <c:v>39842</c:v>
                </c:pt>
                <c:pt idx="540">
                  <c:v>39843</c:v>
                </c:pt>
                <c:pt idx="541">
                  <c:v>39846</c:v>
                </c:pt>
                <c:pt idx="542">
                  <c:v>39847</c:v>
                </c:pt>
                <c:pt idx="543">
                  <c:v>39848</c:v>
                </c:pt>
                <c:pt idx="544">
                  <c:v>39849</c:v>
                </c:pt>
                <c:pt idx="545">
                  <c:v>39850</c:v>
                </c:pt>
                <c:pt idx="546">
                  <c:v>39853</c:v>
                </c:pt>
                <c:pt idx="547">
                  <c:v>39854</c:v>
                </c:pt>
                <c:pt idx="548">
                  <c:v>39855</c:v>
                </c:pt>
                <c:pt idx="549">
                  <c:v>39856</c:v>
                </c:pt>
                <c:pt idx="550">
                  <c:v>39857</c:v>
                </c:pt>
                <c:pt idx="551">
                  <c:v>39860</c:v>
                </c:pt>
                <c:pt idx="552">
                  <c:v>39861</c:v>
                </c:pt>
                <c:pt idx="553">
                  <c:v>39862</c:v>
                </c:pt>
                <c:pt idx="554">
                  <c:v>39863</c:v>
                </c:pt>
                <c:pt idx="555">
                  <c:v>39864</c:v>
                </c:pt>
                <c:pt idx="556">
                  <c:v>39867</c:v>
                </c:pt>
                <c:pt idx="557">
                  <c:v>39868</c:v>
                </c:pt>
                <c:pt idx="558">
                  <c:v>39869</c:v>
                </c:pt>
                <c:pt idx="559">
                  <c:v>39870</c:v>
                </c:pt>
                <c:pt idx="560">
                  <c:v>39871</c:v>
                </c:pt>
                <c:pt idx="561">
                  <c:v>39874</c:v>
                </c:pt>
                <c:pt idx="562">
                  <c:v>39875</c:v>
                </c:pt>
                <c:pt idx="563">
                  <c:v>39876</c:v>
                </c:pt>
                <c:pt idx="564">
                  <c:v>39877</c:v>
                </c:pt>
                <c:pt idx="565">
                  <c:v>39878</c:v>
                </c:pt>
                <c:pt idx="566">
                  <c:v>39881</c:v>
                </c:pt>
                <c:pt idx="567">
                  <c:v>39882</c:v>
                </c:pt>
                <c:pt idx="568">
                  <c:v>39883</c:v>
                </c:pt>
                <c:pt idx="569">
                  <c:v>39884</c:v>
                </c:pt>
                <c:pt idx="570">
                  <c:v>39885</c:v>
                </c:pt>
                <c:pt idx="571">
                  <c:v>39888</c:v>
                </c:pt>
                <c:pt idx="572">
                  <c:v>39889</c:v>
                </c:pt>
                <c:pt idx="573">
                  <c:v>39890</c:v>
                </c:pt>
                <c:pt idx="574">
                  <c:v>39891</c:v>
                </c:pt>
                <c:pt idx="575">
                  <c:v>39892</c:v>
                </c:pt>
                <c:pt idx="576">
                  <c:v>39895</c:v>
                </c:pt>
                <c:pt idx="577">
                  <c:v>39896</c:v>
                </c:pt>
                <c:pt idx="578">
                  <c:v>39897</c:v>
                </c:pt>
                <c:pt idx="579">
                  <c:v>39898</c:v>
                </c:pt>
                <c:pt idx="580">
                  <c:v>39899</c:v>
                </c:pt>
                <c:pt idx="581">
                  <c:v>39902</c:v>
                </c:pt>
                <c:pt idx="582">
                  <c:v>39903</c:v>
                </c:pt>
                <c:pt idx="583">
                  <c:v>39904</c:v>
                </c:pt>
                <c:pt idx="584">
                  <c:v>39905</c:v>
                </c:pt>
                <c:pt idx="585">
                  <c:v>39906</c:v>
                </c:pt>
                <c:pt idx="586">
                  <c:v>39909</c:v>
                </c:pt>
                <c:pt idx="587">
                  <c:v>39910</c:v>
                </c:pt>
                <c:pt idx="588">
                  <c:v>39911</c:v>
                </c:pt>
                <c:pt idx="589">
                  <c:v>39912</c:v>
                </c:pt>
                <c:pt idx="590">
                  <c:v>39913</c:v>
                </c:pt>
                <c:pt idx="591">
                  <c:v>39916</c:v>
                </c:pt>
                <c:pt idx="592">
                  <c:v>39917</c:v>
                </c:pt>
                <c:pt idx="593">
                  <c:v>39918</c:v>
                </c:pt>
                <c:pt idx="594">
                  <c:v>39919</c:v>
                </c:pt>
                <c:pt idx="595">
                  <c:v>39920</c:v>
                </c:pt>
                <c:pt idx="596">
                  <c:v>39923</c:v>
                </c:pt>
                <c:pt idx="597">
                  <c:v>39924</c:v>
                </c:pt>
                <c:pt idx="598">
                  <c:v>39925</c:v>
                </c:pt>
                <c:pt idx="599">
                  <c:v>39926</c:v>
                </c:pt>
                <c:pt idx="600">
                  <c:v>39927</c:v>
                </c:pt>
                <c:pt idx="601">
                  <c:v>39930</c:v>
                </c:pt>
                <c:pt idx="602">
                  <c:v>39931</c:v>
                </c:pt>
                <c:pt idx="603">
                  <c:v>39932</c:v>
                </c:pt>
                <c:pt idx="604">
                  <c:v>39933</c:v>
                </c:pt>
                <c:pt idx="605">
                  <c:v>39934</c:v>
                </c:pt>
                <c:pt idx="606">
                  <c:v>39937</c:v>
                </c:pt>
                <c:pt idx="607">
                  <c:v>39938</c:v>
                </c:pt>
                <c:pt idx="608">
                  <c:v>39939</c:v>
                </c:pt>
                <c:pt idx="609">
                  <c:v>39940</c:v>
                </c:pt>
                <c:pt idx="610">
                  <c:v>39941</c:v>
                </c:pt>
                <c:pt idx="611">
                  <c:v>39944</c:v>
                </c:pt>
                <c:pt idx="612">
                  <c:v>39945</c:v>
                </c:pt>
                <c:pt idx="613">
                  <c:v>39946</c:v>
                </c:pt>
                <c:pt idx="614">
                  <c:v>39947</c:v>
                </c:pt>
                <c:pt idx="615">
                  <c:v>39948</c:v>
                </c:pt>
                <c:pt idx="616">
                  <c:v>39951</c:v>
                </c:pt>
                <c:pt idx="617">
                  <c:v>39952</c:v>
                </c:pt>
                <c:pt idx="618">
                  <c:v>39953</c:v>
                </c:pt>
                <c:pt idx="619">
                  <c:v>39954</c:v>
                </c:pt>
                <c:pt idx="620">
                  <c:v>39955</c:v>
                </c:pt>
                <c:pt idx="621">
                  <c:v>39958</c:v>
                </c:pt>
                <c:pt idx="622">
                  <c:v>39959</c:v>
                </c:pt>
                <c:pt idx="623">
                  <c:v>39960</c:v>
                </c:pt>
                <c:pt idx="624">
                  <c:v>39961</c:v>
                </c:pt>
                <c:pt idx="625">
                  <c:v>39962</c:v>
                </c:pt>
                <c:pt idx="626">
                  <c:v>39965</c:v>
                </c:pt>
                <c:pt idx="627">
                  <c:v>39966</c:v>
                </c:pt>
                <c:pt idx="628">
                  <c:v>39967</c:v>
                </c:pt>
                <c:pt idx="629">
                  <c:v>39968</c:v>
                </c:pt>
                <c:pt idx="630">
                  <c:v>39969</c:v>
                </c:pt>
                <c:pt idx="631">
                  <c:v>39972</c:v>
                </c:pt>
                <c:pt idx="632">
                  <c:v>39973</c:v>
                </c:pt>
                <c:pt idx="633">
                  <c:v>39974</c:v>
                </c:pt>
                <c:pt idx="634">
                  <c:v>39975</c:v>
                </c:pt>
                <c:pt idx="635">
                  <c:v>39976</c:v>
                </c:pt>
                <c:pt idx="636">
                  <c:v>39979</c:v>
                </c:pt>
                <c:pt idx="637">
                  <c:v>39980</c:v>
                </c:pt>
                <c:pt idx="638">
                  <c:v>39981</c:v>
                </c:pt>
                <c:pt idx="639">
                  <c:v>39982</c:v>
                </c:pt>
                <c:pt idx="640">
                  <c:v>39983</c:v>
                </c:pt>
                <c:pt idx="641">
                  <c:v>39986</c:v>
                </c:pt>
                <c:pt idx="642">
                  <c:v>39987</c:v>
                </c:pt>
                <c:pt idx="643">
                  <c:v>39988</c:v>
                </c:pt>
                <c:pt idx="644">
                  <c:v>39989</c:v>
                </c:pt>
                <c:pt idx="645">
                  <c:v>39990</c:v>
                </c:pt>
                <c:pt idx="646">
                  <c:v>39993</c:v>
                </c:pt>
                <c:pt idx="647">
                  <c:v>39994</c:v>
                </c:pt>
                <c:pt idx="648">
                  <c:v>39995</c:v>
                </c:pt>
                <c:pt idx="649">
                  <c:v>39996</c:v>
                </c:pt>
                <c:pt idx="650">
                  <c:v>39997</c:v>
                </c:pt>
                <c:pt idx="651">
                  <c:v>40000</c:v>
                </c:pt>
                <c:pt idx="652">
                  <c:v>40001</c:v>
                </c:pt>
                <c:pt idx="653">
                  <c:v>40002</c:v>
                </c:pt>
                <c:pt idx="654">
                  <c:v>40003</c:v>
                </c:pt>
                <c:pt idx="655">
                  <c:v>40004</c:v>
                </c:pt>
                <c:pt idx="656">
                  <c:v>40007</c:v>
                </c:pt>
                <c:pt idx="657">
                  <c:v>40008</c:v>
                </c:pt>
                <c:pt idx="658">
                  <c:v>40009</c:v>
                </c:pt>
                <c:pt idx="659">
                  <c:v>40010</c:v>
                </c:pt>
                <c:pt idx="660">
                  <c:v>40011</c:v>
                </c:pt>
                <c:pt idx="661">
                  <c:v>40014</c:v>
                </c:pt>
                <c:pt idx="662">
                  <c:v>40015</c:v>
                </c:pt>
                <c:pt idx="663">
                  <c:v>40016</c:v>
                </c:pt>
                <c:pt idx="664">
                  <c:v>40017</c:v>
                </c:pt>
                <c:pt idx="665">
                  <c:v>40018</c:v>
                </c:pt>
                <c:pt idx="666">
                  <c:v>40021</c:v>
                </c:pt>
                <c:pt idx="667">
                  <c:v>40022</c:v>
                </c:pt>
                <c:pt idx="668">
                  <c:v>40023</c:v>
                </c:pt>
                <c:pt idx="669">
                  <c:v>40024</c:v>
                </c:pt>
                <c:pt idx="670">
                  <c:v>40025</c:v>
                </c:pt>
                <c:pt idx="671">
                  <c:v>40028</c:v>
                </c:pt>
                <c:pt idx="672">
                  <c:v>40029</c:v>
                </c:pt>
                <c:pt idx="673">
                  <c:v>40030</c:v>
                </c:pt>
                <c:pt idx="674">
                  <c:v>40031</c:v>
                </c:pt>
                <c:pt idx="675">
                  <c:v>40032</c:v>
                </c:pt>
                <c:pt idx="676">
                  <c:v>40035</c:v>
                </c:pt>
                <c:pt idx="677">
                  <c:v>40036</c:v>
                </c:pt>
                <c:pt idx="678">
                  <c:v>40037</c:v>
                </c:pt>
                <c:pt idx="679">
                  <c:v>40038</c:v>
                </c:pt>
                <c:pt idx="680">
                  <c:v>40039</c:v>
                </c:pt>
                <c:pt idx="681">
                  <c:v>40042</c:v>
                </c:pt>
                <c:pt idx="682">
                  <c:v>40043</c:v>
                </c:pt>
                <c:pt idx="683">
                  <c:v>40044</c:v>
                </c:pt>
                <c:pt idx="684">
                  <c:v>40045</c:v>
                </c:pt>
                <c:pt idx="685">
                  <c:v>40046</c:v>
                </c:pt>
                <c:pt idx="686">
                  <c:v>40049</c:v>
                </c:pt>
                <c:pt idx="687">
                  <c:v>40050</c:v>
                </c:pt>
                <c:pt idx="688">
                  <c:v>40051</c:v>
                </c:pt>
                <c:pt idx="689">
                  <c:v>40052</c:v>
                </c:pt>
                <c:pt idx="690">
                  <c:v>40053</c:v>
                </c:pt>
                <c:pt idx="691">
                  <c:v>40056</c:v>
                </c:pt>
                <c:pt idx="692">
                  <c:v>40057</c:v>
                </c:pt>
                <c:pt idx="693">
                  <c:v>40058</c:v>
                </c:pt>
                <c:pt idx="694">
                  <c:v>40059</c:v>
                </c:pt>
                <c:pt idx="695">
                  <c:v>40060</c:v>
                </c:pt>
                <c:pt idx="696">
                  <c:v>40063</c:v>
                </c:pt>
                <c:pt idx="697">
                  <c:v>40064</c:v>
                </c:pt>
                <c:pt idx="698">
                  <c:v>40065</c:v>
                </c:pt>
                <c:pt idx="699">
                  <c:v>40066</c:v>
                </c:pt>
                <c:pt idx="700">
                  <c:v>40067</c:v>
                </c:pt>
                <c:pt idx="701">
                  <c:v>40070</c:v>
                </c:pt>
                <c:pt idx="702">
                  <c:v>40071</c:v>
                </c:pt>
                <c:pt idx="703">
                  <c:v>40072</c:v>
                </c:pt>
                <c:pt idx="704">
                  <c:v>40073</c:v>
                </c:pt>
                <c:pt idx="705">
                  <c:v>40074</c:v>
                </c:pt>
                <c:pt idx="706">
                  <c:v>40077</c:v>
                </c:pt>
                <c:pt idx="707">
                  <c:v>40078</c:v>
                </c:pt>
                <c:pt idx="708">
                  <c:v>40079</c:v>
                </c:pt>
                <c:pt idx="709">
                  <c:v>40080</c:v>
                </c:pt>
                <c:pt idx="710">
                  <c:v>40081</c:v>
                </c:pt>
                <c:pt idx="711">
                  <c:v>40084</c:v>
                </c:pt>
                <c:pt idx="712">
                  <c:v>40085</c:v>
                </c:pt>
                <c:pt idx="713">
                  <c:v>40086</c:v>
                </c:pt>
                <c:pt idx="714">
                  <c:v>40087</c:v>
                </c:pt>
                <c:pt idx="715">
                  <c:v>40088</c:v>
                </c:pt>
                <c:pt idx="716">
                  <c:v>40091</c:v>
                </c:pt>
                <c:pt idx="717">
                  <c:v>40092</c:v>
                </c:pt>
                <c:pt idx="718">
                  <c:v>40093</c:v>
                </c:pt>
                <c:pt idx="719">
                  <c:v>40094</c:v>
                </c:pt>
                <c:pt idx="720">
                  <c:v>40095</c:v>
                </c:pt>
                <c:pt idx="721">
                  <c:v>40098</c:v>
                </c:pt>
                <c:pt idx="722">
                  <c:v>40099</c:v>
                </c:pt>
                <c:pt idx="723">
                  <c:v>40100</c:v>
                </c:pt>
                <c:pt idx="724">
                  <c:v>40101</c:v>
                </c:pt>
                <c:pt idx="725">
                  <c:v>40102</c:v>
                </c:pt>
                <c:pt idx="726">
                  <c:v>40105</c:v>
                </c:pt>
                <c:pt idx="727">
                  <c:v>40106</c:v>
                </c:pt>
                <c:pt idx="728">
                  <c:v>40107</c:v>
                </c:pt>
                <c:pt idx="729">
                  <c:v>40108</c:v>
                </c:pt>
                <c:pt idx="730">
                  <c:v>40109</c:v>
                </c:pt>
                <c:pt idx="731">
                  <c:v>40112</c:v>
                </c:pt>
                <c:pt idx="732">
                  <c:v>40113</c:v>
                </c:pt>
                <c:pt idx="733">
                  <c:v>40114</c:v>
                </c:pt>
                <c:pt idx="734">
                  <c:v>40115</c:v>
                </c:pt>
                <c:pt idx="735">
                  <c:v>40116</c:v>
                </c:pt>
                <c:pt idx="736">
                  <c:v>40119</c:v>
                </c:pt>
                <c:pt idx="737">
                  <c:v>40120</c:v>
                </c:pt>
                <c:pt idx="738">
                  <c:v>40121</c:v>
                </c:pt>
                <c:pt idx="739">
                  <c:v>40122</c:v>
                </c:pt>
                <c:pt idx="740">
                  <c:v>40123</c:v>
                </c:pt>
                <c:pt idx="741">
                  <c:v>40126</c:v>
                </c:pt>
                <c:pt idx="742">
                  <c:v>40127</c:v>
                </c:pt>
                <c:pt idx="743">
                  <c:v>40128</c:v>
                </c:pt>
                <c:pt idx="744">
                  <c:v>40129</c:v>
                </c:pt>
                <c:pt idx="745">
                  <c:v>40130</c:v>
                </c:pt>
                <c:pt idx="746">
                  <c:v>40133</c:v>
                </c:pt>
                <c:pt idx="747">
                  <c:v>40134</c:v>
                </c:pt>
                <c:pt idx="748">
                  <c:v>40135</c:v>
                </c:pt>
                <c:pt idx="749">
                  <c:v>40136</c:v>
                </c:pt>
                <c:pt idx="750">
                  <c:v>40137</c:v>
                </c:pt>
                <c:pt idx="751">
                  <c:v>40140</c:v>
                </c:pt>
                <c:pt idx="752">
                  <c:v>40141</c:v>
                </c:pt>
                <c:pt idx="753">
                  <c:v>40142</c:v>
                </c:pt>
                <c:pt idx="754">
                  <c:v>40143</c:v>
                </c:pt>
                <c:pt idx="755">
                  <c:v>40144</c:v>
                </c:pt>
              </c:numCache>
            </c:numRef>
          </c:cat>
          <c:val>
            <c:numRef>
              <c:f>'주가하락_목표달성_2008-10-13'!$D$2:$D$757</c:f>
              <c:numCache>
                <c:formatCode>0.00%</c:formatCode>
                <c:ptCount val="756"/>
                <c:pt idx="0">
                  <c:v>0.99983924393967694</c:v>
                </c:pt>
                <c:pt idx="1">
                  <c:v>0.99347256159422503</c:v>
                </c:pt>
                <c:pt idx="2">
                  <c:v>0.99355332443666899</c:v>
                </c:pt>
                <c:pt idx="3">
                  <c:v>0.992774438817147</c:v>
                </c:pt>
                <c:pt idx="4">
                  <c:v>0.989818774048146</c:v>
                </c:pt>
                <c:pt idx="5">
                  <c:v>0.991884423810654</c:v>
                </c:pt>
                <c:pt idx="6">
                  <c:v>0.99279584073215599</c:v>
                </c:pt>
                <c:pt idx="7">
                  <c:v>0.98746248340857401</c:v>
                </c:pt>
                <c:pt idx="8">
                  <c:v>0.971956823945613</c:v>
                </c:pt>
                <c:pt idx="9">
                  <c:v>0.96675607719254397</c:v>
                </c:pt>
                <c:pt idx="10">
                  <c:v>0.945061919635105</c:v>
                </c:pt>
                <c:pt idx="11">
                  <c:v>0.95634848498289704</c:v>
                </c:pt>
                <c:pt idx="12">
                  <c:v>0.95347583065463493</c:v>
                </c:pt>
                <c:pt idx="13">
                  <c:v>0.96961869897742503</c:v>
                </c:pt>
                <c:pt idx="14">
                  <c:v>0.96637320996581</c:v>
                </c:pt>
                <c:pt idx="15">
                  <c:v>0.95847391910146296</c:v>
                </c:pt>
                <c:pt idx="16">
                  <c:v>0.94021665043473501</c:v>
                </c:pt>
                <c:pt idx="17">
                  <c:v>0.94189642695549791</c:v>
                </c:pt>
                <c:pt idx="18">
                  <c:v>0.93298553896224012</c:v>
                </c:pt>
                <c:pt idx="19">
                  <c:v>0.931406659641831</c:v>
                </c:pt>
                <c:pt idx="20">
                  <c:v>0.94530645862505591</c:v>
                </c:pt>
                <c:pt idx="21">
                  <c:v>0.95431826183745505</c:v>
                </c:pt>
                <c:pt idx="22">
                  <c:v>0.949480732686665</c:v>
                </c:pt>
                <c:pt idx="23">
                  <c:v>0.94627254347053591</c:v>
                </c:pt>
                <c:pt idx="24">
                  <c:v>0.94062035937474608</c:v>
                </c:pt>
                <c:pt idx="25">
                  <c:v>0.937412182178055</c:v>
                </c:pt>
                <c:pt idx="26">
                  <c:v>0.92603020509718403</c:v>
                </c:pt>
                <c:pt idx="27">
                  <c:v>0.92697701524803999</c:v>
                </c:pt>
                <c:pt idx="28">
                  <c:v>0.93153491751828199</c:v>
                </c:pt>
                <c:pt idx="29">
                  <c:v>0.93519005331263994</c:v>
                </c:pt>
                <c:pt idx="30">
                  <c:v>0.94606736810434999</c:v>
                </c:pt>
                <c:pt idx="31">
                  <c:v>0.94611142751045307</c:v>
                </c:pt>
                <c:pt idx="32">
                  <c:v>0.94976657903843997</c:v>
                </c:pt>
                <c:pt idx="33">
                  <c:v>0.961518306509063</c:v>
                </c:pt>
                <c:pt idx="34">
                  <c:v>0.95830460944366092</c:v>
                </c:pt>
                <c:pt idx="35">
                  <c:v>0.95425096114897201</c:v>
                </c:pt>
                <c:pt idx="36">
                  <c:v>0.95963550234457695</c:v>
                </c:pt>
                <c:pt idx="37">
                  <c:v>0.94808432850320101</c:v>
                </c:pt>
                <c:pt idx="38">
                  <c:v>0.93249776122120709</c:v>
                </c:pt>
                <c:pt idx="39">
                  <c:v>0.93251406264001802</c:v>
                </c:pt>
                <c:pt idx="40">
                  <c:v>0.93778784304615792</c:v>
                </c:pt>
                <c:pt idx="41">
                  <c:v>0.93886922667470296</c:v>
                </c:pt>
                <c:pt idx="42">
                  <c:v>0.95252781648387996</c:v>
                </c:pt>
                <c:pt idx="43">
                  <c:v>0.95046490748294599</c:v>
                </c:pt>
                <c:pt idx="44">
                  <c:v>0.95885100887096597</c:v>
                </c:pt>
                <c:pt idx="45">
                  <c:v>0.96079062007480698</c:v>
                </c:pt>
                <c:pt idx="46">
                  <c:v>0.97124908272571109</c:v>
                </c:pt>
                <c:pt idx="47">
                  <c:v>0.95904718753690299</c:v>
                </c:pt>
                <c:pt idx="48">
                  <c:v>0.95041437984472199</c:v>
                </c:pt>
                <c:pt idx="49">
                  <c:v>0.94949069404630293</c:v>
                </c:pt>
                <c:pt idx="50">
                  <c:v>0.94565211376261604</c:v>
                </c:pt>
                <c:pt idx="51">
                  <c:v>0.94360755100601912</c:v>
                </c:pt>
                <c:pt idx="52">
                  <c:v>0.93948417866670397</c:v>
                </c:pt>
                <c:pt idx="53">
                  <c:v>0.95095191285690506</c:v>
                </c:pt>
                <c:pt idx="54">
                  <c:v>0.96861450862312193</c:v>
                </c:pt>
                <c:pt idx="55">
                  <c:v>0.965008934267503</c:v>
                </c:pt>
                <c:pt idx="56">
                  <c:v>0.96961527443409812</c:v>
                </c:pt>
                <c:pt idx="57">
                  <c:v>0.96600971059412799</c:v>
                </c:pt>
                <c:pt idx="58">
                  <c:v>0.96422902073840999</c:v>
                </c:pt>
                <c:pt idx="59">
                  <c:v>0.96241173657752499</c:v>
                </c:pt>
                <c:pt idx="60">
                  <c:v>0.96244720742757295</c:v>
                </c:pt>
                <c:pt idx="61">
                  <c:v>0.96145728651859297</c:v>
                </c:pt>
                <c:pt idx="62">
                  <c:v>0.97683758830282397</c:v>
                </c:pt>
                <c:pt idx="63">
                  <c:v>0.98967533001042696</c:v>
                </c:pt>
                <c:pt idx="64">
                  <c:v>0.98972756766576797</c:v>
                </c:pt>
                <c:pt idx="65">
                  <c:v>0.98326053313575601</c:v>
                </c:pt>
                <c:pt idx="66">
                  <c:v>0.98002235365722101</c:v>
                </c:pt>
                <c:pt idx="67">
                  <c:v>0.98369788278149395</c:v>
                </c:pt>
                <c:pt idx="68">
                  <c:v>0.99821698015696303</c:v>
                </c:pt>
                <c:pt idx="69">
                  <c:v>0.99674031350090697</c:v>
                </c:pt>
                <c:pt idx="70">
                  <c:v>0.99679673716799799</c:v>
                </c:pt>
                <c:pt idx="71">
                  <c:v>0.98992059442023606</c:v>
                </c:pt>
                <c:pt idx="72">
                  <c:v>0.988235642073506</c:v>
                </c:pt>
                <c:pt idx="73">
                  <c:v>0.9821926906133881</c:v>
                </c:pt>
                <c:pt idx="74">
                  <c:v>0.96338591282319397</c:v>
                </c:pt>
                <c:pt idx="75">
                  <c:v>0.96655811790471002</c:v>
                </c:pt>
                <c:pt idx="76">
                  <c:v>0.96659262509358401</c:v>
                </c:pt>
                <c:pt idx="77">
                  <c:v>0.95404868154642597</c:v>
                </c:pt>
                <c:pt idx="78">
                  <c:v>0.96427340712890297</c:v>
                </c:pt>
                <c:pt idx="79">
                  <c:v>0.96430133998615009</c:v>
                </c:pt>
                <c:pt idx="80">
                  <c:v>0.96093034415201206</c:v>
                </c:pt>
                <c:pt idx="81">
                  <c:v>0.96095828366033498</c:v>
                </c:pt>
                <c:pt idx="82">
                  <c:v>0.96098622649478893</c:v>
                </c:pt>
                <c:pt idx="83">
                  <c:v>0.95988119531686389</c:v>
                </c:pt>
                <c:pt idx="84">
                  <c:v>0.95648775281575893</c:v>
                </c:pt>
                <c:pt idx="85">
                  <c:v>0.95651035534473094</c:v>
                </c:pt>
                <c:pt idx="86">
                  <c:v>0.99133937791302795</c:v>
                </c:pt>
                <c:pt idx="87">
                  <c:v>0.98033763514921102</c:v>
                </c:pt>
                <c:pt idx="88">
                  <c:v>0.97737832146283798</c:v>
                </c:pt>
                <c:pt idx="89">
                  <c:v>0.96638614772777298</c:v>
                </c:pt>
                <c:pt idx="90">
                  <c:v>0.95971394786364594</c:v>
                </c:pt>
                <c:pt idx="91">
                  <c:v>0.95413773820409009</c:v>
                </c:pt>
                <c:pt idx="92">
                  <c:v>0.95653049790662292</c:v>
                </c:pt>
                <c:pt idx="93">
                  <c:v>0.93879675362246706</c:v>
                </c:pt>
                <c:pt idx="94">
                  <c:v>0.92579866100249608</c:v>
                </c:pt>
                <c:pt idx="95">
                  <c:v>0.903329273961051</c:v>
                </c:pt>
                <c:pt idx="96">
                  <c:v>0.89980248467051194</c:v>
                </c:pt>
                <c:pt idx="97">
                  <c:v>0.90574699574055595</c:v>
                </c:pt>
                <c:pt idx="98">
                  <c:v>0.90695586108552406</c:v>
                </c:pt>
                <c:pt idx="99">
                  <c:v>0.90698081722727397</c:v>
                </c:pt>
                <c:pt idx="100">
                  <c:v>0.91766098590450196</c:v>
                </c:pt>
                <c:pt idx="101">
                  <c:v>0.90466291407636501</c:v>
                </c:pt>
                <c:pt idx="102">
                  <c:v>0.88811310869840299</c:v>
                </c:pt>
                <c:pt idx="103">
                  <c:v>0.8786667793354771</c:v>
                </c:pt>
                <c:pt idx="104">
                  <c:v>0.89053087207395398</c:v>
                </c:pt>
                <c:pt idx="105">
                  <c:v>0.927257123435691</c:v>
                </c:pt>
                <c:pt idx="106">
                  <c:v>0.93201774907699209</c:v>
                </c:pt>
                <c:pt idx="107">
                  <c:v>0.9391241397292851</c:v>
                </c:pt>
                <c:pt idx="108">
                  <c:v>0.93914386706504704</c:v>
                </c:pt>
                <c:pt idx="109">
                  <c:v>0.94167468285101097</c:v>
                </c:pt>
                <c:pt idx="110">
                  <c:v>0.95801647454515004</c:v>
                </c:pt>
                <c:pt idx="111">
                  <c:v>0.96933609638492202</c:v>
                </c:pt>
                <c:pt idx="112">
                  <c:v>0.95554485955692803</c:v>
                </c:pt>
                <c:pt idx="113">
                  <c:v>0.94049808202769003</c:v>
                </c:pt>
                <c:pt idx="114">
                  <c:v>0.94177336650945609</c:v>
                </c:pt>
                <c:pt idx="115">
                  <c:v>0.93425985198540795</c:v>
                </c:pt>
                <c:pt idx="116">
                  <c:v>0.96566817438830999</c:v>
                </c:pt>
                <c:pt idx="117">
                  <c:v>0.9732211811757</c:v>
                </c:pt>
                <c:pt idx="118">
                  <c:v>0.97324093200897099</c:v>
                </c:pt>
                <c:pt idx="119">
                  <c:v>1.0321176498837499</c:v>
                </c:pt>
                <c:pt idx="120">
                  <c:v>1.0354157302136899</c:v>
                </c:pt>
                <c:pt idx="121">
                  <c:v>1.01919010377387</c:v>
                </c:pt>
                <c:pt idx="122">
                  <c:v>1.0264189694825101</c:v>
                </c:pt>
                <c:pt idx="123">
                  <c:v>1.01511130260166</c:v>
                </c:pt>
                <c:pt idx="124">
                  <c:v>1.0245044420810701</c:v>
                </c:pt>
                <c:pt idx="125">
                  <c:v>1.01160462825275</c:v>
                </c:pt>
                <c:pt idx="126">
                  <c:v>1.01268952939311</c:v>
                </c:pt>
                <c:pt idx="127">
                  <c:v>1.0139065676776999</c:v>
                </c:pt>
                <c:pt idx="128">
                  <c:v>1.0305070634631901</c:v>
                </c:pt>
                <c:pt idx="129">
                  <c:v>1.0396992920461401</c:v>
                </c:pt>
                <c:pt idx="130">
                  <c:v>1.05603762500462</c:v>
                </c:pt>
                <c:pt idx="131">
                  <c:v>1.0546983162536399</c:v>
                </c:pt>
                <c:pt idx="132">
                  <c:v>1.0569414101082502</c:v>
                </c:pt>
                <c:pt idx="133">
                  <c:v>1.0606174716955501</c:v>
                </c:pt>
                <c:pt idx="134">
                  <c:v>1.06501002272546</c:v>
                </c:pt>
                <c:pt idx="135">
                  <c:v>1.0672234323737799</c:v>
                </c:pt>
                <c:pt idx="136">
                  <c:v>1.0585451843956799</c:v>
                </c:pt>
                <c:pt idx="137">
                  <c:v>1.0586388871667198</c:v>
                </c:pt>
                <c:pt idx="138">
                  <c:v>1.05981692296122</c:v>
                </c:pt>
                <c:pt idx="139">
                  <c:v>1.0588263261753901</c:v>
                </c:pt>
                <c:pt idx="140">
                  <c:v>1.0708076209083699</c:v>
                </c:pt>
                <c:pt idx="141">
                  <c:v>1.07091088308593</c:v>
                </c:pt>
                <c:pt idx="142">
                  <c:v>1.0699763752636999</c:v>
                </c:pt>
                <c:pt idx="143">
                  <c:v>1.06644742400376</c:v>
                </c:pt>
                <c:pt idx="144">
                  <c:v>1.06185199114077</c:v>
                </c:pt>
                <c:pt idx="145">
                  <c:v>1.05488795693675</c:v>
                </c:pt>
                <c:pt idx="146">
                  <c:v>1.05901901515015</c:v>
                </c:pt>
                <c:pt idx="147">
                  <c:v>1.06348629942338</c:v>
                </c:pt>
                <c:pt idx="148">
                  <c:v>1.04807000295675</c:v>
                </c:pt>
                <c:pt idx="149">
                  <c:v>1.05284701564426</c:v>
                </c:pt>
                <c:pt idx="150">
                  <c:v>1.0650971225807901</c:v>
                </c:pt>
                <c:pt idx="151">
                  <c:v>1.06708354109715</c:v>
                </c:pt>
                <c:pt idx="152">
                  <c:v>1.06528383993662</c:v>
                </c:pt>
                <c:pt idx="153">
                  <c:v>1.06954195915546</c:v>
                </c:pt>
                <c:pt idx="154">
                  <c:v>1.0775548269475399</c:v>
                </c:pt>
                <c:pt idx="155">
                  <c:v>1.0693005432312699</c:v>
                </c:pt>
                <c:pt idx="156">
                  <c:v>1.0818198125727201</c:v>
                </c:pt>
                <c:pt idx="157">
                  <c:v>1.0775295772828299</c:v>
                </c:pt>
                <c:pt idx="158">
                  <c:v>1.0776244443954699</c:v>
                </c:pt>
                <c:pt idx="159">
                  <c:v>1.0641986252121101</c:v>
                </c:pt>
                <c:pt idx="160">
                  <c:v>1.0551199654079499</c:v>
                </c:pt>
                <c:pt idx="161">
                  <c:v>1.0688948322619201</c:v>
                </c:pt>
                <c:pt idx="162">
                  <c:v>1.06252739508622</c:v>
                </c:pt>
                <c:pt idx="163">
                  <c:v>1.06907869270387</c:v>
                </c:pt>
                <c:pt idx="164">
                  <c:v>1.0687669292209701</c:v>
                </c:pt>
                <c:pt idx="165">
                  <c:v>1.0595735540372799</c:v>
                </c:pt>
                <c:pt idx="166">
                  <c:v>1.0499356822108801</c:v>
                </c:pt>
                <c:pt idx="167">
                  <c:v>1.0380009020754399</c:v>
                </c:pt>
                <c:pt idx="168">
                  <c:v>1.0328283990473199</c:v>
                </c:pt>
                <c:pt idx="169">
                  <c:v>1.04334394489772</c:v>
                </c:pt>
                <c:pt idx="170">
                  <c:v>1.04587566027706</c:v>
                </c:pt>
                <c:pt idx="171">
                  <c:v>1.03673869622503</c:v>
                </c:pt>
                <c:pt idx="172">
                  <c:v>1.0319007315753701</c:v>
                </c:pt>
                <c:pt idx="173">
                  <c:v>1.0344324737969901</c:v>
                </c:pt>
                <c:pt idx="174">
                  <c:v>1.0252955365904199</c:v>
                </c:pt>
                <c:pt idx="175">
                  <c:v>1.0124299490647899</c:v>
                </c:pt>
                <c:pt idx="176">
                  <c:v>1.0147611111286801</c:v>
                </c:pt>
                <c:pt idx="177">
                  <c:v>1.02162507131483</c:v>
                </c:pt>
                <c:pt idx="178">
                  <c:v>1.01866799331973</c:v>
                </c:pt>
                <c:pt idx="179">
                  <c:v>1.0051129844983</c:v>
                </c:pt>
                <c:pt idx="180">
                  <c:v>1.0035212390069901</c:v>
                </c:pt>
                <c:pt idx="181">
                  <c:v>1.0060580977247</c:v>
                </c:pt>
                <c:pt idx="182">
                  <c:v>0.98955823562023193</c:v>
                </c:pt>
                <c:pt idx="183">
                  <c:v>1.0013302150496</c:v>
                </c:pt>
                <c:pt idx="184">
                  <c:v>0.97766387580893199</c:v>
                </c:pt>
                <c:pt idx="185">
                  <c:v>0.9848961724064399</c:v>
                </c:pt>
                <c:pt idx="186">
                  <c:v>0.98494204654421902</c:v>
                </c:pt>
                <c:pt idx="187">
                  <c:v>0.98498792614320496</c:v>
                </c:pt>
                <c:pt idx="188">
                  <c:v>0.98503381120404698</c:v>
                </c:pt>
                <c:pt idx="189">
                  <c:v>1.02094579347682</c:v>
                </c:pt>
                <c:pt idx="190">
                  <c:v>1.0267000227152199</c:v>
                </c:pt>
                <c:pt idx="191">
                  <c:v>1.0235087207468101</c:v>
                </c:pt>
                <c:pt idx="192">
                  <c:v>1.0219438876672999</c:v>
                </c:pt>
                <c:pt idx="193">
                  <c:v>1.02200552347756</c:v>
                </c:pt>
                <c:pt idx="194">
                  <c:v>1.0008875611063699</c:v>
                </c:pt>
                <c:pt idx="195">
                  <c:v>0.99534204565175999</c:v>
                </c:pt>
                <c:pt idx="196">
                  <c:v>0.99352899268865302</c:v>
                </c:pt>
                <c:pt idx="197">
                  <c:v>0.98795729820699196</c:v>
                </c:pt>
                <c:pt idx="198">
                  <c:v>0.98698081654966296</c:v>
                </c:pt>
                <c:pt idx="199">
                  <c:v>0.98088718946821007</c:v>
                </c:pt>
                <c:pt idx="200">
                  <c:v>0.97374612278323991</c:v>
                </c:pt>
                <c:pt idx="201">
                  <c:v>0.96713763442297207</c:v>
                </c:pt>
                <c:pt idx="202">
                  <c:v>0.93834129293002411</c:v>
                </c:pt>
                <c:pt idx="203">
                  <c:v>0.940759269413174</c:v>
                </c:pt>
                <c:pt idx="204">
                  <c:v>0.92412139264733195</c:v>
                </c:pt>
                <c:pt idx="205">
                  <c:v>0.92177541331755508</c:v>
                </c:pt>
                <c:pt idx="206">
                  <c:v>0.90394655402743695</c:v>
                </c:pt>
                <c:pt idx="207">
                  <c:v>0.90160058327027992</c:v>
                </c:pt>
                <c:pt idx="208">
                  <c:v>0.88138975036204992</c:v>
                </c:pt>
                <c:pt idx="209">
                  <c:v>0.850460001878516</c:v>
                </c:pt>
                <c:pt idx="210">
                  <c:v>0.93025994018620695</c:v>
                </c:pt>
                <c:pt idx="211">
                  <c:v>0.90894986819302903</c:v>
                </c:pt>
                <c:pt idx="212">
                  <c:v>0.89829496892227201</c:v>
                </c:pt>
                <c:pt idx="213">
                  <c:v>0.90179919255825791</c:v>
                </c:pt>
                <c:pt idx="214">
                  <c:v>0.89144088575689295</c:v>
                </c:pt>
                <c:pt idx="215">
                  <c:v>0.88108258355010804</c:v>
                </c:pt>
                <c:pt idx="216">
                  <c:v>0.87072428593845008</c:v>
                </c:pt>
                <c:pt idx="217">
                  <c:v>0.88231500672215701</c:v>
                </c:pt>
                <c:pt idx="218">
                  <c:v>0.89390573210208402</c:v>
                </c:pt>
                <c:pt idx="219">
                  <c:v>0.86506406823724502</c:v>
                </c:pt>
                <c:pt idx="220">
                  <c:v>0.86625790153771898</c:v>
                </c:pt>
                <c:pt idx="221">
                  <c:v>0.85705483816251904</c:v>
                </c:pt>
                <c:pt idx="222">
                  <c:v>0.86055910316449602</c:v>
                </c:pt>
                <c:pt idx="223">
                  <c:v>0.86059773900758596</c:v>
                </c:pt>
                <c:pt idx="224">
                  <c:v>0.87218849197633308</c:v>
                </c:pt>
                <c:pt idx="225">
                  <c:v>0.873382348271596</c:v>
                </c:pt>
                <c:pt idx="226">
                  <c:v>0.85609282912561402</c:v>
                </c:pt>
                <c:pt idx="227">
                  <c:v>0.85613148337000888</c:v>
                </c:pt>
                <c:pt idx="228">
                  <c:v>0.84461802968994804</c:v>
                </c:pt>
                <c:pt idx="229">
                  <c:v>0.84927753814874396</c:v>
                </c:pt>
                <c:pt idx="230">
                  <c:v>0.84931620619987003</c:v>
                </c:pt>
                <c:pt idx="231">
                  <c:v>0.85513093511741201</c:v>
                </c:pt>
                <c:pt idx="232">
                  <c:v>0.85285918987053511</c:v>
                </c:pt>
                <c:pt idx="233">
                  <c:v>0.85174266048070801</c:v>
                </c:pt>
                <c:pt idx="234">
                  <c:v>0.89105852953739995</c:v>
                </c:pt>
                <c:pt idx="235">
                  <c:v>0.92342258703988089</c:v>
                </c:pt>
                <c:pt idx="236">
                  <c:v>0.90617269268579193</c:v>
                </c:pt>
                <c:pt idx="237">
                  <c:v>0.91237924564168593</c:v>
                </c:pt>
                <c:pt idx="238">
                  <c:v>0.91735125297531495</c:v>
                </c:pt>
                <c:pt idx="239">
                  <c:v>0.9494833565597921</c:v>
                </c:pt>
                <c:pt idx="240">
                  <c:v>0.963097219470056</c:v>
                </c:pt>
                <c:pt idx="241">
                  <c:v>0.95078554382676694</c:v>
                </c:pt>
                <c:pt idx="242">
                  <c:v>0.93847387220976597</c:v>
                </c:pt>
                <c:pt idx="243">
                  <c:v>0.92739675426616996</c:v>
                </c:pt>
                <c:pt idx="244">
                  <c:v>0.92619603752291102</c:v>
                </c:pt>
                <c:pt idx="245">
                  <c:v>0.91511892763428804</c:v>
                </c:pt>
                <c:pt idx="246">
                  <c:v>0.90774547071378098</c:v>
                </c:pt>
                <c:pt idx="247">
                  <c:v>0.90777931570177595</c:v>
                </c:pt>
                <c:pt idx="248">
                  <c:v>0.90781316471893703</c:v>
                </c:pt>
                <c:pt idx="249">
                  <c:v>0.88932877306619806</c:v>
                </c:pt>
                <c:pt idx="250">
                  <c:v>0.89430082872967409</c:v>
                </c:pt>
                <c:pt idx="251">
                  <c:v>0.92026023241656996</c:v>
                </c:pt>
                <c:pt idx="252">
                  <c:v>0.92012040354894797</c:v>
                </c:pt>
                <c:pt idx="253">
                  <c:v>0.919635597940473</c:v>
                </c:pt>
                <c:pt idx="254">
                  <c:v>0.92307087000088106</c:v>
                </c:pt>
                <c:pt idx="255">
                  <c:v>0.922586082299236</c:v>
                </c:pt>
                <c:pt idx="256">
                  <c:v>0.92266131336917601</c:v>
                </c:pt>
                <c:pt idx="257">
                  <c:v>0.92273655339519611</c:v>
                </c:pt>
                <c:pt idx="258">
                  <c:v>0.91046801405391309</c:v>
                </c:pt>
                <c:pt idx="259">
                  <c:v>0.90726331468432908</c:v>
                </c:pt>
                <c:pt idx="260">
                  <c:v>0.90469582917944602</c:v>
                </c:pt>
                <c:pt idx="261">
                  <c:v>0.89310373554345801</c:v>
                </c:pt>
                <c:pt idx="262">
                  <c:v>0.88498337388748893</c:v>
                </c:pt>
                <c:pt idx="263">
                  <c:v>0.89158830767325303</c:v>
                </c:pt>
                <c:pt idx="264">
                  <c:v>0.88837638980705902</c:v>
                </c:pt>
                <c:pt idx="265">
                  <c:v>0.89498133796539803</c:v>
                </c:pt>
                <c:pt idx="266">
                  <c:v>0.88767907662439993</c:v>
                </c:pt>
                <c:pt idx="267">
                  <c:v>0.87954083163783192</c:v>
                </c:pt>
                <c:pt idx="268">
                  <c:v>0.86343922148708496</c:v>
                </c:pt>
                <c:pt idx="269">
                  <c:v>0.91449913199187904</c:v>
                </c:pt>
                <c:pt idx="270">
                  <c:v>0.91457122371996602</c:v>
                </c:pt>
                <c:pt idx="271">
                  <c:v>0.92094798966429492</c:v>
                </c:pt>
                <c:pt idx="272">
                  <c:v>0.92102009855809996</c:v>
                </c:pt>
                <c:pt idx="273">
                  <c:v>0.92487501541663408</c:v>
                </c:pt>
                <c:pt idx="274">
                  <c:v>0.93501077078633099</c:v>
                </c:pt>
                <c:pt idx="275">
                  <c:v>0.92484487955626304</c:v>
                </c:pt>
                <c:pt idx="276">
                  <c:v>0.91735065265878102</c:v>
                </c:pt>
                <c:pt idx="277">
                  <c:v>0.92762317049722998</c:v>
                </c:pt>
                <c:pt idx="278">
                  <c:v>0.93850680960046506</c:v>
                </c:pt>
                <c:pt idx="279">
                  <c:v>0.93751255910208298</c:v>
                </c:pt>
                <c:pt idx="280">
                  <c:v>0.93008242531749308</c:v>
                </c:pt>
                <c:pt idx="281">
                  <c:v>0.93766938364559094</c:v>
                </c:pt>
                <c:pt idx="282">
                  <c:v>0.9382841343047581</c:v>
                </c:pt>
                <c:pt idx="283">
                  <c:v>0.93836256991544209</c:v>
                </c:pt>
                <c:pt idx="284">
                  <c:v>0.93844101486369991</c:v>
                </c:pt>
                <c:pt idx="285">
                  <c:v>0.93851946915064099</c:v>
                </c:pt>
                <c:pt idx="286">
                  <c:v>0.93913425716232302</c:v>
                </c:pt>
                <c:pt idx="287">
                  <c:v>0.94082170328480208</c:v>
                </c:pt>
                <c:pt idx="288">
                  <c:v>0.936073266129966</c:v>
                </c:pt>
                <c:pt idx="289">
                  <c:v>0.94044235286231992</c:v>
                </c:pt>
                <c:pt idx="290">
                  <c:v>0.93837555631958391</c:v>
                </c:pt>
                <c:pt idx="291">
                  <c:v>0.93469979596737007</c:v>
                </c:pt>
                <c:pt idx="292">
                  <c:v>0.9331484821707009</c:v>
                </c:pt>
                <c:pt idx="293">
                  <c:v>0.92207248308616896</c:v>
                </c:pt>
                <c:pt idx="294">
                  <c:v>0.92142797451420289</c:v>
                </c:pt>
                <c:pt idx="295">
                  <c:v>0.9100707892742651</c:v>
                </c:pt>
                <c:pt idx="296">
                  <c:v>0.90605408275374399</c:v>
                </c:pt>
                <c:pt idx="297">
                  <c:v>0.89956531763554692</c:v>
                </c:pt>
                <c:pt idx="298">
                  <c:v>0.93369947418767896</c:v>
                </c:pt>
                <c:pt idx="299">
                  <c:v>0.93310868006258696</c:v>
                </c:pt>
                <c:pt idx="300">
                  <c:v>0.92854236681275293</c:v>
                </c:pt>
                <c:pt idx="301">
                  <c:v>0.91201201134464793</c:v>
                </c:pt>
                <c:pt idx="302">
                  <c:v>0.91783866166882999</c:v>
                </c:pt>
                <c:pt idx="303">
                  <c:v>0.92858201313711208</c:v>
                </c:pt>
                <c:pt idx="304">
                  <c:v>0.93736244953490699</c:v>
                </c:pt>
                <c:pt idx="305">
                  <c:v>0.92508914857214297</c:v>
                </c:pt>
                <c:pt idx="306">
                  <c:v>0.92007576801845103</c:v>
                </c:pt>
                <c:pt idx="307">
                  <c:v>0.932486185022525</c:v>
                </c:pt>
                <c:pt idx="308">
                  <c:v>0.93182876814216697</c:v>
                </c:pt>
                <c:pt idx="309">
                  <c:v>0.92318545595221091</c:v>
                </c:pt>
                <c:pt idx="310">
                  <c:v>0.92180206417521204</c:v>
                </c:pt>
                <c:pt idx="311">
                  <c:v>0.92477462791279397</c:v>
                </c:pt>
                <c:pt idx="312">
                  <c:v>0.92702120859206705</c:v>
                </c:pt>
                <c:pt idx="313">
                  <c:v>0.92636383253949106</c:v>
                </c:pt>
                <c:pt idx="314">
                  <c:v>0.93587034180311091</c:v>
                </c:pt>
                <c:pt idx="315">
                  <c:v>0.95767139966945702</c:v>
                </c:pt>
                <c:pt idx="316">
                  <c:v>0.95556825340949503</c:v>
                </c:pt>
                <c:pt idx="317">
                  <c:v>0.95401087783292393</c:v>
                </c:pt>
                <c:pt idx="318">
                  <c:v>0.96009416817262805</c:v>
                </c:pt>
                <c:pt idx="319">
                  <c:v>0.95307919990615597</c:v>
                </c:pt>
                <c:pt idx="320">
                  <c:v>0.9586167481032839</c:v>
                </c:pt>
                <c:pt idx="321">
                  <c:v>0.97557725835768494</c:v>
                </c:pt>
                <c:pt idx="322">
                  <c:v>0.976075465395282</c:v>
                </c:pt>
                <c:pt idx="323">
                  <c:v>0.978210486220219</c:v>
                </c:pt>
                <c:pt idx="324">
                  <c:v>0.97911791524887903</c:v>
                </c:pt>
                <c:pt idx="325">
                  <c:v>0.97716094929116493</c:v>
                </c:pt>
                <c:pt idx="326">
                  <c:v>0.97274878914617702</c:v>
                </c:pt>
                <c:pt idx="327">
                  <c:v>0.96790934553461494</c:v>
                </c:pt>
                <c:pt idx="328">
                  <c:v>0.96799410529384899</c:v>
                </c:pt>
                <c:pt idx="329">
                  <c:v>0.97567974520473399</c:v>
                </c:pt>
                <c:pt idx="330">
                  <c:v>0.98582210813002502</c:v>
                </c:pt>
                <c:pt idx="331">
                  <c:v>0.98564759922835288</c:v>
                </c:pt>
                <c:pt idx="332">
                  <c:v>0.97998190122278994</c:v>
                </c:pt>
                <c:pt idx="333">
                  <c:v>0.97969161783539405</c:v>
                </c:pt>
                <c:pt idx="334">
                  <c:v>0.98169119394872895</c:v>
                </c:pt>
                <c:pt idx="335">
                  <c:v>0.98369078093931606</c:v>
                </c:pt>
                <c:pt idx="336">
                  <c:v>0.99175007657341996</c:v>
                </c:pt>
                <c:pt idx="337">
                  <c:v>0.99229853248214794</c:v>
                </c:pt>
                <c:pt idx="338">
                  <c:v>0.99017116301145403</c:v>
                </c:pt>
                <c:pt idx="339">
                  <c:v>0.98826679220754898</c:v>
                </c:pt>
                <c:pt idx="340">
                  <c:v>0.986558336184024</c:v>
                </c:pt>
                <c:pt idx="341">
                  <c:v>0.97734484674231192</c:v>
                </c:pt>
                <c:pt idx="342">
                  <c:v>0.9789260536744121</c:v>
                </c:pt>
                <c:pt idx="343">
                  <c:v>0.97901076198777903</c:v>
                </c:pt>
                <c:pt idx="344">
                  <c:v>0.97909548038546801</c:v>
                </c:pt>
                <c:pt idx="345">
                  <c:v>0.99060697029499489</c:v>
                </c:pt>
                <c:pt idx="346">
                  <c:v>0.99070276808364799</c:v>
                </c:pt>
                <c:pt idx="347">
                  <c:v>0.99345912175779205</c:v>
                </c:pt>
                <c:pt idx="348">
                  <c:v>0.99322237429667593</c:v>
                </c:pt>
                <c:pt idx="349">
                  <c:v>0.99860189774118591</c:v>
                </c:pt>
                <c:pt idx="350">
                  <c:v>0.99911474934218902</c:v>
                </c:pt>
                <c:pt idx="351">
                  <c:v>0.99921950494662592</c:v>
                </c:pt>
                <c:pt idx="352">
                  <c:v>0.99932427302196902</c:v>
                </c:pt>
                <c:pt idx="353">
                  <c:v>1.00021541497501</c:v>
                </c:pt>
                <c:pt idx="354">
                  <c:v>1.00237740935297</c:v>
                </c:pt>
                <c:pt idx="355">
                  <c:v>1.0028993398906301</c:v>
                </c:pt>
                <c:pt idx="356">
                  <c:v>1.0030112644606799</c:v>
                </c:pt>
                <c:pt idx="357">
                  <c:v>1.0015856300162</c:v>
                </c:pt>
                <c:pt idx="358">
                  <c:v>1.0020050957043301</c:v>
                </c:pt>
                <c:pt idx="359">
                  <c:v>1.0013995264940601</c:v>
                </c:pt>
                <c:pt idx="360">
                  <c:v>1.0009989802580801</c:v>
                </c:pt>
                <c:pt idx="361">
                  <c:v>0.99947089430429203</c:v>
                </c:pt>
                <c:pt idx="362">
                  <c:v>1.0013041954925399</c:v>
                </c:pt>
                <c:pt idx="363">
                  <c:v>1.00142127876951</c:v>
                </c:pt>
                <c:pt idx="364">
                  <c:v>1.0018104337442701</c:v>
                </c:pt>
                <c:pt idx="365">
                  <c:v>1.0025925749781401</c:v>
                </c:pt>
                <c:pt idx="366">
                  <c:v>1.0023167277565701</c:v>
                </c:pt>
                <c:pt idx="367">
                  <c:v>1.0022524949579101</c:v>
                </c:pt>
                <c:pt idx="368">
                  <c:v>1.0024905625036</c:v>
                </c:pt>
                <c:pt idx="369">
                  <c:v>1.0032425308747299</c:v>
                </c:pt>
                <c:pt idx="370">
                  <c:v>1.0033597117559501</c:v>
                </c:pt>
                <c:pt idx="371">
                  <c:v>1.00356759250705</c:v>
                </c:pt>
                <c:pt idx="372">
                  <c:v>1.0035336580905301</c:v>
                </c:pt>
                <c:pt idx="373">
                  <c:v>1.00362065218713</c:v>
                </c:pt>
                <c:pt idx="374">
                  <c:v>1.0025589719218</c:v>
                </c:pt>
                <c:pt idx="375">
                  <c:v>1.00276690848992</c:v>
                </c:pt>
                <c:pt idx="376">
                  <c:v>1.0029144017366101</c:v>
                </c:pt>
                <c:pt idx="377">
                  <c:v>1.0027293939042401</c:v>
                </c:pt>
                <c:pt idx="378">
                  <c:v>1.0024210032843299</c:v>
                </c:pt>
                <c:pt idx="379">
                  <c:v>0.99565916481540695</c:v>
                </c:pt>
                <c:pt idx="380">
                  <c:v>0.99688031001986899</c:v>
                </c:pt>
                <c:pt idx="381">
                  <c:v>0.99696103996746999</c:v>
                </c:pt>
                <c:pt idx="382">
                  <c:v>0.99131775949449208</c:v>
                </c:pt>
                <c:pt idx="383">
                  <c:v>0.98749342367967397</c:v>
                </c:pt>
                <c:pt idx="384">
                  <c:v>0.98821894415966394</c:v>
                </c:pt>
                <c:pt idx="385">
                  <c:v>0.97201342878807595</c:v>
                </c:pt>
                <c:pt idx="386">
                  <c:v>0.95739275819464098</c:v>
                </c:pt>
                <c:pt idx="387">
                  <c:v>0.94962476736461099</c:v>
                </c:pt>
                <c:pt idx="388">
                  <c:v>0.93574296539594604</c:v>
                </c:pt>
                <c:pt idx="389">
                  <c:v>0.9609732714721051</c:v>
                </c:pt>
                <c:pt idx="390">
                  <c:v>0.93333859940421304</c:v>
                </c:pt>
                <c:pt idx="391">
                  <c:v>0.92786185122160902</c:v>
                </c:pt>
                <c:pt idx="392">
                  <c:v>0.920539590536256</c:v>
                </c:pt>
                <c:pt idx="393">
                  <c:v>0.91873841400851308</c:v>
                </c:pt>
                <c:pt idx="394">
                  <c:v>0.92176880423243501</c:v>
                </c:pt>
                <c:pt idx="395">
                  <c:v>0.94262271596139002</c:v>
                </c:pt>
                <c:pt idx="396">
                  <c:v>0.93279572647755804</c:v>
                </c:pt>
                <c:pt idx="397">
                  <c:v>0.913956414450943</c:v>
                </c:pt>
                <c:pt idx="398">
                  <c:v>0.903989090162862</c:v>
                </c:pt>
                <c:pt idx="399">
                  <c:v>0.91507063495222496</c:v>
                </c:pt>
                <c:pt idx="400">
                  <c:v>0.92414753283875295</c:v>
                </c:pt>
                <c:pt idx="401">
                  <c:v>0.94822040882514802</c:v>
                </c:pt>
                <c:pt idx="402">
                  <c:v>0.94073376993371693</c:v>
                </c:pt>
                <c:pt idx="403">
                  <c:v>0.938281721173303</c:v>
                </c:pt>
                <c:pt idx="404">
                  <c:v>0.94925523315314098</c:v>
                </c:pt>
                <c:pt idx="405">
                  <c:v>0.94009042344091298</c:v>
                </c:pt>
                <c:pt idx="406">
                  <c:v>0.9342820097408141</c:v>
                </c:pt>
                <c:pt idx="407">
                  <c:v>0.914180054396033</c:v>
                </c:pt>
                <c:pt idx="408">
                  <c:v>0.90063516906081997</c:v>
                </c:pt>
                <c:pt idx="409">
                  <c:v>0.91138186631349494</c:v>
                </c:pt>
                <c:pt idx="410">
                  <c:v>0.89976438152123295</c:v>
                </c:pt>
                <c:pt idx="411">
                  <c:v>0.88828215578549408</c:v>
                </c:pt>
                <c:pt idx="412">
                  <c:v>0.89282728332879602</c:v>
                </c:pt>
                <c:pt idx="413">
                  <c:v>0.93103829807445504</c:v>
                </c:pt>
                <c:pt idx="414">
                  <c:v>0.92544958277665101</c:v>
                </c:pt>
                <c:pt idx="415">
                  <c:v>0.93492577299640001</c:v>
                </c:pt>
                <c:pt idx="416">
                  <c:v>0.95756176062040799</c:v>
                </c:pt>
                <c:pt idx="417">
                  <c:v>0.94913627127702493</c:v>
                </c:pt>
                <c:pt idx="418">
                  <c:v>0.94750388341181802</c:v>
                </c:pt>
                <c:pt idx="419">
                  <c:v>0.95266459702572004</c:v>
                </c:pt>
                <c:pt idx="420">
                  <c:v>0.95273049825737899</c:v>
                </c:pt>
                <c:pt idx="421">
                  <c:v>0.951098133925524</c:v>
                </c:pt>
                <c:pt idx="422">
                  <c:v>0.93414874869109799</c:v>
                </c:pt>
                <c:pt idx="423">
                  <c:v>0.92823973606983701</c:v>
                </c:pt>
                <c:pt idx="424">
                  <c:v>0.91835261089808495</c:v>
                </c:pt>
                <c:pt idx="425">
                  <c:v>0.90546047626033099</c:v>
                </c:pt>
                <c:pt idx="426">
                  <c:v>0.90770717084698704</c:v>
                </c:pt>
                <c:pt idx="427">
                  <c:v>0.89679220344101906</c:v>
                </c:pt>
                <c:pt idx="428">
                  <c:v>0.88037733615652503</c:v>
                </c:pt>
                <c:pt idx="429">
                  <c:v>0.86630270071191706</c:v>
                </c:pt>
                <c:pt idx="430">
                  <c:v>0.87106001154282597</c:v>
                </c:pt>
                <c:pt idx="431">
                  <c:v>0.81930746380682196</c:v>
                </c:pt>
                <c:pt idx="432">
                  <c:v>0.819360143235219</c:v>
                </c:pt>
                <c:pt idx="433">
                  <c:v>0.86103611405165392</c:v>
                </c:pt>
                <c:pt idx="434">
                  <c:v>0.833705065815179</c:v>
                </c:pt>
                <c:pt idx="435">
                  <c:v>0.82280426797656203</c:v>
                </c:pt>
                <c:pt idx="436">
                  <c:v>0.87869109266501699</c:v>
                </c:pt>
                <c:pt idx="437">
                  <c:v>0.85400946237400011</c:v>
                </c:pt>
                <c:pt idx="438">
                  <c:v>0.88469427116852595</c:v>
                </c:pt>
                <c:pt idx="439">
                  <c:v>0.88844215726306208</c:v>
                </c:pt>
                <c:pt idx="440">
                  <c:v>0.89034671376165908</c:v>
                </c:pt>
                <c:pt idx="441">
                  <c:v>0.89040794066518303</c:v>
                </c:pt>
                <c:pt idx="442">
                  <c:v>0.84805905718196006</c:v>
                </c:pt>
                <c:pt idx="443">
                  <c:v>0.88393433721160308</c:v>
                </c:pt>
                <c:pt idx="444">
                  <c:v>0.86009511060041699</c:v>
                </c:pt>
                <c:pt idx="445">
                  <c:v>0.88671674927127198</c:v>
                </c:pt>
                <c:pt idx="446">
                  <c:v>0.87704198902654595</c:v>
                </c:pt>
                <c:pt idx="447">
                  <c:v>0.88595807864579101</c:v>
                </c:pt>
                <c:pt idx="448">
                  <c:v>0.89133306297722104</c:v>
                </c:pt>
                <c:pt idx="449">
                  <c:v>0.88874055099119698</c:v>
                </c:pt>
                <c:pt idx="450">
                  <c:v>0.87552470807029292</c:v>
                </c:pt>
                <c:pt idx="451">
                  <c:v>0.87470276757419696</c:v>
                </c:pt>
                <c:pt idx="452">
                  <c:v>0.87475085710710698</c:v>
                </c:pt>
                <c:pt idx="453">
                  <c:v>0.87673881401345599</c:v>
                </c:pt>
                <c:pt idx="454">
                  <c:v>0.86812146768258402</c:v>
                </c:pt>
                <c:pt idx="455">
                  <c:v>0.86816646230403705</c:v>
                </c:pt>
                <c:pt idx="456">
                  <c:v>0.84322215759248709</c:v>
                </c:pt>
                <c:pt idx="457">
                  <c:v>0.84222174196653699</c:v>
                </c:pt>
                <c:pt idx="458">
                  <c:v>0.78258518102083796</c:v>
                </c:pt>
                <c:pt idx="459">
                  <c:v>0.79519576626171296</c:v>
                </c:pt>
                <c:pt idx="460">
                  <c:v>0.78478879280556901</c:v>
                </c:pt>
                <c:pt idx="461">
                  <c:v>0.81623194470884197</c:v>
                </c:pt>
                <c:pt idx="462">
                  <c:v>0.860230138850413</c:v>
                </c:pt>
                <c:pt idx="463">
                  <c:v>0.84354566742630499</c:v>
                </c:pt>
                <c:pt idx="464">
                  <c:v>0.78814984277873501</c:v>
                </c:pt>
                <c:pt idx="465">
                  <c:v>0.78088166130556902</c:v>
                </c:pt>
                <c:pt idx="466">
                  <c:v>0.78826102801113096</c:v>
                </c:pt>
                <c:pt idx="467">
                  <c:v>0.76634531821334906</c:v>
                </c:pt>
                <c:pt idx="468">
                  <c:v>0.72244849393950805</c:v>
                </c:pt>
                <c:pt idx="469">
                  <c:v>0.68773572352206103</c:v>
                </c:pt>
                <c:pt idx="470">
                  <c:v>0.65784458283196401</c:v>
                </c:pt>
                <c:pt idx="471">
                  <c:v>0.64506393456632394</c:v>
                </c:pt>
                <c:pt idx="472">
                  <c:v>0.66640717897548696</c:v>
                </c:pt>
                <c:pt idx="473">
                  <c:v>0.66717056137744901</c:v>
                </c:pt>
                <c:pt idx="474">
                  <c:v>0.69150405741741594</c:v>
                </c:pt>
                <c:pt idx="475">
                  <c:v>0.69244335037494598</c:v>
                </c:pt>
                <c:pt idx="476">
                  <c:v>0.696021095212501</c:v>
                </c:pt>
                <c:pt idx="477">
                  <c:v>0.68288869702702604</c:v>
                </c:pt>
                <c:pt idx="478">
                  <c:v>0.68998438245409011</c:v>
                </c:pt>
                <c:pt idx="479">
                  <c:v>0.68036992485981995</c:v>
                </c:pt>
                <c:pt idx="480">
                  <c:v>0.69626044039903201</c:v>
                </c:pt>
                <c:pt idx="481">
                  <c:v>0.69895873926476892</c:v>
                </c:pt>
                <c:pt idx="482">
                  <c:v>0.68230845035209298</c:v>
                </c:pt>
                <c:pt idx="483">
                  <c:v>0.6876452082292791</c:v>
                </c:pt>
                <c:pt idx="484">
                  <c:v>0.6753923415028309</c:v>
                </c:pt>
                <c:pt idx="485">
                  <c:v>0.675100431481374</c:v>
                </c:pt>
                <c:pt idx="486">
                  <c:v>0.66372706059838293</c:v>
                </c:pt>
                <c:pt idx="487">
                  <c:v>0.64584553310472104</c:v>
                </c:pt>
                <c:pt idx="488">
                  <c:v>0.63535165806858207</c:v>
                </c:pt>
                <c:pt idx="489">
                  <c:v>0.61571118166384597</c:v>
                </c:pt>
                <c:pt idx="490">
                  <c:v>0.62052030049722706</c:v>
                </c:pt>
                <c:pt idx="491">
                  <c:v>0.606328594920722</c:v>
                </c:pt>
                <c:pt idx="492">
                  <c:v>0.60655160734760893</c:v>
                </c:pt>
                <c:pt idx="493">
                  <c:v>0.61001704747370999</c:v>
                </c:pt>
                <c:pt idx="494">
                  <c:v>0.62434460335794806</c:v>
                </c:pt>
                <c:pt idx="495">
                  <c:v>0.63186308354738896</c:v>
                </c:pt>
                <c:pt idx="496">
                  <c:v>0.63500430338057501</c:v>
                </c:pt>
                <c:pt idx="497">
                  <c:v>0.62858039013798905</c:v>
                </c:pt>
                <c:pt idx="498">
                  <c:v>0.62685799380154006</c:v>
                </c:pt>
                <c:pt idx="499">
                  <c:v>0.63032347743962802</c:v>
                </c:pt>
                <c:pt idx="500">
                  <c:v>0.63459957344529494</c:v>
                </c:pt>
                <c:pt idx="501">
                  <c:v>0.63855143466182096</c:v>
                </c:pt>
                <c:pt idx="502">
                  <c:v>0.63196543667182192</c:v>
                </c:pt>
                <c:pt idx="503">
                  <c:v>0.63186428683990992</c:v>
                </c:pt>
                <c:pt idx="504">
                  <c:v>0.617958829627969</c:v>
                </c:pt>
                <c:pt idx="505">
                  <c:v>0.61652245550433005</c:v>
                </c:pt>
                <c:pt idx="506">
                  <c:v>0.61694283255859805</c:v>
                </c:pt>
                <c:pt idx="507">
                  <c:v>0.62222611650874304</c:v>
                </c:pt>
                <c:pt idx="508">
                  <c:v>0.62450325268467499</c:v>
                </c:pt>
                <c:pt idx="509">
                  <c:v>0.63251786430715495</c:v>
                </c:pt>
                <c:pt idx="510">
                  <c:v>0.63511458489100903</c:v>
                </c:pt>
                <c:pt idx="511">
                  <c:v>0.63317442742451202</c:v>
                </c:pt>
                <c:pt idx="512">
                  <c:v>0.62993802495709195</c:v>
                </c:pt>
                <c:pt idx="513">
                  <c:v>0.62364745314300007</c:v>
                </c:pt>
                <c:pt idx="514">
                  <c:v>0.62371461127917205</c:v>
                </c:pt>
                <c:pt idx="515">
                  <c:v>0.62564174957597696</c:v>
                </c:pt>
                <c:pt idx="516">
                  <c:v>0.62314039071251903</c:v>
                </c:pt>
                <c:pt idx="517">
                  <c:v>0.623738993455343</c:v>
                </c:pt>
                <c:pt idx="518">
                  <c:v>0.62380618357729001</c:v>
                </c:pt>
                <c:pt idx="519">
                  <c:v>0.62387338169806195</c:v>
                </c:pt>
                <c:pt idx="520">
                  <c:v>0.62819195276859197</c:v>
                </c:pt>
                <c:pt idx="521">
                  <c:v>0.62861344730236701</c:v>
                </c:pt>
                <c:pt idx="522">
                  <c:v>0.63018636117844307</c:v>
                </c:pt>
                <c:pt idx="523">
                  <c:v>0.63105072223215597</c:v>
                </c:pt>
                <c:pt idx="524">
                  <c:v>0.63509597651724692</c:v>
                </c:pt>
                <c:pt idx="525">
                  <c:v>0.63107602627859993</c:v>
                </c:pt>
                <c:pt idx="526">
                  <c:v>0.62822708685921402</c:v>
                </c:pt>
                <c:pt idx="527">
                  <c:v>0.62964564986414406</c:v>
                </c:pt>
                <c:pt idx="528">
                  <c:v>0.62665031750244504</c:v>
                </c:pt>
                <c:pt idx="529">
                  <c:v>0.62527642705884401</c:v>
                </c:pt>
                <c:pt idx="530">
                  <c:v>0.62876684632856306</c:v>
                </c:pt>
                <c:pt idx="531">
                  <c:v>0.63684376261346998</c:v>
                </c:pt>
                <c:pt idx="532">
                  <c:v>0.63854042917223497</c:v>
                </c:pt>
                <c:pt idx="533">
                  <c:v>0.63719446885043807</c:v>
                </c:pt>
                <c:pt idx="534">
                  <c:v>0.63415030181832399</c:v>
                </c:pt>
                <c:pt idx="535">
                  <c:v>0.63124072303752099</c:v>
                </c:pt>
                <c:pt idx="536">
                  <c:v>0.63130831385770803</c:v>
                </c:pt>
                <c:pt idx="537">
                  <c:v>0.63137591272442106</c:v>
                </c:pt>
                <c:pt idx="538">
                  <c:v>0.64094183998947996</c:v>
                </c:pt>
                <c:pt idx="539">
                  <c:v>0.64028241535945796</c:v>
                </c:pt>
                <c:pt idx="540">
                  <c:v>0.64717567707764101</c:v>
                </c:pt>
                <c:pt idx="541">
                  <c:v>0.64682705455051603</c:v>
                </c:pt>
                <c:pt idx="542">
                  <c:v>0.64800113638080603</c:v>
                </c:pt>
                <c:pt idx="543">
                  <c:v>0.65022536178735091</c:v>
                </c:pt>
                <c:pt idx="544">
                  <c:v>0.649404203992342</c:v>
                </c:pt>
                <c:pt idx="545">
                  <c:v>0.64963318977561402</c:v>
                </c:pt>
                <c:pt idx="546">
                  <c:v>0.65007221108098401</c:v>
                </c:pt>
                <c:pt idx="547">
                  <c:v>0.65108881518448891</c:v>
                </c:pt>
                <c:pt idx="548">
                  <c:v>0.64911254284406494</c:v>
                </c:pt>
                <c:pt idx="549">
                  <c:v>0.64724129252162999</c:v>
                </c:pt>
                <c:pt idx="550">
                  <c:v>0.64936056398271902</c:v>
                </c:pt>
                <c:pt idx="551">
                  <c:v>0.64780437120645007</c:v>
                </c:pt>
                <c:pt idx="552">
                  <c:v>0.64399039654034995</c:v>
                </c:pt>
                <c:pt idx="553">
                  <c:v>0.64610969354307701</c:v>
                </c:pt>
                <c:pt idx="554">
                  <c:v>0.64476355332578394</c:v>
                </c:pt>
                <c:pt idx="555">
                  <c:v>0.64246595806683904</c:v>
                </c:pt>
                <c:pt idx="556">
                  <c:v>0.64890854632194406</c:v>
                </c:pt>
                <c:pt idx="557">
                  <c:v>0.64774562532545699</c:v>
                </c:pt>
                <c:pt idx="558">
                  <c:v>0.64720010088004298</c:v>
                </c:pt>
                <c:pt idx="559">
                  <c:v>0.64670603398955606</c:v>
                </c:pt>
                <c:pt idx="560">
                  <c:v>0.64832138464470601</c:v>
                </c:pt>
                <c:pt idx="561">
                  <c:v>0.64582082387769602</c:v>
                </c:pt>
                <c:pt idx="562">
                  <c:v>0.64681880365139999</c:v>
                </c:pt>
                <c:pt idx="563">
                  <c:v>0.64858852698049807</c:v>
                </c:pt>
                <c:pt idx="564">
                  <c:v>0.646705379888173</c:v>
                </c:pt>
                <c:pt idx="565">
                  <c:v>0.64708599734580607</c:v>
                </c:pt>
                <c:pt idx="566">
                  <c:v>0.64659199037013593</c:v>
                </c:pt>
                <c:pt idx="567">
                  <c:v>0.64620088995728697</c:v>
                </c:pt>
                <c:pt idx="568">
                  <c:v>0.64668443110441098</c:v>
                </c:pt>
                <c:pt idx="569">
                  <c:v>0.64871145080917902</c:v>
                </c:pt>
                <c:pt idx="570">
                  <c:v>0.65263362688642801</c:v>
                </c:pt>
                <c:pt idx="571">
                  <c:v>0.65117479198341799</c:v>
                </c:pt>
                <c:pt idx="572">
                  <c:v>0.65298154801569896</c:v>
                </c:pt>
                <c:pt idx="573">
                  <c:v>0.65448841245786493</c:v>
                </c:pt>
                <c:pt idx="574">
                  <c:v>0.65426252784706096</c:v>
                </c:pt>
                <c:pt idx="575">
                  <c:v>0.65380339618144401</c:v>
                </c:pt>
                <c:pt idx="576">
                  <c:v>0.65626785477074501</c:v>
                </c:pt>
                <c:pt idx="577">
                  <c:v>0.65650676166013799</c:v>
                </c:pt>
                <c:pt idx="578">
                  <c:v>0.65625735050075307</c:v>
                </c:pt>
                <c:pt idx="579">
                  <c:v>0.65877513537375809</c:v>
                </c:pt>
                <c:pt idx="580">
                  <c:v>0.65933962086410602</c:v>
                </c:pt>
                <c:pt idx="581">
                  <c:v>0.66006689112493111</c:v>
                </c:pt>
                <c:pt idx="582">
                  <c:v>0.66006167978528896</c:v>
                </c:pt>
                <c:pt idx="583">
                  <c:v>0.65997508966227802</c:v>
                </c:pt>
                <c:pt idx="584">
                  <c:v>0.66077498707501103</c:v>
                </c:pt>
                <c:pt idx="585">
                  <c:v>0.66082889862523297</c:v>
                </c:pt>
                <c:pt idx="586">
                  <c:v>0.661285146976758</c:v>
                </c:pt>
                <c:pt idx="587">
                  <c:v>0.66140003587892593</c:v>
                </c:pt>
                <c:pt idx="588">
                  <c:v>0.66140520842765993</c:v>
                </c:pt>
                <c:pt idx="589">
                  <c:v>0.66150792423521909</c:v>
                </c:pt>
                <c:pt idx="590">
                  <c:v>0.66143996498240298</c:v>
                </c:pt>
                <c:pt idx="591">
                  <c:v>0.661493932474297</c:v>
                </c:pt>
                <c:pt idx="592">
                  <c:v>0.661682018453842</c:v>
                </c:pt>
                <c:pt idx="593">
                  <c:v>0.66166285415084702</c:v>
                </c:pt>
                <c:pt idx="594">
                  <c:v>0.66169246614489796</c:v>
                </c:pt>
                <c:pt idx="595">
                  <c:v>0.66205126449925</c:v>
                </c:pt>
                <c:pt idx="596">
                  <c:v>0.6621662373488959</c:v>
                </c:pt>
                <c:pt idx="597">
                  <c:v>0.662232452564263</c:v>
                </c:pt>
                <c:pt idx="598">
                  <c:v>0.66283511375441295</c:v>
                </c:pt>
                <c:pt idx="599">
                  <c:v>0.66271847151173002</c:v>
                </c:pt>
                <c:pt idx="600">
                  <c:v>0.66261403034726396</c:v>
                </c:pt>
                <c:pt idx="601">
                  <c:v>0.66275343335693804</c:v>
                </c:pt>
                <c:pt idx="602">
                  <c:v>0.662502709966587</c:v>
                </c:pt>
                <c:pt idx="603">
                  <c:v>0.66272747384741504</c:v>
                </c:pt>
                <c:pt idx="604">
                  <c:v>0.66275717919975607</c:v>
                </c:pt>
                <c:pt idx="605">
                  <c:v>0.66283566086136902</c:v>
                </c:pt>
                <c:pt idx="606">
                  <c:v>0.66304826102619296</c:v>
                </c:pt>
                <c:pt idx="607">
                  <c:v>0.66312676137502802</c:v>
                </c:pt>
                <c:pt idx="608">
                  <c:v>0.66315650410181404</c:v>
                </c:pt>
                <c:pt idx="609">
                  <c:v>0.66306433875666893</c:v>
                </c:pt>
                <c:pt idx="610">
                  <c:v>0.66310629191918491</c:v>
                </c:pt>
                <c:pt idx="611">
                  <c:v>0.66325798010680803</c:v>
                </c:pt>
                <c:pt idx="612">
                  <c:v>0.66342186938599401</c:v>
                </c:pt>
                <c:pt idx="613">
                  <c:v>0.66335412492121093</c:v>
                </c:pt>
                <c:pt idx="614">
                  <c:v>0.66340830722670707</c:v>
                </c:pt>
                <c:pt idx="615">
                  <c:v>0.66335277320878305</c:v>
                </c:pt>
                <c:pt idx="616">
                  <c:v>0.66345574118886208</c:v>
                </c:pt>
                <c:pt idx="617">
                  <c:v>0.66381474510271599</c:v>
                </c:pt>
                <c:pt idx="618">
                  <c:v>0.66388115656900593</c:v>
                </c:pt>
                <c:pt idx="619">
                  <c:v>0.66370374255617504</c:v>
                </c:pt>
                <c:pt idx="620">
                  <c:v>0.66358729661114491</c:v>
                </c:pt>
                <c:pt idx="621">
                  <c:v>0.66366592789518408</c:v>
                </c:pt>
                <c:pt idx="622">
                  <c:v>0.66358607589626994</c:v>
                </c:pt>
                <c:pt idx="623">
                  <c:v>0.66354280848483493</c:v>
                </c:pt>
                <c:pt idx="624">
                  <c:v>0.66387749443329691</c:v>
                </c:pt>
                <c:pt idx="625">
                  <c:v>0.66404150536031692</c:v>
                </c:pt>
                <c:pt idx="626">
                  <c:v>0.66408360823433998</c:v>
                </c:pt>
                <c:pt idx="627">
                  <c:v>0.66415010395846807</c:v>
                </c:pt>
                <c:pt idx="628">
                  <c:v>0.66438729343580405</c:v>
                </c:pt>
                <c:pt idx="629">
                  <c:v>0.66450257486348707</c:v>
                </c:pt>
                <c:pt idx="630">
                  <c:v>0.66464571156507501</c:v>
                </c:pt>
                <c:pt idx="631">
                  <c:v>0.66064230014997094</c:v>
                </c:pt>
                <c:pt idx="632">
                  <c:v>0.65307058427558107</c:v>
                </c:pt>
                <c:pt idx="633">
                  <c:v>0.65728262469672893</c:v>
                </c:pt>
                <c:pt idx="634">
                  <c:v>0.65318964392810797</c:v>
                </c:pt>
                <c:pt idx="635">
                  <c:v>0.65384240069035304</c:v>
                </c:pt>
                <c:pt idx="636">
                  <c:v>0.65746124606797396</c:v>
                </c:pt>
                <c:pt idx="637">
                  <c:v>0.65752080070191699</c:v>
                </c:pt>
                <c:pt idx="638">
                  <c:v>0.66291930917470399</c:v>
                </c:pt>
                <c:pt idx="639">
                  <c:v>0.65586028232382498</c:v>
                </c:pt>
                <c:pt idx="640">
                  <c:v>0.65769950714614789</c:v>
                </c:pt>
                <c:pt idx="641">
                  <c:v>0.66369125319895605</c:v>
                </c:pt>
                <c:pt idx="642">
                  <c:v>0.66019154545785697</c:v>
                </c:pt>
                <c:pt idx="643">
                  <c:v>0.66618330569793793</c:v>
                </c:pt>
                <c:pt idx="644">
                  <c:v>0.66802255889480699</c:v>
                </c:pt>
                <c:pt idx="645">
                  <c:v>0.66511608874386197</c:v>
                </c:pt>
                <c:pt idx="646">
                  <c:v>0.66280284199495498</c:v>
                </c:pt>
                <c:pt idx="647">
                  <c:v>0.6628624675652649</c:v>
                </c:pt>
                <c:pt idx="648">
                  <c:v>0.66470174915019298</c:v>
                </c:pt>
                <c:pt idx="649">
                  <c:v>0.67423591795323801</c:v>
                </c:pt>
                <c:pt idx="650">
                  <c:v>0.67764030722311897</c:v>
                </c:pt>
                <c:pt idx="651">
                  <c:v>0.67865848048450506</c:v>
                </c:pt>
                <c:pt idx="652">
                  <c:v>0.68204898515468004</c:v>
                </c:pt>
                <c:pt idx="653">
                  <c:v>0.68327695153291401</c:v>
                </c:pt>
                <c:pt idx="654">
                  <c:v>0.68295697978626602</c:v>
                </c:pt>
                <c:pt idx="655">
                  <c:v>0.67799317771192302</c:v>
                </c:pt>
                <c:pt idx="656">
                  <c:v>0.67300973301279099</c:v>
                </c:pt>
                <c:pt idx="657">
                  <c:v>0.67884127305116904</c:v>
                </c:pt>
                <c:pt idx="658">
                  <c:v>0.68576807679418805</c:v>
                </c:pt>
                <c:pt idx="659">
                  <c:v>0.68698241934709503</c:v>
                </c:pt>
                <c:pt idx="660">
                  <c:v>0.68666768848223003</c:v>
                </c:pt>
                <c:pt idx="661">
                  <c:v>0.69512734332502502</c:v>
                </c:pt>
                <c:pt idx="662">
                  <c:v>0.69767810236159311</c:v>
                </c:pt>
                <c:pt idx="663">
                  <c:v>0.69664815313714401</c:v>
                </c:pt>
                <c:pt idx="664">
                  <c:v>0.69369013417982606</c:v>
                </c:pt>
                <c:pt idx="665">
                  <c:v>0.69348652131752897</c:v>
                </c:pt>
                <c:pt idx="666">
                  <c:v>0.702647868659799</c:v>
                </c:pt>
                <c:pt idx="667">
                  <c:v>0.70134251388207403</c:v>
                </c:pt>
                <c:pt idx="668">
                  <c:v>0.7038806498624901</c:v>
                </c:pt>
                <c:pt idx="669">
                  <c:v>0.70374972673481806</c:v>
                </c:pt>
                <c:pt idx="670">
                  <c:v>0.70156080827383205</c:v>
                </c:pt>
                <c:pt idx="671">
                  <c:v>0.70204730424933104</c:v>
                </c:pt>
                <c:pt idx="672">
                  <c:v>0.70273960956564496</c:v>
                </c:pt>
                <c:pt idx="673">
                  <c:v>0.70219712125073996</c:v>
                </c:pt>
                <c:pt idx="674">
                  <c:v>0.70144884142931696</c:v>
                </c:pt>
                <c:pt idx="675">
                  <c:v>0.70419917774753604</c:v>
                </c:pt>
                <c:pt idx="676">
                  <c:v>0.70447991788935493</c:v>
                </c:pt>
                <c:pt idx="677">
                  <c:v>0.70620126992566401</c:v>
                </c:pt>
                <c:pt idx="678">
                  <c:v>0.70749677095969199</c:v>
                </c:pt>
                <c:pt idx="679">
                  <c:v>0.7062715749448969</c:v>
                </c:pt>
                <c:pt idx="680">
                  <c:v>0.70830527780783303</c:v>
                </c:pt>
                <c:pt idx="681">
                  <c:v>0.70747116719714598</c:v>
                </c:pt>
                <c:pt idx="682">
                  <c:v>0.70846204406477198</c:v>
                </c:pt>
                <c:pt idx="683">
                  <c:v>0.71049577492001603</c:v>
                </c:pt>
                <c:pt idx="684">
                  <c:v>0.71109560370661096</c:v>
                </c:pt>
                <c:pt idx="685">
                  <c:v>0.71013117484370103</c:v>
                </c:pt>
                <c:pt idx="686">
                  <c:v>0.71267048463861205</c:v>
                </c:pt>
                <c:pt idx="687">
                  <c:v>0.71280619266405398</c:v>
                </c:pt>
                <c:pt idx="688">
                  <c:v>0.71304890357262496</c:v>
                </c:pt>
                <c:pt idx="689">
                  <c:v>0.71313113462536903</c:v>
                </c:pt>
                <c:pt idx="690">
                  <c:v>0.71374834094776896</c:v>
                </c:pt>
                <c:pt idx="691">
                  <c:v>0.71447255015679501</c:v>
                </c:pt>
                <c:pt idx="692">
                  <c:v>0.71476879677336702</c:v>
                </c:pt>
                <c:pt idx="693">
                  <c:v>0.71506505318284597</c:v>
                </c:pt>
                <c:pt idx="694">
                  <c:v>0.71482635390615301</c:v>
                </c:pt>
                <c:pt idx="695">
                  <c:v>0.71357123001223199</c:v>
                </c:pt>
                <c:pt idx="696">
                  <c:v>0.71381401925940491</c:v>
                </c:pt>
                <c:pt idx="697">
                  <c:v>0.71373583901600202</c:v>
                </c:pt>
                <c:pt idx="698">
                  <c:v>0.71387165476343595</c:v>
                </c:pt>
                <c:pt idx="699">
                  <c:v>0.71454244579102</c:v>
                </c:pt>
                <c:pt idx="700">
                  <c:v>0.7143038053032581</c:v>
                </c:pt>
                <c:pt idx="701">
                  <c:v>0.7134232160414391</c:v>
                </c:pt>
                <c:pt idx="702">
                  <c:v>0.71398704337968899</c:v>
                </c:pt>
                <c:pt idx="703">
                  <c:v>0.71412290813831403</c:v>
                </c:pt>
                <c:pt idx="704">
                  <c:v>0.71436577579872707</c:v>
                </c:pt>
                <c:pt idx="705">
                  <c:v>0.71396669468975305</c:v>
                </c:pt>
                <c:pt idx="706">
                  <c:v>0.71517251982958996</c:v>
                </c:pt>
                <c:pt idx="707">
                  <c:v>0.71589688584644806</c:v>
                </c:pt>
                <c:pt idx="708">
                  <c:v>0.71469538594482995</c:v>
                </c:pt>
                <c:pt idx="709">
                  <c:v>0.71451033026725697</c:v>
                </c:pt>
                <c:pt idx="710">
                  <c:v>0.71282738105774102</c:v>
                </c:pt>
                <c:pt idx="711">
                  <c:v>0.712963324294975</c:v>
                </c:pt>
                <c:pt idx="712">
                  <c:v>0.71363424282753596</c:v>
                </c:pt>
                <c:pt idx="713">
                  <c:v>0.71398419188820095</c:v>
                </c:pt>
                <c:pt idx="714">
                  <c:v>0.71390617838208792</c:v>
                </c:pt>
                <c:pt idx="715">
                  <c:v>0.71398866433863606</c:v>
                </c:pt>
                <c:pt idx="716">
                  <c:v>0.71316171879852408</c:v>
                </c:pt>
                <c:pt idx="717">
                  <c:v>0.71313723129970596</c:v>
                </c:pt>
                <c:pt idx="718">
                  <c:v>0.71289876743088398</c:v>
                </c:pt>
                <c:pt idx="719">
                  <c:v>0.713944230537917</c:v>
                </c:pt>
                <c:pt idx="720">
                  <c:v>0.71440124144111294</c:v>
                </c:pt>
                <c:pt idx="721">
                  <c:v>0.714858262169912</c:v>
                </c:pt>
                <c:pt idx="722">
                  <c:v>0.715582775465607</c:v>
                </c:pt>
                <c:pt idx="723">
                  <c:v>0.71587932620504802</c:v>
                </c:pt>
                <c:pt idx="724">
                  <c:v>0.7156944178413811</c:v>
                </c:pt>
                <c:pt idx="725">
                  <c:v>0.71497455382774999</c:v>
                </c:pt>
                <c:pt idx="726">
                  <c:v>0.71511064441396699</c:v>
                </c:pt>
                <c:pt idx="727">
                  <c:v>0.71519324828478203</c:v>
                </c:pt>
                <c:pt idx="728">
                  <c:v>0.71474089650914496</c:v>
                </c:pt>
                <c:pt idx="729">
                  <c:v>0.71423505802044895</c:v>
                </c:pt>
                <c:pt idx="730">
                  <c:v>0.71426419484813397</c:v>
                </c:pt>
                <c:pt idx="731">
                  <c:v>0.71445383115720007</c:v>
                </c:pt>
                <c:pt idx="732">
                  <c:v>0.71394802218042397</c:v>
                </c:pt>
                <c:pt idx="733">
                  <c:v>0.71338872649527207</c:v>
                </c:pt>
                <c:pt idx="734">
                  <c:v>0.71422035089958003</c:v>
                </c:pt>
                <c:pt idx="735">
                  <c:v>0.71392855763736307</c:v>
                </c:pt>
                <c:pt idx="736">
                  <c:v>0.71401125005448196</c:v>
                </c:pt>
                <c:pt idx="737">
                  <c:v>0.71425444196001098</c:v>
                </c:pt>
                <c:pt idx="738">
                  <c:v>0.71519309883536597</c:v>
                </c:pt>
                <c:pt idx="739">
                  <c:v>0.71458036566468708</c:v>
                </c:pt>
                <c:pt idx="740">
                  <c:v>0.71541204913852396</c:v>
                </c:pt>
                <c:pt idx="741">
                  <c:v>0.71629723900941</c:v>
                </c:pt>
                <c:pt idx="742">
                  <c:v>0.71637999051012302</c:v>
                </c:pt>
                <c:pt idx="743">
                  <c:v>0.71662324150627899</c:v>
                </c:pt>
                <c:pt idx="744">
                  <c:v>0.71633153687473095</c:v>
                </c:pt>
                <c:pt idx="745">
                  <c:v>0.71561186971270208</c:v>
                </c:pt>
                <c:pt idx="746">
                  <c:v>0.71660410194234703</c:v>
                </c:pt>
                <c:pt idx="747">
                  <c:v>0.71529599246299602</c:v>
                </c:pt>
                <c:pt idx="748">
                  <c:v>0.71575327892569007</c:v>
                </c:pt>
                <c:pt idx="749">
                  <c:v>0.71637106489086699</c:v>
                </c:pt>
                <c:pt idx="750">
                  <c:v>0.71634690213932994</c:v>
                </c:pt>
                <c:pt idx="751">
                  <c:v>0.716322749248548</c:v>
                </c:pt>
                <c:pt idx="752">
                  <c:v>0.71592413038352309</c:v>
                </c:pt>
                <c:pt idx="753">
                  <c:v>0.71643496269801898</c:v>
                </c:pt>
                <c:pt idx="754">
                  <c:v>0.71673181868469493</c:v>
                </c:pt>
                <c:pt idx="755">
                  <c:v>0.7160122501243551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DC-4B1A-A822-E2CB50367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8833871"/>
        <c:axId val="1118834351"/>
      </c:lineChart>
      <c:lineChart>
        <c:grouping val="standard"/>
        <c:varyColors val="0"/>
        <c:ser>
          <c:idx val="0"/>
          <c:order val="0"/>
          <c:tx>
            <c:v>주가(우)</c:v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'주가하락_목표달성_2008-10-13'!$A$2:$A$757</c:f>
              <c:numCache>
                <c:formatCode>m/d/yyyy</c:formatCode>
                <c:ptCount val="756"/>
                <c:pt idx="0">
                  <c:v>39087</c:v>
                </c:pt>
                <c:pt idx="1">
                  <c:v>39090</c:v>
                </c:pt>
                <c:pt idx="2">
                  <c:v>39091</c:v>
                </c:pt>
                <c:pt idx="3">
                  <c:v>39092</c:v>
                </c:pt>
                <c:pt idx="4">
                  <c:v>39093</c:v>
                </c:pt>
                <c:pt idx="5">
                  <c:v>39094</c:v>
                </c:pt>
                <c:pt idx="6">
                  <c:v>39097</c:v>
                </c:pt>
                <c:pt idx="7">
                  <c:v>39098</c:v>
                </c:pt>
                <c:pt idx="8">
                  <c:v>39099</c:v>
                </c:pt>
                <c:pt idx="9">
                  <c:v>39100</c:v>
                </c:pt>
                <c:pt idx="10">
                  <c:v>39101</c:v>
                </c:pt>
                <c:pt idx="11">
                  <c:v>39104</c:v>
                </c:pt>
                <c:pt idx="12">
                  <c:v>39105</c:v>
                </c:pt>
                <c:pt idx="13">
                  <c:v>39106</c:v>
                </c:pt>
                <c:pt idx="14">
                  <c:v>39107</c:v>
                </c:pt>
                <c:pt idx="15">
                  <c:v>39108</c:v>
                </c:pt>
                <c:pt idx="16">
                  <c:v>39111</c:v>
                </c:pt>
                <c:pt idx="17">
                  <c:v>39112</c:v>
                </c:pt>
                <c:pt idx="18">
                  <c:v>39113</c:v>
                </c:pt>
                <c:pt idx="19">
                  <c:v>39114</c:v>
                </c:pt>
                <c:pt idx="20">
                  <c:v>39115</c:v>
                </c:pt>
                <c:pt idx="21">
                  <c:v>39118</c:v>
                </c:pt>
                <c:pt idx="22">
                  <c:v>39119</c:v>
                </c:pt>
                <c:pt idx="23">
                  <c:v>39120</c:v>
                </c:pt>
                <c:pt idx="24">
                  <c:v>39121</c:v>
                </c:pt>
                <c:pt idx="25">
                  <c:v>39122</c:v>
                </c:pt>
                <c:pt idx="26">
                  <c:v>39125</c:v>
                </c:pt>
                <c:pt idx="27">
                  <c:v>39126</c:v>
                </c:pt>
                <c:pt idx="28">
                  <c:v>39127</c:v>
                </c:pt>
                <c:pt idx="29">
                  <c:v>39128</c:v>
                </c:pt>
                <c:pt idx="30">
                  <c:v>39129</c:v>
                </c:pt>
                <c:pt idx="31">
                  <c:v>39132</c:v>
                </c:pt>
                <c:pt idx="32">
                  <c:v>39133</c:v>
                </c:pt>
                <c:pt idx="33">
                  <c:v>39134</c:v>
                </c:pt>
                <c:pt idx="34">
                  <c:v>39135</c:v>
                </c:pt>
                <c:pt idx="35">
                  <c:v>39136</c:v>
                </c:pt>
                <c:pt idx="36">
                  <c:v>39139</c:v>
                </c:pt>
                <c:pt idx="37">
                  <c:v>39140</c:v>
                </c:pt>
                <c:pt idx="38">
                  <c:v>39141</c:v>
                </c:pt>
                <c:pt idx="39">
                  <c:v>39142</c:v>
                </c:pt>
                <c:pt idx="40">
                  <c:v>39143</c:v>
                </c:pt>
                <c:pt idx="41">
                  <c:v>39146</c:v>
                </c:pt>
                <c:pt idx="42">
                  <c:v>39147</c:v>
                </c:pt>
                <c:pt idx="43">
                  <c:v>39148</c:v>
                </c:pt>
                <c:pt idx="44">
                  <c:v>39149</c:v>
                </c:pt>
                <c:pt idx="45">
                  <c:v>39150</c:v>
                </c:pt>
                <c:pt idx="46">
                  <c:v>39153</c:v>
                </c:pt>
                <c:pt idx="47">
                  <c:v>39154</c:v>
                </c:pt>
                <c:pt idx="48">
                  <c:v>39155</c:v>
                </c:pt>
                <c:pt idx="49">
                  <c:v>39156</c:v>
                </c:pt>
                <c:pt idx="50">
                  <c:v>39157</c:v>
                </c:pt>
                <c:pt idx="51">
                  <c:v>39160</c:v>
                </c:pt>
                <c:pt idx="52">
                  <c:v>39161</c:v>
                </c:pt>
                <c:pt idx="53">
                  <c:v>39162</c:v>
                </c:pt>
                <c:pt idx="54">
                  <c:v>39163</c:v>
                </c:pt>
                <c:pt idx="55">
                  <c:v>39164</c:v>
                </c:pt>
                <c:pt idx="56">
                  <c:v>39167</c:v>
                </c:pt>
                <c:pt idx="57">
                  <c:v>39168</c:v>
                </c:pt>
                <c:pt idx="58">
                  <c:v>39169</c:v>
                </c:pt>
                <c:pt idx="59">
                  <c:v>39170</c:v>
                </c:pt>
                <c:pt idx="60">
                  <c:v>39171</c:v>
                </c:pt>
                <c:pt idx="61">
                  <c:v>39174</c:v>
                </c:pt>
                <c:pt idx="62">
                  <c:v>39175</c:v>
                </c:pt>
                <c:pt idx="63">
                  <c:v>39176</c:v>
                </c:pt>
                <c:pt idx="64">
                  <c:v>39177</c:v>
                </c:pt>
                <c:pt idx="65">
                  <c:v>39178</c:v>
                </c:pt>
                <c:pt idx="66">
                  <c:v>39181</c:v>
                </c:pt>
                <c:pt idx="67">
                  <c:v>39182</c:v>
                </c:pt>
                <c:pt idx="68">
                  <c:v>39183</c:v>
                </c:pt>
                <c:pt idx="69">
                  <c:v>39184</c:v>
                </c:pt>
                <c:pt idx="70">
                  <c:v>39185</c:v>
                </c:pt>
                <c:pt idx="71">
                  <c:v>39188</c:v>
                </c:pt>
                <c:pt idx="72">
                  <c:v>39189</c:v>
                </c:pt>
                <c:pt idx="73">
                  <c:v>39190</c:v>
                </c:pt>
                <c:pt idx="74">
                  <c:v>39191</c:v>
                </c:pt>
                <c:pt idx="75">
                  <c:v>39192</c:v>
                </c:pt>
                <c:pt idx="76">
                  <c:v>39195</c:v>
                </c:pt>
                <c:pt idx="77">
                  <c:v>39196</c:v>
                </c:pt>
                <c:pt idx="78">
                  <c:v>39197</c:v>
                </c:pt>
                <c:pt idx="79">
                  <c:v>39198</c:v>
                </c:pt>
                <c:pt idx="80">
                  <c:v>39199</c:v>
                </c:pt>
                <c:pt idx="81">
                  <c:v>39202</c:v>
                </c:pt>
                <c:pt idx="82">
                  <c:v>39203</c:v>
                </c:pt>
                <c:pt idx="83">
                  <c:v>39204</c:v>
                </c:pt>
                <c:pt idx="84">
                  <c:v>39205</c:v>
                </c:pt>
                <c:pt idx="85">
                  <c:v>39206</c:v>
                </c:pt>
                <c:pt idx="86">
                  <c:v>39209</c:v>
                </c:pt>
                <c:pt idx="87">
                  <c:v>39210</c:v>
                </c:pt>
                <c:pt idx="88">
                  <c:v>39211</c:v>
                </c:pt>
                <c:pt idx="89">
                  <c:v>39212</c:v>
                </c:pt>
                <c:pt idx="90">
                  <c:v>39213</c:v>
                </c:pt>
                <c:pt idx="91">
                  <c:v>39216</c:v>
                </c:pt>
                <c:pt idx="92">
                  <c:v>39217</c:v>
                </c:pt>
                <c:pt idx="93">
                  <c:v>39218</c:v>
                </c:pt>
                <c:pt idx="94">
                  <c:v>39219</c:v>
                </c:pt>
                <c:pt idx="95">
                  <c:v>39220</c:v>
                </c:pt>
                <c:pt idx="96">
                  <c:v>39223</c:v>
                </c:pt>
                <c:pt idx="97">
                  <c:v>39224</c:v>
                </c:pt>
                <c:pt idx="98">
                  <c:v>39225</c:v>
                </c:pt>
                <c:pt idx="99">
                  <c:v>39226</c:v>
                </c:pt>
                <c:pt idx="100">
                  <c:v>39227</c:v>
                </c:pt>
                <c:pt idx="101">
                  <c:v>39230</c:v>
                </c:pt>
                <c:pt idx="102">
                  <c:v>39231</c:v>
                </c:pt>
                <c:pt idx="103">
                  <c:v>39232</c:v>
                </c:pt>
                <c:pt idx="104">
                  <c:v>39233</c:v>
                </c:pt>
                <c:pt idx="105">
                  <c:v>39234</c:v>
                </c:pt>
                <c:pt idx="106">
                  <c:v>39237</c:v>
                </c:pt>
                <c:pt idx="107">
                  <c:v>39238</c:v>
                </c:pt>
                <c:pt idx="108">
                  <c:v>39239</c:v>
                </c:pt>
                <c:pt idx="109">
                  <c:v>39240</c:v>
                </c:pt>
                <c:pt idx="110">
                  <c:v>39241</c:v>
                </c:pt>
                <c:pt idx="111">
                  <c:v>39244</c:v>
                </c:pt>
                <c:pt idx="112">
                  <c:v>39245</c:v>
                </c:pt>
                <c:pt idx="113">
                  <c:v>39246</c:v>
                </c:pt>
                <c:pt idx="114">
                  <c:v>39247</c:v>
                </c:pt>
                <c:pt idx="115">
                  <c:v>39248</c:v>
                </c:pt>
                <c:pt idx="116">
                  <c:v>39251</c:v>
                </c:pt>
                <c:pt idx="117">
                  <c:v>39252</c:v>
                </c:pt>
                <c:pt idx="118">
                  <c:v>39253</c:v>
                </c:pt>
                <c:pt idx="119">
                  <c:v>39254</c:v>
                </c:pt>
                <c:pt idx="120">
                  <c:v>39255</c:v>
                </c:pt>
                <c:pt idx="121">
                  <c:v>39258</c:v>
                </c:pt>
                <c:pt idx="122">
                  <c:v>39259</c:v>
                </c:pt>
                <c:pt idx="123">
                  <c:v>39260</c:v>
                </c:pt>
                <c:pt idx="124">
                  <c:v>39261</c:v>
                </c:pt>
                <c:pt idx="125">
                  <c:v>39262</c:v>
                </c:pt>
                <c:pt idx="126">
                  <c:v>39265</c:v>
                </c:pt>
                <c:pt idx="127">
                  <c:v>39266</c:v>
                </c:pt>
                <c:pt idx="128">
                  <c:v>39267</c:v>
                </c:pt>
                <c:pt idx="129">
                  <c:v>39268</c:v>
                </c:pt>
                <c:pt idx="130">
                  <c:v>39269</c:v>
                </c:pt>
                <c:pt idx="131">
                  <c:v>39272</c:v>
                </c:pt>
                <c:pt idx="132">
                  <c:v>39273</c:v>
                </c:pt>
                <c:pt idx="133">
                  <c:v>39274</c:v>
                </c:pt>
                <c:pt idx="134">
                  <c:v>39275</c:v>
                </c:pt>
                <c:pt idx="135">
                  <c:v>39276</c:v>
                </c:pt>
                <c:pt idx="136">
                  <c:v>39279</c:v>
                </c:pt>
                <c:pt idx="137">
                  <c:v>39280</c:v>
                </c:pt>
                <c:pt idx="138">
                  <c:v>39281</c:v>
                </c:pt>
                <c:pt idx="139">
                  <c:v>39282</c:v>
                </c:pt>
                <c:pt idx="140">
                  <c:v>39283</c:v>
                </c:pt>
                <c:pt idx="141">
                  <c:v>39286</c:v>
                </c:pt>
                <c:pt idx="142">
                  <c:v>39287</c:v>
                </c:pt>
                <c:pt idx="143">
                  <c:v>39288</c:v>
                </c:pt>
                <c:pt idx="144">
                  <c:v>39289</c:v>
                </c:pt>
                <c:pt idx="145">
                  <c:v>39290</c:v>
                </c:pt>
                <c:pt idx="146">
                  <c:v>39293</c:v>
                </c:pt>
                <c:pt idx="147">
                  <c:v>39294</c:v>
                </c:pt>
                <c:pt idx="148">
                  <c:v>39295</c:v>
                </c:pt>
                <c:pt idx="149">
                  <c:v>39296</c:v>
                </c:pt>
                <c:pt idx="150">
                  <c:v>39297</c:v>
                </c:pt>
                <c:pt idx="151">
                  <c:v>39300</c:v>
                </c:pt>
                <c:pt idx="152">
                  <c:v>39301</c:v>
                </c:pt>
                <c:pt idx="153">
                  <c:v>39302</c:v>
                </c:pt>
                <c:pt idx="154">
                  <c:v>39303</c:v>
                </c:pt>
                <c:pt idx="155">
                  <c:v>39304</c:v>
                </c:pt>
                <c:pt idx="156">
                  <c:v>39307</c:v>
                </c:pt>
                <c:pt idx="157">
                  <c:v>39308</c:v>
                </c:pt>
                <c:pt idx="158">
                  <c:v>39309</c:v>
                </c:pt>
                <c:pt idx="159">
                  <c:v>39310</c:v>
                </c:pt>
                <c:pt idx="160">
                  <c:v>39311</c:v>
                </c:pt>
                <c:pt idx="161">
                  <c:v>39314</c:v>
                </c:pt>
                <c:pt idx="162">
                  <c:v>39315</c:v>
                </c:pt>
                <c:pt idx="163">
                  <c:v>39316</c:v>
                </c:pt>
                <c:pt idx="164">
                  <c:v>39317</c:v>
                </c:pt>
                <c:pt idx="165">
                  <c:v>39318</c:v>
                </c:pt>
                <c:pt idx="166">
                  <c:v>39321</c:v>
                </c:pt>
                <c:pt idx="167">
                  <c:v>39322</c:v>
                </c:pt>
                <c:pt idx="168">
                  <c:v>39323</c:v>
                </c:pt>
                <c:pt idx="169">
                  <c:v>39324</c:v>
                </c:pt>
                <c:pt idx="170">
                  <c:v>39325</c:v>
                </c:pt>
                <c:pt idx="171">
                  <c:v>39328</c:v>
                </c:pt>
                <c:pt idx="172">
                  <c:v>39329</c:v>
                </c:pt>
                <c:pt idx="173">
                  <c:v>39330</c:v>
                </c:pt>
                <c:pt idx="174">
                  <c:v>39331</c:v>
                </c:pt>
                <c:pt idx="175">
                  <c:v>39332</c:v>
                </c:pt>
                <c:pt idx="176">
                  <c:v>39335</c:v>
                </c:pt>
                <c:pt idx="177">
                  <c:v>39336</c:v>
                </c:pt>
                <c:pt idx="178">
                  <c:v>39337</c:v>
                </c:pt>
                <c:pt idx="179">
                  <c:v>39338</c:v>
                </c:pt>
                <c:pt idx="180">
                  <c:v>39339</c:v>
                </c:pt>
                <c:pt idx="181">
                  <c:v>39342</c:v>
                </c:pt>
                <c:pt idx="182">
                  <c:v>39343</c:v>
                </c:pt>
                <c:pt idx="183">
                  <c:v>39344</c:v>
                </c:pt>
                <c:pt idx="184">
                  <c:v>39345</c:v>
                </c:pt>
                <c:pt idx="185">
                  <c:v>39346</c:v>
                </c:pt>
                <c:pt idx="186">
                  <c:v>39349</c:v>
                </c:pt>
                <c:pt idx="187">
                  <c:v>39350</c:v>
                </c:pt>
                <c:pt idx="188">
                  <c:v>39351</c:v>
                </c:pt>
                <c:pt idx="189">
                  <c:v>39352</c:v>
                </c:pt>
                <c:pt idx="190">
                  <c:v>39353</c:v>
                </c:pt>
                <c:pt idx="191">
                  <c:v>39356</c:v>
                </c:pt>
                <c:pt idx="192">
                  <c:v>39357</c:v>
                </c:pt>
                <c:pt idx="193">
                  <c:v>39358</c:v>
                </c:pt>
                <c:pt idx="194">
                  <c:v>39359</c:v>
                </c:pt>
                <c:pt idx="195">
                  <c:v>39360</c:v>
                </c:pt>
                <c:pt idx="196">
                  <c:v>39363</c:v>
                </c:pt>
                <c:pt idx="197">
                  <c:v>39364</c:v>
                </c:pt>
                <c:pt idx="198">
                  <c:v>39365</c:v>
                </c:pt>
                <c:pt idx="199">
                  <c:v>39366</c:v>
                </c:pt>
                <c:pt idx="200">
                  <c:v>39367</c:v>
                </c:pt>
                <c:pt idx="201">
                  <c:v>39370</c:v>
                </c:pt>
                <c:pt idx="202">
                  <c:v>39371</c:v>
                </c:pt>
                <c:pt idx="203">
                  <c:v>39372</c:v>
                </c:pt>
                <c:pt idx="204">
                  <c:v>39373</c:v>
                </c:pt>
                <c:pt idx="205">
                  <c:v>39374</c:v>
                </c:pt>
                <c:pt idx="206">
                  <c:v>39377</c:v>
                </c:pt>
                <c:pt idx="207">
                  <c:v>39378</c:v>
                </c:pt>
                <c:pt idx="208">
                  <c:v>39379</c:v>
                </c:pt>
                <c:pt idx="209">
                  <c:v>39380</c:v>
                </c:pt>
                <c:pt idx="210">
                  <c:v>39381</c:v>
                </c:pt>
                <c:pt idx="211">
                  <c:v>39384</c:v>
                </c:pt>
                <c:pt idx="212">
                  <c:v>39385</c:v>
                </c:pt>
                <c:pt idx="213">
                  <c:v>39386</c:v>
                </c:pt>
                <c:pt idx="214">
                  <c:v>39387</c:v>
                </c:pt>
                <c:pt idx="215">
                  <c:v>39388</c:v>
                </c:pt>
                <c:pt idx="216">
                  <c:v>39391</c:v>
                </c:pt>
                <c:pt idx="217">
                  <c:v>39392</c:v>
                </c:pt>
                <c:pt idx="218">
                  <c:v>39393</c:v>
                </c:pt>
                <c:pt idx="219">
                  <c:v>39394</c:v>
                </c:pt>
                <c:pt idx="220">
                  <c:v>39395</c:v>
                </c:pt>
                <c:pt idx="221">
                  <c:v>39398</c:v>
                </c:pt>
                <c:pt idx="222">
                  <c:v>39399</c:v>
                </c:pt>
                <c:pt idx="223">
                  <c:v>39400</c:v>
                </c:pt>
                <c:pt idx="224">
                  <c:v>39401</c:v>
                </c:pt>
                <c:pt idx="225">
                  <c:v>39402</c:v>
                </c:pt>
                <c:pt idx="226">
                  <c:v>39405</c:v>
                </c:pt>
                <c:pt idx="227">
                  <c:v>39406</c:v>
                </c:pt>
                <c:pt idx="228">
                  <c:v>39407</c:v>
                </c:pt>
                <c:pt idx="229">
                  <c:v>39408</c:v>
                </c:pt>
                <c:pt idx="230">
                  <c:v>39409</c:v>
                </c:pt>
                <c:pt idx="231">
                  <c:v>39412</c:v>
                </c:pt>
                <c:pt idx="232">
                  <c:v>39413</c:v>
                </c:pt>
                <c:pt idx="233">
                  <c:v>39414</c:v>
                </c:pt>
                <c:pt idx="234">
                  <c:v>39415</c:v>
                </c:pt>
                <c:pt idx="235">
                  <c:v>39416</c:v>
                </c:pt>
                <c:pt idx="236">
                  <c:v>39419</c:v>
                </c:pt>
                <c:pt idx="237">
                  <c:v>39420</c:v>
                </c:pt>
                <c:pt idx="238">
                  <c:v>39421</c:v>
                </c:pt>
                <c:pt idx="239">
                  <c:v>39422</c:v>
                </c:pt>
                <c:pt idx="240">
                  <c:v>39423</c:v>
                </c:pt>
                <c:pt idx="241">
                  <c:v>39426</c:v>
                </c:pt>
                <c:pt idx="242">
                  <c:v>39427</c:v>
                </c:pt>
                <c:pt idx="243">
                  <c:v>39428</c:v>
                </c:pt>
                <c:pt idx="244">
                  <c:v>39429</c:v>
                </c:pt>
                <c:pt idx="245">
                  <c:v>39430</c:v>
                </c:pt>
                <c:pt idx="246">
                  <c:v>39433</c:v>
                </c:pt>
                <c:pt idx="247">
                  <c:v>39434</c:v>
                </c:pt>
                <c:pt idx="248">
                  <c:v>39435</c:v>
                </c:pt>
                <c:pt idx="249">
                  <c:v>39436</c:v>
                </c:pt>
                <c:pt idx="250">
                  <c:v>39437</c:v>
                </c:pt>
                <c:pt idx="251">
                  <c:v>39440</c:v>
                </c:pt>
                <c:pt idx="252">
                  <c:v>39441</c:v>
                </c:pt>
                <c:pt idx="253">
                  <c:v>39442</c:v>
                </c:pt>
                <c:pt idx="254">
                  <c:v>39443</c:v>
                </c:pt>
                <c:pt idx="255">
                  <c:v>39444</c:v>
                </c:pt>
                <c:pt idx="256">
                  <c:v>39447</c:v>
                </c:pt>
                <c:pt idx="257">
                  <c:v>39448</c:v>
                </c:pt>
                <c:pt idx="258">
                  <c:v>39449</c:v>
                </c:pt>
                <c:pt idx="259">
                  <c:v>39450</c:v>
                </c:pt>
                <c:pt idx="260">
                  <c:v>39451</c:v>
                </c:pt>
                <c:pt idx="261">
                  <c:v>39454</c:v>
                </c:pt>
                <c:pt idx="262">
                  <c:v>39455</c:v>
                </c:pt>
                <c:pt idx="263">
                  <c:v>39456</c:v>
                </c:pt>
                <c:pt idx="264">
                  <c:v>39457</c:v>
                </c:pt>
                <c:pt idx="265">
                  <c:v>39458</c:v>
                </c:pt>
                <c:pt idx="266">
                  <c:v>39461</c:v>
                </c:pt>
                <c:pt idx="267">
                  <c:v>39462</c:v>
                </c:pt>
                <c:pt idx="268">
                  <c:v>39463</c:v>
                </c:pt>
                <c:pt idx="269">
                  <c:v>39464</c:v>
                </c:pt>
                <c:pt idx="270">
                  <c:v>39465</c:v>
                </c:pt>
                <c:pt idx="271">
                  <c:v>39468</c:v>
                </c:pt>
                <c:pt idx="272">
                  <c:v>39469</c:v>
                </c:pt>
                <c:pt idx="273">
                  <c:v>39470</c:v>
                </c:pt>
                <c:pt idx="274">
                  <c:v>39471</c:v>
                </c:pt>
                <c:pt idx="275">
                  <c:v>39472</c:v>
                </c:pt>
                <c:pt idx="276">
                  <c:v>39475</c:v>
                </c:pt>
                <c:pt idx="277">
                  <c:v>39476</c:v>
                </c:pt>
                <c:pt idx="278">
                  <c:v>39477</c:v>
                </c:pt>
                <c:pt idx="279">
                  <c:v>39478</c:v>
                </c:pt>
                <c:pt idx="280">
                  <c:v>39479</c:v>
                </c:pt>
                <c:pt idx="281">
                  <c:v>39482</c:v>
                </c:pt>
                <c:pt idx="282">
                  <c:v>39483</c:v>
                </c:pt>
                <c:pt idx="283">
                  <c:v>39484</c:v>
                </c:pt>
                <c:pt idx="284">
                  <c:v>39485</c:v>
                </c:pt>
                <c:pt idx="285">
                  <c:v>39486</c:v>
                </c:pt>
                <c:pt idx="286">
                  <c:v>39489</c:v>
                </c:pt>
                <c:pt idx="287">
                  <c:v>39490</c:v>
                </c:pt>
                <c:pt idx="288">
                  <c:v>39491</c:v>
                </c:pt>
                <c:pt idx="289">
                  <c:v>39492</c:v>
                </c:pt>
                <c:pt idx="290">
                  <c:v>39493</c:v>
                </c:pt>
                <c:pt idx="291">
                  <c:v>39496</c:v>
                </c:pt>
                <c:pt idx="292">
                  <c:v>39497</c:v>
                </c:pt>
                <c:pt idx="293">
                  <c:v>39498</c:v>
                </c:pt>
                <c:pt idx="294">
                  <c:v>39499</c:v>
                </c:pt>
                <c:pt idx="295">
                  <c:v>39500</c:v>
                </c:pt>
                <c:pt idx="296">
                  <c:v>39503</c:v>
                </c:pt>
                <c:pt idx="297">
                  <c:v>39504</c:v>
                </c:pt>
                <c:pt idx="298">
                  <c:v>39505</c:v>
                </c:pt>
                <c:pt idx="299">
                  <c:v>39506</c:v>
                </c:pt>
                <c:pt idx="300">
                  <c:v>39507</c:v>
                </c:pt>
                <c:pt idx="301">
                  <c:v>39510</c:v>
                </c:pt>
                <c:pt idx="302">
                  <c:v>39511</c:v>
                </c:pt>
                <c:pt idx="303">
                  <c:v>39512</c:v>
                </c:pt>
                <c:pt idx="304">
                  <c:v>39513</c:v>
                </c:pt>
                <c:pt idx="305">
                  <c:v>39514</c:v>
                </c:pt>
                <c:pt idx="306">
                  <c:v>39517</c:v>
                </c:pt>
                <c:pt idx="307">
                  <c:v>39518</c:v>
                </c:pt>
                <c:pt idx="308">
                  <c:v>39519</c:v>
                </c:pt>
                <c:pt idx="309">
                  <c:v>39520</c:v>
                </c:pt>
                <c:pt idx="310">
                  <c:v>39521</c:v>
                </c:pt>
                <c:pt idx="311">
                  <c:v>39524</c:v>
                </c:pt>
                <c:pt idx="312">
                  <c:v>39525</c:v>
                </c:pt>
                <c:pt idx="313">
                  <c:v>39526</c:v>
                </c:pt>
                <c:pt idx="314">
                  <c:v>39527</c:v>
                </c:pt>
                <c:pt idx="315">
                  <c:v>39528</c:v>
                </c:pt>
                <c:pt idx="316">
                  <c:v>39531</c:v>
                </c:pt>
                <c:pt idx="317">
                  <c:v>39532</c:v>
                </c:pt>
                <c:pt idx="318">
                  <c:v>39533</c:v>
                </c:pt>
                <c:pt idx="319">
                  <c:v>39534</c:v>
                </c:pt>
                <c:pt idx="320">
                  <c:v>39535</c:v>
                </c:pt>
                <c:pt idx="321">
                  <c:v>39538</c:v>
                </c:pt>
                <c:pt idx="322">
                  <c:v>39539</c:v>
                </c:pt>
                <c:pt idx="323">
                  <c:v>39540</c:v>
                </c:pt>
                <c:pt idx="324">
                  <c:v>39541</c:v>
                </c:pt>
                <c:pt idx="325">
                  <c:v>39542</c:v>
                </c:pt>
                <c:pt idx="326">
                  <c:v>39545</c:v>
                </c:pt>
                <c:pt idx="327">
                  <c:v>39546</c:v>
                </c:pt>
                <c:pt idx="328">
                  <c:v>39547</c:v>
                </c:pt>
                <c:pt idx="329">
                  <c:v>39548</c:v>
                </c:pt>
                <c:pt idx="330">
                  <c:v>39549</c:v>
                </c:pt>
                <c:pt idx="331">
                  <c:v>39552</c:v>
                </c:pt>
                <c:pt idx="332">
                  <c:v>39553</c:v>
                </c:pt>
                <c:pt idx="333">
                  <c:v>39554</c:v>
                </c:pt>
                <c:pt idx="334">
                  <c:v>39555</c:v>
                </c:pt>
                <c:pt idx="335">
                  <c:v>39556</c:v>
                </c:pt>
                <c:pt idx="336">
                  <c:v>39559</c:v>
                </c:pt>
                <c:pt idx="337">
                  <c:v>39560</c:v>
                </c:pt>
                <c:pt idx="338">
                  <c:v>39561</c:v>
                </c:pt>
                <c:pt idx="339">
                  <c:v>39562</c:v>
                </c:pt>
                <c:pt idx="340">
                  <c:v>39563</c:v>
                </c:pt>
                <c:pt idx="341">
                  <c:v>39566</c:v>
                </c:pt>
                <c:pt idx="342">
                  <c:v>39567</c:v>
                </c:pt>
                <c:pt idx="343">
                  <c:v>39568</c:v>
                </c:pt>
                <c:pt idx="344">
                  <c:v>39569</c:v>
                </c:pt>
                <c:pt idx="345">
                  <c:v>39570</c:v>
                </c:pt>
                <c:pt idx="346">
                  <c:v>39573</c:v>
                </c:pt>
                <c:pt idx="347">
                  <c:v>39574</c:v>
                </c:pt>
                <c:pt idx="348">
                  <c:v>39575</c:v>
                </c:pt>
                <c:pt idx="349">
                  <c:v>39576</c:v>
                </c:pt>
                <c:pt idx="350">
                  <c:v>39577</c:v>
                </c:pt>
                <c:pt idx="351">
                  <c:v>39580</c:v>
                </c:pt>
                <c:pt idx="352">
                  <c:v>39581</c:v>
                </c:pt>
                <c:pt idx="353">
                  <c:v>39582</c:v>
                </c:pt>
                <c:pt idx="354">
                  <c:v>39583</c:v>
                </c:pt>
                <c:pt idx="355">
                  <c:v>39584</c:v>
                </c:pt>
                <c:pt idx="356">
                  <c:v>39587</c:v>
                </c:pt>
                <c:pt idx="357">
                  <c:v>39588</c:v>
                </c:pt>
                <c:pt idx="358">
                  <c:v>39589</c:v>
                </c:pt>
                <c:pt idx="359">
                  <c:v>39590</c:v>
                </c:pt>
                <c:pt idx="360">
                  <c:v>39591</c:v>
                </c:pt>
                <c:pt idx="361">
                  <c:v>39594</c:v>
                </c:pt>
                <c:pt idx="362">
                  <c:v>39595</c:v>
                </c:pt>
                <c:pt idx="363">
                  <c:v>39596</c:v>
                </c:pt>
                <c:pt idx="364">
                  <c:v>39597</c:v>
                </c:pt>
                <c:pt idx="365">
                  <c:v>39598</c:v>
                </c:pt>
                <c:pt idx="366">
                  <c:v>39601</c:v>
                </c:pt>
                <c:pt idx="367">
                  <c:v>39602</c:v>
                </c:pt>
                <c:pt idx="368">
                  <c:v>39603</c:v>
                </c:pt>
                <c:pt idx="369">
                  <c:v>39604</c:v>
                </c:pt>
                <c:pt idx="370">
                  <c:v>39605</c:v>
                </c:pt>
                <c:pt idx="371">
                  <c:v>39608</c:v>
                </c:pt>
                <c:pt idx="372">
                  <c:v>39609</c:v>
                </c:pt>
                <c:pt idx="373">
                  <c:v>39610</c:v>
                </c:pt>
                <c:pt idx="374">
                  <c:v>39611</c:v>
                </c:pt>
                <c:pt idx="375">
                  <c:v>39612</c:v>
                </c:pt>
                <c:pt idx="376">
                  <c:v>39615</c:v>
                </c:pt>
                <c:pt idx="377">
                  <c:v>39616</c:v>
                </c:pt>
                <c:pt idx="378">
                  <c:v>39617</c:v>
                </c:pt>
                <c:pt idx="379">
                  <c:v>39618</c:v>
                </c:pt>
                <c:pt idx="380">
                  <c:v>39619</c:v>
                </c:pt>
                <c:pt idx="381">
                  <c:v>39622</c:v>
                </c:pt>
                <c:pt idx="382">
                  <c:v>39623</c:v>
                </c:pt>
                <c:pt idx="383">
                  <c:v>39624</c:v>
                </c:pt>
                <c:pt idx="384">
                  <c:v>39625</c:v>
                </c:pt>
                <c:pt idx="385">
                  <c:v>39626</c:v>
                </c:pt>
                <c:pt idx="386">
                  <c:v>39629</c:v>
                </c:pt>
                <c:pt idx="387">
                  <c:v>39630</c:v>
                </c:pt>
                <c:pt idx="388">
                  <c:v>39631</c:v>
                </c:pt>
                <c:pt idx="389">
                  <c:v>39632</c:v>
                </c:pt>
                <c:pt idx="390">
                  <c:v>39633</c:v>
                </c:pt>
                <c:pt idx="391">
                  <c:v>39636</c:v>
                </c:pt>
                <c:pt idx="392">
                  <c:v>39637</c:v>
                </c:pt>
                <c:pt idx="393">
                  <c:v>39638</c:v>
                </c:pt>
                <c:pt idx="394">
                  <c:v>39639</c:v>
                </c:pt>
                <c:pt idx="395">
                  <c:v>39640</c:v>
                </c:pt>
                <c:pt idx="396">
                  <c:v>39643</c:v>
                </c:pt>
                <c:pt idx="397">
                  <c:v>39644</c:v>
                </c:pt>
                <c:pt idx="398">
                  <c:v>39645</c:v>
                </c:pt>
                <c:pt idx="399">
                  <c:v>39646</c:v>
                </c:pt>
                <c:pt idx="400">
                  <c:v>39647</c:v>
                </c:pt>
                <c:pt idx="401">
                  <c:v>39650</c:v>
                </c:pt>
                <c:pt idx="402">
                  <c:v>39651</c:v>
                </c:pt>
                <c:pt idx="403">
                  <c:v>39652</c:v>
                </c:pt>
                <c:pt idx="404">
                  <c:v>39653</c:v>
                </c:pt>
                <c:pt idx="405">
                  <c:v>39654</c:v>
                </c:pt>
                <c:pt idx="406">
                  <c:v>39657</c:v>
                </c:pt>
                <c:pt idx="407">
                  <c:v>39658</c:v>
                </c:pt>
                <c:pt idx="408">
                  <c:v>39659</c:v>
                </c:pt>
                <c:pt idx="409">
                  <c:v>39660</c:v>
                </c:pt>
                <c:pt idx="410">
                  <c:v>39661</c:v>
                </c:pt>
                <c:pt idx="411">
                  <c:v>39664</c:v>
                </c:pt>
                <c:pt idx="412">
                  <c:v>39665</c:v>
                </c:pt>
                <c:pt idx="413">
                  <c:v>39666</c:v>
                </c:pt>
                <c:pt idx="414">
                  <c:v>39667</c:v>
                </c:pt>
                <c:pt idx="415">
                  <c:v>39668</c:v>
                </c:pt>
                <c:pt idx="416">
                  <c:v>39671</c:v>
                </c:pt>
                <c:pt idx="417">
                  <c:v>39672</c:v>
                </c:pt>
                <c:pt idx="418">
                  <c:v>39673</c:v>
                </c:pt>
                <c:pt idx="419">
                  <c:v>39674</c:v>
                </c:pt>
                <c:pt idx="420">
                  <c:v>39675</c:v>
                </c:pt>
                <c:pt idx="421">
                  <c:v>39678</c:v>
                </c:pt>
                <c:pt idx="422">
                  <c:v>39679</c:v>
                </c:pt>
                <c:pt idx="423">
                  <c:v>39680</c:v>
                </c:pt>
                <c:pt idx="424">
                  <c:v>39681</c:v>
                </c:pt>
                <c:pt idx="425">
                  <c:v>39682</c:v>
                </c:pt>
                <c:pt idx="426">
                  <c:v>39685</c:v>
                </c:pt>
                <c:pt idx="427">
                  <c:v>39686</c:v>
                </c:pt>
                <c:pt idx="428">
                  <c:v>39687</c:v>
                </c:pt>
                <c:pt idx="429">
                  <c:v>39688</c:v>
                </c:pt>
                <c:pt idx="430">
                  <c:v>39689</c:v>
                </c:pt>
                <c:pt idx="431">
                  <c:v>39692</c:v>
                </c:pt>
                <c:pt idx="432">
                  <c:v>39693</c:v>
                </c:pt>
                <c:pt idx="433">
                  <c:v>39694</c:v>
                </c:pt>
                <c:pt idx="434">
                  <c:v>39695</c:v>
                </c:pt>
                <c:pt idx="435">
                  <c:v>39696</c:v>
                </c:pt>
                <c:pt idx="436">
                  <c:v>39699</c:v>
                </c:pt>
                <c:pt idx="437">
                  <c:v>39700</c:v>
                </c:pt>
                <c:pt idx="438">
                  <c:v>39701</c:v>
                </c:pt>
                <c:pt idx="439">
                  <c:v>39702</c:v>
                </c:pt>
                <c:pt idx="440">
                  <c:v>39703</c:v>
                </c:pt>
                <c:pt idx="441">
                  <c:v>39706</c:v>
                </c:pt>
                <c:pt idx="442">
                  <c:v>39707</c:v>
                </c:pt>
                <c:pt idx="443">
                  <c:v>39708</c:v>
                </c:pt>
                <c:pt idx="444">
                  <c:v>39709</c:v>
                </c:pt>
                <c:pt idx="445">
                  <c:v>39710</c:v>
                </c:pt>
                <c:pt idx="446">
                  <c:v>39713</c:v>
                </c:pt>
                <c:pt idx="447">
                  <c:v>39714</c:v>
                </c:pt>
                <c:pt idx="448">
                  <c:v>39715</c:v>
                </c:pt>
                <c:pt idx="449">
                  <c:v>39716</c:v>
                </c:pt>
                <c:pt idx="450">
                  <c:v>39717</c:v>
                </c:pt>
                <c:pt idx="451">
                  <c:v>39720</c:v>
                </c:pt>
                <c:pt idx="452">
                  <c:v>39721</c:v>
                </c:pt>
                <c:pt idx="453">
                  <c:v>39722</c:v>
                </c:pt>
                <c:pt idx="454">
                  <c:v>39723</c:v>
                </c:pt>
                <c:pt idx="455">
                  <c:v>39724</c:v>
                </c:pt>
                <c:pt idx="456">
                  <c:v>39727</c:v>
                </c:pt>
                <c:pt idx="457">
                  <c:v>39728</c:v>
                </c:pt>
                <c:pt idx="458">
                  <c:v>39729</c:v>
                </c:pt>
                <c:pt idx="459">
                  <c:v>39730</c:v>
                </c:pt>
                <c:pt idx="460">
                  <c:v>39731</c:v>
                </c:pt>
                <c:pt idx="461">
                  <c:v>39734</c:v>
                </c:pt>
                <c:pt idx="462">
                  <c:v>39735</c:v>
                </c:pt>
                <c:pt idx="463">
                  <c:v>39736</c:v>
                </c:pt>
                <c:pt idx="464">
                  <c:v>39737</c:v>
                </c:pt>
                <c:pt idx="465">
                  <c:v>39738</c:v>
                </c:pt>
                <c:pt idx="466">
                  <c:v>39741</c:v>
                </c:pt>
                <c:pt idx="467">
                  <c:v>39742</c:v>
                </c:pt>
                <c:pt idx="468">
                  <c:v>39743</c:v>
                </c:pt>
                <c:pt idx="469">
                  <c:v>39744</c:v>
                </c:pt>
                <c:pt idx="470">
                  <c:v>39745</c:v>
                </c:pt>
                <c:pt idx="471">
                  <c:v>39748</c:v>
                </c:pt>
                <c:pt idx="472">
                  <c:v>39749</c:v>
                </c:pt>
                <c:pt idx="473">
                  <c:v>39750</c:v>
                </c:pt>
                <c:pt idx="474">
                  <c:v>39751</c:v>
                </c:pt>
                <c:pt idx="475">
                  <c:v>39752</c:v>
                </c:pt>
                <c:pt idx="476">
                  <c:v>39755</c:v>
                </c:pt>
                <c:pt idx="477">
                  <c:v>39756</c:v>
                </c:pt>
                <c:pt idx="478">
                  <c:v>39757</c:v>
                </c:pt>
                <c:pt idx="479">
                  <c:v>39758</c:v>
                </c:pt>
                <c:pt idx="480">
                  <c:v>39759</c:v>
                </c:pt>
                <c:pt idx="481">
                  <c:v>39762</c:v>
                </c:pt>
                <c:pt idx="482">
                  <c:v>39763</c:v>
                </c:pt>
                <c:pt idx="483">
                  <c:v>39764</c:v>
                </c:pt>
                <c:pt idx="484">
                  <c:v>39765</c:v>
                </c:pt>
                <c:pt idx="485">
                  <c:v>39766</c:v>
                </c:pt>
                <c:pt idx="486">
                  <c:v>39769</c:v>
                </c:pt>
                <c:pt idx="487">
                  <c:v>39770</c:v>
                </c:pt>
                <c:pt idx="488">
                  <c:v>39771</c:v>
                </c:pt>
                <c:pt idx="489">
                  <c:v>39772</c:v>
                </c:pt>
                <c:pt idx="490">
                  <c:v>39773</c:v>
                </c:pt>
                <c:pt idx="491">
                  <c:v>39776</c:v>
                </c:pt>
                <c:pt idx="492">
                  <c:v>39777</c:v>
                </c:pt>
                <c:pt idx="493">
                  <c:v>39778</c:v>
                </c:pt>
                <c:pt idx="494">
                  <c:v>39779</c:v>
                </c:pt>
                <c:pt idx="495">
                  <c:v>39780</c:v>
                </c:pt>
                <c:pt idx="496">
                  <c:v>39783</c:v>
                </c:pt>
                <c:pt idx="497">
                  <c:v>39784</c:v>
                </c:pt>
                <c:pt idx="498">
                  <c:v>39785</c:v>
                </c:pt>
                <c:pt idx="499">
                  <c:v>39786</c:v>
                </c:pt>
                <c:pt idx="500">
                  <c:v>39787</c:v>
                </c:pt>
                <c:pt idx="501">
                  <c:v>39790</c:v>
                </c:pt>
                <c:pt idx="502">
                  <c:v>39791</c:v>
                </c:pt>
                <c:pt idx="503">
                  <c:v>39792</c:v>
                </c:pt>
                <c:pt idx="504">
                  <c:v>39793</c:v>
                </c:pt>
                <c:pt idx="505">
                  <c:v>39794</c:v>
                </c:pt>
                <c:pt idx="506">
                  <c:v>39797</c:v>
                </c:pt>
                <c:pt idx="507">
                  <c:v>39798</c:v>
                </c:pt>
                <c:pt idx="508">
                  <c:v>39799</c:v>
                </c:pt>
                <c:pt idx="509">
                  <c:v>39800</c:v>
                </c:pt>
                <c:pt idx="510">
                  <c:v>39801</c:v>
                </c:pt>
                <c:pt idx="511">
                  <c:v>39804</c:v>
                </c:pt>
                <c:pt idx="512">
                  <c:v>39805</c:v>
                </c:pt>
                <c:pt idx="513">
                  <c:v>39806</c:v>
                </c:pt>
                <c:pt idx="514">
                  <c:v>39807</c:v>
                </c:pt>
                <c:pt idx="515">
                  <c:v>39808</c:v>
                </c:pt>
                <c:pt idx="516">
                  <c:v>39811</c:v>
                </c:pt>
                <c:pt idx="517">
                  <c:v>39812</c:v>
                </c:pt>
                <c:pt idx="518">
                  <c:v>39813</c:v>
                </c:pt>
                <c:pt idx="519">
                  <c:v>39814</c:v>
                </c:pt>
                <c:pt idx="520">
                  <c:v>39815</c:v>
                </c:pt>
                <c:pt idx="521">
                  <c:v>39818</c:v>
                </c:pt>
                <c:pt idx="522">
                  <c:v>39819</c:v>
                </c:pt>
                <c:pt idx="523">
                  <c:v>39820</c:v>
                </c:pt>
                <c:pt idx="524">
                  <c:v>39821</c:v>
                </c:pt>
                <c:pt idx="525">
                  <c:v>39822</c:v>
                </c:pt>
                <c:pt idx="526">
                  <c:v>39825</c:v>
                </c:pt>
                <c:pt idx="527">
                  <c:v>39826</c:v>
                </c:pt>
                <c:pt idx="528">
                  <c:v>39827</c:v>
                </c:pt>
                <c:pt idx="529">
                  <c:v>39828</c:v>
                </c:pt>
                <c:pt idx="530">
                  <c:v>39829</c:v>
                </c:pt>
                <c:pt idx="531">
                  <c:v>39832</c:v>
                </c:pt>
                <c:pt idx="532">
                  <c:v>39833</c:v>
                </c:pt>
                <c:pt idx="533">
                  <c:v>39834</c:v>
                </c:pt>
                <c:pt idx="534">
                  <c:v>39835</c:v>
                </c:pt>
                <c:pt idx="535">
                  <c:v>39836</c:v>
                </c:pt>
                <c:pt idx="536">
                  <c:v>39839</c:v>
                </c:pt>
                <c:pt idx="537">
                  <c:v>39840</c:v>
                </c:pt>
                <c:pt idx="538">
                  <c:v>39841</c:v>
                </c:pt>
                <c:pt idx="539">
                  <c:v>39842</c:v>
                </c:pt>
                <c:pt idx="540">
                  <c:v>39843</c:v>
                </c:pt>
                <c:pt idx="541">
                  <c:v>39846</c:v>
                </c:pt>
                <c:pt idx="542">
                  <c:v>39847</c:v>
                </c:pt>
                <c:pt idx="543">
                  <c:v>39848</c:v>
                </c:pt>
                <c:pt idx="544">
                  <c:v>39849</c:v>
                </c:pt>
                <c:pt idx="545">
                  <c:v>39850</c:v>
                </c:pt>
                <c:pt idx="546">
                  <c:v>39853</c:v>
                </c:pt>
                <c:pt idx="547">
                  <c:v>39854</c:v>
                </c:pt>
                <c:pt idx="548">
                  <c:v>39855</c:v>
                </c:pt>
                <c:pt idx="549">
                  <c:v>39856</c:v>
                </c:pt>
                <c:pt idx="550">
                  <c:v>39857</c:v>
                </c:pt>
                <c:pt idx="551">
                  <c:v>39860</c:v>
                </c:pt>
                <c:pt idx="552">
                  <c:v>39861</c:v>
                </c:pt>
                <c:pt idx="553">
                  <c:v>39862</c:v>
                </c:pt>
                <c:pt idx="554">
                  <c:v>39863</c:v>
                </c:pt>
                <c:pt idx="555">
                  <c:v>39864</c:v>
                </c:pt>
                <c:pt idx="556">
                  <c:v>39867</c:v>
                </c:pt>
                <c:pt idx="557">
                  <c:v>39868</c:v>
                </c:pt>
                <c:pt idx="558">
                  <c:v>39869</c:v>
                </c:pt>
                <c:pt idx="559">
                  <c:v>39870</c:v>
                </c:pt>
                <c:pt idx="560">
                  <c:v>39871</c:v>
                </c:pt>
                <c:pt idx="561">
                  <c:v>39874</c:v>
                </c:pt>
                <c:pt idx="562">
                  <c:v>39875</c:v>
                </c:pt>
                <c:pt idx="563">
                  <c:v>39876</c:v>
                </c:pt>
                <c:pt idx="564">
                  <c:v>39877</c:v>
                </c:pt>
                <c:pt idx="565">
                  <c:v>39878</c:v>
                </c:pt>
                <c:pt idx="566">
                  <c:v>39881</c:v>
                </c:pt>
                <c:pt idx="567">
                  <c:v>39882</c:v>
                </c:pt>
                <c:pt idx="568">
                  <c:v>39883</c:v>
                </c:pt>
                <c:pt idx="569">
                  <c:v>39884</c:v>
                </c:pt>
                <c:pt idx="570">
                  <c:v>39885</c:v>
                </c:pt>
                <c:pt idx="571">
                  <c:v>39888</c:v>
                </c:pt>
                <c:pt idx="572">
                  <c:v>39889</c:v>
                </c:pt>
                <c:pt idx="573">
                  <c:v>39890</c:v>
                </c:pt>
                <c:pt idx="574">
                  <c:v>39891</c:v>
                </c:pt>
                <c:pt idx="575">
                  <c:v>39892</c:v>
                </c:pt>
                <c:pt idx="576">
                  <c:v>39895</c:v>
                </c:pt>
                <c:pt idx="577">
                  <c:v>39896</c:v>
                </c:pt>
                <c:pt idx="578">
                  <c:v>39897</c:v>
                </c:pt>
                <c:pt idx="579">
                  <c:v>39898</c:v>
                </c:pt>
                <c:pt idx="580">
                  <c:v>39899</c:v>
                </c:pt>
                <c:pt idx="581">
                  <c:v>39902</c:v>
                </c:pt>
                <c:pt idx="582">
                  <c:v>39903</c:v>
                </c:pt>
                <c:pt idx="583">
                  <c:v>39904</c:v>
                </c:pt>
                <c:pt idx="584">
                  <c:v>39905</c:v>
                </c:pt>
                <c:pt idx="585">
                  <c:v>39906</c:v>
                </c:pt>
                <c:pt idx="586">
                  <c:v>39909</c:v>
                </c:pt>
                <c:pt idx="587">
                  <c:v>39910</c:v>
                </c:pt>
                <c:pt idx="588">
                  <c:v>39911</c:v>
                </c:pt>
                <c:pt idx="589">
                  <c:v>39912</c:v>
                </c:pt>
                <c:pt idx="590">
                  <c:v>39913</c:v>
                </c:pt>
                <c:pt idx="591">
                  <c:v>39916</c:v>
                </c:pt>
                <c:pt idx="592">
                  <c:v>39917</c:v>
                </c:pt>
                <c:pt idx="593">
                  <c:v>39918</c:v>
                </c:pt>
                <c:pt idx="594">
                  <c:v>39919</c:v>
                </c:pt>
                <c:pt idx="595">
                  <c:v>39920</c:v>
                </c:pt>
                <c:pt idx="596">
                  <c:v>39923</c:v>
                </c:pt>
                <c:pt idx="597">
                  <c:v>39924</c:v>
                </c:pt>
                <c:pt idx="598">
                  <c:v>39925</c:v>
                </c:pt>
                <c:pt idx="599">
                  <c:v>39926</c:v>
                </c:pt>
                <c:pt idx="600">
                  <c:v>39927</c:v>
                </c:pt>
                <c:pt idx="601">
                  <c:v>39930</c:v>
                </c:pt>
                <c:pt idx="602">
                  <c:v>39931</c:v>
                </c:pt>
                <c:pt idx="603">
                  <c:v>39932</c:v>
                </c:pt>
                <c:pt idx="604">
                  <c:v>39933</c:v>
                </c:pt>
                <c:pt idx="605">
                  <c:v>39934</c:v>
                </c:pt>
                <c:pt idx="606">
                  <c:v>39937</c:v>
                </c:pt>
                <c:pt idx="607">
                  <c:v>39938</c:v>
                </c:pt>
                <c:pt idx="608">
                  <c:v>39939</c:v>
                </c:pt>
                <c:pt idx="609">
                  <c:v>39940</c:v>
                </c:pt>
                <c:pt idx="610">
                  <c:v>39941</c:v>
                </c:pt>
                <c:pt idx="611">
                  <c:v>39944</c:v>
                </c:pt>
                <c:pt idx="612">
                  <c:v>39945</c:v>
                </c:pt>
                <c:pt idx="613">
                  <c:v>39946</c:v>
                </c:pt>
                <c:pt idx="614">
                  <c:v>39947</c:v>
                </c:pt>
                <c:pt idx="615">
                  <c:v>39948</c:v>
                </c:pt>
                <c:pt idx="616">
                  <c:v>39951</c:v>
                </c:pt>
                <c:pt idx="617">
                  <c:v>39952</c:v>
                </c:pt>
                <c:pt idx="618">
                  <c:v>39953</c:v>
                </c:pt>
                <c:pt idx="619">
                  <c:v>39954</c:v>
                </c:pt>
                <c:pt idx="620">
                  <c:v>39955</c:v>
                </c:pt>
                <c:pt idx="621">
                  <c:v>39958</c:v>
                </c:pt>
                <c:pt idx="622">
                  <c:v>39959</c:v>
                </c:pt>
                <c:pt idx="623">
                  <c:v>39960</c:v>
                </c:pt>
                <c:pt idx="624">
                  <c:v>39961</c:v>
                </c:pt>
                <c:pt idx="625">
                  <c:v>39962</c:v>
                </c:pt>
                <c:pt idx="626">
                  <c:v>39965</c:v>
                </c:pt>
                <c:pt idx="627">
                  <c:v>39966</c:v>
                </c:pt>
                <c:pt idx="628">
                  <c:v>39967</c:v>
                </c:pt>
                <c:pt idx="629">
                  <c:v>39968</c:v>
                </c:pt>
                <c:pt idx="630">
                  <c:v>39969</c:v>
                </c:pt>
                <c:pt idx="631">
                  <c:v>39972</c:v>
                </c:pt>
                <c:pt idx="632">
                  <c:v>39973</c:v>
                </c:pt>
                <c:pt idx="633">
                  <c:v>39974</c:v>
                </c:pt>
                <c:pt idx="634">
                  <c:v>39975</c:v>
                </c:pt>
                <c:pt idx="635">
                  <c:v>39976</c:v>
                </c:pt>
                <c:pt idx="636">
                  <c:v>39979</c:v>
                </c:pt>
                <c:pt idx="637">
                  <c:v>39980</c:v>
                </c:pt>
                <c:pt idx="638">
                  <c:v>39981</c:v>
                </c:pt>
                <c:pt idx="639">
                  <c:v>39982</c:v>
                </c:pt>
                <c:pt idx="640">
                  <c:v>39983</c:v>
                </c:pt>
                <c:pt idx="641">
                  <c:v>39986</c:v>
                </c:pt>
                <c:pt idx="642">
                  <c:v>39987</c:v>
                </c:pt>
                <c:pt idx="643">
                  <c:v>39988</c:v>
                </c:pt>
                <c:pt idx="644">
                  <c:v>39989</c:v>
                </c:pt>
                <c:pt idx="645">
                  <c:v>39990</c:v>
                </c:pt>
                <c:pt idx="646">
                  <c:v>39993</c:v>
                </c:pt>
                <c:pt idx="647">
                  <c:v>39994</c:v>
                </c:pt>
                <c:pt idx="648">
                  <c:v>39995</c:v>
                </c:pt>
                <c:pt idx="649">
                  <c:v>39996</c:v>
                </c:pt>
                <c:pt idx="650">
                  <c:v>39997</c:v>
                </c:pt>
                <c:pt idx="651">
                  <c:v>40000</c:v>
                </c:pt>
                <c:pt idx="652">
                  <c:v>40001</c:v>
                </c:pt>
                <c:pt idx="653">
                  <c:v>40002</c:v>
                </c:pt>
                <c:pt idx="654">
                  <c:v>40003</c:v>
                </c:pt>
                <c:pt idx="655">
                  <c:v>40004</c:v>
                </c:pt>
                <c:pt idx="656">
                  <c:v>40007</c:v>
                </c:pt>
                <c:pt idx="657">
                  <c:v>40008</c:v>
                </c:pt>
                <c:pt idx="658">
                  <c:v>40009</c:v>
                </c:pt>
                <c:pt idx="659">
                  <c:v>40010</c:v>
                </c:pt>
                <c:pt idx="660">
                  <c:v>40011</c:v>
                </c:pt>
                <c:pt idx="661">
                  <c:v>40014</c:v>
                </c:pt>
                <c:pt idx="662">
                  <c:v>40015</c:v>
                </c:pt>
                <c:pt idx="663">
                  <c:v>40016</c:v>
                </c:pt>
                <c:pt idx="664">
                  <c:v>40017</c:v>
                </c:pt>
                <c:pt idx="665">
                  <c:v>40018</c:v>
                </c:pt>
                <c:pt idx="666">
                  <c:v>40021</c:v>
                </c:pt>
                <c:pt idx="667">
                  <c:v>40022</c:v>
                </c:pt>
                <c:pt idx="668">
                  <c:v>40023</c:v>
                </c:pt>
                <c:pt idx="669">
                  <c:v>40024</c:v>
                </c:pt>
                <c:pt idx="670">
                  <c:v>40025</c:v>
                </c:pt>
                <c:pt idx="671">
                  <c:v>40028</c:v>
                </c:pt>
                <c:pt idx="672">
                  <c:v>40029</c:v>
                </c:pt>
                <c:pt idx="673">
                  <c:v>40030</c:v>
                </c:pt>
                <c:pt idx="674">
                  <c:v>40031</c:v>
                </c:pt>
                <c:pt idx="675">
                  <c:v>40032</c:v>
                </c:pt>
                <c:pt idx="676">
                  <c:v>40035</c:v>
                </c:pt>
                <c:pt idx="677">
                  <c:v>40036</c:v>
                </c:pt>
                <c:pt idx="678">
                  <c:v>40037</c:v>
                </c:pt>
                <c:pt idx="679">
                  <c:v>40038</c:v>
                </c:pt>
                <c:pt idx="680">
                  <c:v>40039</c:v>
                </c:pt>
                <c:pt idx="681">
                  <c:v>40042</c:v>
                </c:pt>
                <c:pt idx="682">
                  <c:v>40043</c:v>
                </c:pt>
                <c:pt idx="683">
                  <c:v>40044</c:v>
                </c:pt>
                <c:pt idx="684">
                  <c:v>40045</c:v>
                </c:pt>
                <c:pt idx="685">
                  <c:v>40046</c:v>
                </c:pt>
                <c:pt idx="686">
                  <c:v>40049</c:v>
                </c:pt>
                <c:pt idx="687">
                  <c:v>40050</c:v>
                </c:pt>
                <c:pt idx="688">
                  <c:v>40051</c:v>
                </c:pt>
                <c:pt idx="689">
                  <c:v>40052</c:v>
                </c:pt>
                <c:pt idx="690">
                  <c:v>40053</c:v>
                </c:pt>
                <c:pt idx="691">
                  <c:v>40056</c:v>
                </c:pt>
                <c:pt idx="692">
                  <c:v>40057</c:v>
                </c:pt>
                <c:pt idx="693">
                  <c:v>40058</c:v>
                </c:pt>
                <c:pt idx="694">
                  <c:v>40059</c:v>
                </c:pt>
                <c:pt idx="695">
                  <c:v>40060</c:v>
                </c:pt>
                <c:pt idx="696">
                  <c:v>40063</c:v>
                </c:pt>
                <c:pt idx="697">
                  <c:v>40064</c:v>
                </c:pt>
                <c:pt idx="698">
                  <c:v>40065</c:v>
                </c:pt>
                <c:pt idx="699">
                  <c:v>40066</c:v>
                </c:pt>
                <c:pt idx="700">
                  <c:v>40067</c:v>
                </c:pt>
                <c:pt idx="701">
                  <c:v>40070</c:v>
                </c:pt>
                <c:pt idx="702">
                  <c:v>40071</c:v>
                </c:pt>
                <c:pt idx="703">
                  <c:v>40072</c:v>
                </c:pt>
                <c:pt idx="704">
                  <c:v>40073</c:v>
                </c:pt>
                <c:pt idx="705">
                  <c:v>40074</c:v>
                </c:pt>
                <c:pt idx="706">
                  <c:v>40077</c:v>
                </c:pt>
                <c:pt idx="707">
                  <c:v>40078</c:v>
                </c:pt>
                <c:pt idx="708">
                  <c:v>40079</c:v>
                </c:pt>
                <c:pt idx="709">
                  <c:v>40080</c:v>
                </c:pt>
                <c:pt idx="710">
                  <c:v>40081</c:v>
                </c:pt>
                <c:pt idx="711">
                  <c:v>40084</c:v>
                </c:pt>
                <c:pt idx="712">
                  <c:v>40085</c:v>
                </c:pt>
                <c:pt idx="713">
                  <c:v>40086</c:v>
                </c:pt>
                <c:pt idx="714">
                  <c:v>40087</c:v>
                </c:pt>
                <c:pt idx="715">
                  <c:v>40088</c:v>
                </c:pt>
                <c:pt idx="716">
                  <c:v>40091</c:v>
                </c:pt>
                <c:pt idx="717">
                  <c:v>40092</c:v>
                </c:pt>
                <c:pt idx="718">
                  <c:v>40093</c:v>
                </c:pt>
                <c:pt idx="719">
                  <c:v>40094</c:v>
                </c:pt>
                <c:pt idx="720">
                  <c:v>40095</c:v>
                </c:pt>
                <c:pt idx="721">
                  <c:v>40098</c:v>
                </c:pt>
                <c:pt idx="722">
                  <c:v>40099</c:v>
                </c:pt>
                <c:pt idx="723">
                  <c:v>40100</c:v>
                </c:pt>
                <c:pt idx="724">
                  <c:v>40101</c:v>
                </c:pt>
                <c:pt idx="725">
                  <c:v>40102</c:v>
                </c:pt>
                <c:pt idx="726">
                  <c:v>40105</c:v>
                </c:pt>
                <c:pt idx="727">
                  <c:v>40106</c:v>
                </c:pt>
                <c:pt idx="728">
                  <c:v>40107</c:v>
                </c:pt>
                <c:pt idx="729">
                  <c:v>40108</c:v>
                </c:pt>
                <c:pt idx="730">
                  <c:v>40109</c:v>
                </c:pt>
                <c:pt idx="731">
                  <c:v>40112</c:v>
                </c:pt>
                <c:pt idx="732">
                  <c:v>40113</c:v>
                </c:pt>
                <c:pt idx="733">
                  <c:v>40114</c:v>
                </c:pt>
                <c:pt idx="734">
                  <c:v>40115</c:v>
                </c:pt>
                <c:pt idx="735">
                  <c:v>40116</c:v>
                </c:pt>
                <c:pt idx="736">
                  <c:v>40119</c:v>
                </c:pt>
                <c:pt idx="737">
                  <c:v>40120</c:v>
                </c:pt>
                <c:pt idx="738">
                  <c:v>40121</c:v>
                </c:pt>
                <c:pt idx="739">
                  <c:v>40122</c:v>
                </c:pt>
                <c:pt idx="740">
                  <c:v>40123</c:v>
                </c:pt>
                <c:pt idx="741">
                  <c:v>40126</c:v>
                </c:pt>
                <c:pt idx="742">
                  <c:v>40127</c:v>
                </c:pt>
                <c:pt idx="743">
                  <c:v>40128</c:v>
                </c:pt>
                <c:pt idx="744">
                  <c:v>40129</c:v>
                </c:pt>
                <c:pt idx="745">
                  <c:v>40130</c:v>
                </c:pt>
                <c:pt idx="746">
                  <c:v>40133</c:v>
                </c:pt>
                <c:pt idx="747">
                  <c:v>40134</c:v>
                </c:pt>
                <c:pt idx="748">
                  <c:v>40135</c:v>
                </c:pt>
                <c:pt idx="749">
                  <c:v>40136</c:v>
                </c:pt>
                <c:pt idx="750">
                  <c:v>40137</c:v>
                </c:pt>
                <c:pt idx="751">
                  <c:v>40140</c:v>
                </c:pt>
                <c:pt idx="752">
                  <c:v>40141</c:v>
                </c:pt>
                <c:pt idx="753">
                  <c:v>40142</c:v>
                </c:pt>
                <c:pt idx="754">
                  <c:v>40143</c:v>
                </c:pt>
                <c:pt idx="755">
                  <c:v>40144</c:v>
                </c:pt>
              </c:numCache>
            </c:numRef>
          </c:cat>
          <c:val>
            <c:numRef>
              <c:f>'주가하락_목표달성_2008-10-13'!$B$2:$B$757</c:f>
              <c:numCache>
                <c:formatCode>General</c:formatCode>
                <c:ptCount val="756"/>
                <c:pt idx="0">
                  <c:v>37400</c:v>
                </c:pt>
                <c:pt idx="1">
                  <c:v>36650</c:v>
                </c:pt>
                <c:pt idx="2">
                  <c:v>36650</c:v>
                </c:pt>
                <c:pt idx="3">
                  <c:v>36550</c:v>
                </c:pt>
                <c:pt idx="4">
                  <c:v>36200</c:v>
                </c:pt>
                <c:pt idx="5">
                  <c:v>36400</c:v>
                </c:pt>
                <c:pt idx="6">
                  <c:v>36500</c:v>
                </c:pt>
                <c:pt idx="7">
                  <c:v>35850</c:v>
                </c:pt>
                <c:pt idx="8">
                  <c:v>34250</c:v>
                </c:pt>
                <c:pt idx="9">
                  <c:v>33850</c:v>
                </c:pt>
                <c:pt idx="10">
                  <c:v>32200</c:v>
                </c:pt>
                <c:pt idx="11">
                  <c:v>32900</c:v>
                </c:pt>
                <c:pt idx="12">
                  <c:v>32700</c:v>
                </c:pt>
                <c:pt idx="13">
                  <c:v>33800</c:v>
                </c:pt>
                <c:pt idx="14">
                  <c:v>33550</c:v>
                </c:pt>
                <c:pt idx="15">
                  <c:v>32950</c:v>
                </c:pt>
                <c:pt idx="16">
                  <c:v>31700</c:v>
                </c:pt>
                <c:pt idx="17">
                  <c:v>31800</c:v>
                </c:pt>
                <c:pt idx="18">
                  <c:v>31250</c:v>
                </c:pt>
                <c:pt idx="19">
                  <c:v>31150</c:v>
                </c:pt>
                <c:pt idx="20">
                  <c:v>32000</c:v>
                </c:pt>
                <c:pt idx="21">
                  <c:v>32550</c:v>
                </c:pt>
                <c:pt idx="22">
                  <c:v>32250</c:v>
                </c:pt>
                <c:pt idx="23">
                  <c:v>32050</c:v>
                </c:pt>
                <c:pt idx="24">
                  <c:v>31700</c:v>
                </c:pt>
                <c:pt idx="25">
                  <c:v>31500</c:v>
                </c:pt>
                <c:pt idx="26">
                  <c:v>30800</c:v>
                </c:pt>
                <c:pt idx="27">
                  <c:v>30850</c:v>
                </c:pt>
                <c:pt idx="28">
                  <c:v>31100</c:v>
                </c:pt>
                <c:pt idx="29">
                  <c:v>31300</c:v>
                </c:pt>
                <c:pt idx="30">
                  <c:v>31900</c:v>
                </c:pt>
                <c:pt idx="31">
                  <c:v>31900</c:v>
                </c:pt>
                <c:pt idx="32">
                  <c:v>32100</c:v>
                </c:pt>
                <c:pt idx="33">
                  <c:v>32750</c:v>
                </c:pt>
                <c:pt idx="34">
                  <c:v>32550</c:v>
                </c:pt>
                <c:pt idx="35">
                  <c:v>32300</c:v>
                </c:pt>
                <c:pt idx="36">
                  <c:v>32600</c:v>
                </c:pt>
                <c:pt idx="37">
                  <c:v>31950</c:v>
                </c:pt>
                <c:pt idx="38">
                  <c:v>31150</c:v>
                </c:pt>
                <c:pt idx="39">
                  <c:v>31150</c:v>
                </c:pt>
                <c:pt idx="40">
                  <c:v>31400</c:v>
                </c:pt>
                <c:pt idx="41">
                  <c:v>31450</c:v>
                </c:pt>
                <c:pt idx="42">
                  <c:v>32100</c:v>
                </c:pt>
                <c:pt idx="43">
                  <c:v>32000</c:v>
                </c:pt>
                <c:pt idx="44">
                  <c:v>32400</c:v>
                </c:pt>
                <c:pt idx="45">
                  <c:v>32500</c:v>
                </c:pt>
                <c:pt idx="46">
                  <c:v>33050</c:v>
                </c:pt>
                <c:pt idx="47">
                  <c:v>32350</c:v>
                </c:pt>
                <c:pt idx="48">
                  <c:v>31900</c:v>
                </c:pt>
                <c:pt idx="49">
                  <c:v>31850</c:v>
                </c:pt>
                <c:pt idx="50">
                  <c:v>31650</c:v>
                </c:pt>
                <c:pt idx="51">
                  <c:v>31550</c:v>
                </c:pt>
                <c:pt idx="52">
                  <c:v>31350</c:v>
                </c:pt>
                <c:pt idx="53">
                  <c:v>31900</c:v>
                </c:pt>
                <c:pt idx="54">
                  <c:v>32750</c:v>
                </c:pt>
                <c:pt idx="55">
                  <c:v>32550</c:v>
                </c:pt>
                <c:pt idx="56">
                  <c:v>32800</c:v>
                </c:pt>
                <c:pt idx="57">
                  <c:v>32600</c:v>
                </c:pt>
                <c:pt idx="58">
                  <c:v>32500</c:v>
                </c:pt>
                <c:pt idx="59">
                  <c:v>32400</c:v>
                </c:pt>
                <c:pt idx="60">
                  <c:v>32400</c:v>
                </c:pt>
                <c:pt idx="61">
                  <c:v>32350</c:v>
                </c:pt>
                <c:pt idx="62">
                  <c:v>33100</c:v>
                </c:pt>
                <c:pt idx="63">
                  <c:v>33800</c:v>
                </c:pt>
                <c:pt idx="64">
                  <c:v>33800</c:v>
                </c:pt>
                <c:pt idx="65">
                  <c:v>33400</c:v>
                </c:pt>
                <c:pt idx="66">
                  <c:v>33200</c:v>
                </c:pt>
                <c:pt idx="67">
                  <c:v>33400</c:v>
                </c:pt>
                <c:pt idx="68">
                  <c:v>34200</c:v>
                </c:pt>
                <c:pt idx="69">
                  <c:v>34100</c:v>
                </c:pt>
                <c:pt idx="70">
                  <c:v>34100</c:v>
                </c:pt>
                <c:pt idx="71">
                  <c:v>33650</c:v>
                </c:pt>
                <c:pt idx="72">
                  <c:v>33550</c:v>
                </c:pt>
                <c:pt idx="73">
                  <c:v>33200</c:v>
                </c:pt>
                <c:pt idx="74">
                  <c:v>32200</c:v>
                </c:pt>
                <c:pt idx="75">
                  <c:v>32350</c:v>
                </c:pt>
                <c:pt idx="76">
                  <c:v>32350</c:v>
                </c:pt>
                <c:pt idx="77">
                  <c:v>31750</c:v>
                </c:pt>
                <c:pt idx="78">
                  <c:v>32200</c:v>
                </c:pt>
                <c:pt idx="79">
                  <c:v>32200</c:v>
                </c:pt>
                <c:pt idx="80">
                  <c:v>32050</c:v>
                </c:pt>
                <c:pt idx="81">
                  <c:v>32050</c:v>
                </c:pt>
                <c:pt idx="82">
                  <c:v>32050</c:v>
                </c:pt>
                <c:pt idx="83">
                  <c:v>32000</c:v>
                </c:pt>
                <c:pt idx="84">
                  <c:v>31850</c:v>
                </c:pt>
                <c:pt idx="85">
                  <c:v>31850</c:v>
                </c:pt>
                <c:pt idx="86">
                  <c:v>33300</c:v>
                </c:pt>
                <c:pt idx="87">
                  <c:v>32700</c:v>
                </c:pt>
                <c:pt idx="88">
                  <c:v>32550</c:v>
                </c:pt>
                <c:pt idx="89">
                  <c:v>32000</c:v>
                </c:pt>
                <c:pt idx="90">
                  <c:v>31700</c:v>
                </c:pt>
                <c:pt idx="91">
                  <c:v>31450</c:v>
                </c:pt>
                <c:pt idx="92">
                  <c:v>31550</c:v>
                </c:pt>
                <c:pt idx="93">
                  <c:v>30800</c:v>
                </c:pt>
                <c:pt idx="94">
                  <c:v>30250</c:v>
                </c:pt>
                <c:pt idx="95">
                  <c:v>29300</c:v>
                </c:pt>
                <c:pt idx="96">
                  <c:v>29150</c:v>
                </c:pt>
                <c:pt idx="97">
                  <c:v>29400</c:v>
                </c:pt>
                <c:pt idx="98">
                  <c:v>29450</c:v>
                </c:pt>
                <c:pt idx="99">
                  <c:v>29450</c:v>
                </c:pt>
                <c:pt idx="100">
                  <c:v>29900</c:v>
                </c:pt>
                <c:pt idx="101">
                  <c:v>29350</c:v>
                </c:pt>
                <c:pt idx="102">
                  <c:v>28650</c:v>
                </c:pt>
                <c:pt idx="103">
                  <c:v>28250</c:v>
                </c:pt>
                <c:pt idx="104">
                  <c:v>28750</c:v>
                </c:pt>
                <c:pt idx="105">
                  <c:v>30300</c:v>
                </c:pt>
                <c:pt idx="106">
                  <c:v>30500</c:v>
                </c:pt>
                <c:pt idx="107">
                  <c:v>30800</c:v>
                </c:pt>
                <c:pt idx="108">
                  <c:v>30800</c:v>
                </c:pt>
                <c:pt idx="109">
                  <c:v>30900</c:v>
                </c:pt>
                <c:pt idx="110">
                  <c:v>31550</c:v>
                </c:pt>
                <c:pt idx="111">
                  <c:v>32000</c:v>
                </c:pt>
                <c:pt idx="112">
                  <c:v>31450</c:v>
                </c:pt>
                <c:pt idx="113">
                  <c:v>30850</c:v>
                </c:pt>
                <c:pt idx="114">
                  <c:v>30900</c:v>
                </c:pt>
                <c:pt idx="115">
                  <c:v>30600</c:v>
                </c:pt>
                <c:pt idx="116">
                  <c:v>31850</c:v>
                </c:pt>
                <c:pt idx="117">
                  <c:v>32150</c:v>
                </c:pt>
                <c:pt idx="118">
                  <c:v>32150</c:v>
                </c:pt>
                <c:pt idx="119">
                  <c:v>34500</c:v>
                </c:pt>
                <c:pt idx="120">
                  <c:v>34700</c:v>
                </c:pt>
                <c:pt idx="121">
                  <c:v>33700</c:v>
                </c:pt>
                <c:pt idx="122">
                  <c:v>34050</c:v>
                </c:pt>
                <c:pt idx="123">
                  <c:v>33500</c:v>
                </c:pt>
                <c:pt idx="124">
                  <c:v>33900</c:v>
                </c:pt>
                <c:pt idx="125">
                  <c:v>33350</c:v>
                </c:pt>
                <c:pt idx="126">
                  <c:v>33400</c:v>
                </c:pt>
                <c:pt idx="127">
                  <c:v>33500</c:v>
                </c:pt>
                <c:pt idx="128">
                  <c:v>34950</c:v>
                </c:pt>
                <c:pt idx="129">
                  <c:v>35900</c:v>
                </c:pt>
                <c:pt idx="130">
                  <c:v>37600</c:v>
                </c:pt>
                <c:pt idx="131">
                  <c:v>37400</c:v>
                </c:pt>
                <c:pt idx="132">
                  <c:v>37700</c:v>
                </c:pt>
                <c:pt idx="133">
                  <c:v>38200</c:v>
                </c:pt>
                <c:pt idx="134">
                  <c:v>38800</c:v>
                </c:pt>
                <c:pt idx="135">
                  <c:v>39100</c:v>
                </c:pt>
                <c:pt idx="136">
                  <c:v>37550</c:v>
                </c:pt>
                <c:pt idx="137">
                  <c:v>37550</c:v>
                </c:pt>
                <c:pt idx="138">
                  <c:v>37700</c:v>
                </c:pt>
                <c:pt idx="139">
                  <c:v>37550</c:v>
                </c:pt>
                <c:pt idx="140">
                  <c:v>39200</c:v>
                </c:pt>
                <c:pt idx="141">
                  <c:v>39200</c:v>
                </c:pt>
                <c:pt idx="142">
                  <c:v>39000</c:v>
                </c:pt>
                <c:pt idx="143">
                  <c:v>38300</c:v>
                </c:pt>
                <c:pt idx="144">
                  <c:v>37400</c:v>
                </c:pt>
                <c:pt idx="145">
                  <c:v>36350</c:v>
                </c:pt>
                <c:pt idx="146">
                  <c:v>36950</c:v>
                </c:pt>
                <c:pt idx="147">
                  <c:v>37600</c:v>
                </c:pt>
                <c:pt idx="148">
                  <c:v>35300</c:v>
                </c:pt>
                <c:pt idx="149">
                  <c:v>35800</c:v>
                </c:pt>
                <c:pt idx="150">
                  <c:v>37100</c:v>
                </c:pt>
                <c:pt idx="151">
                  <c:v>37350</c:v>
                </c:pt>
                <c:pt idx="152">
                  <c:v>37100</c:v>
                </c:pt>
                <c:pt idx="153">
                  <c:v>37650</c:v>
                </c:pt>
                <c:pt idx="154">
                  <c:v>38700</c:v>
                </c:pt>
                <c:pt idx="155">
                  <c:v>37300</c:v>
                </c:pt>
                <c:pt idx="156">
                  <c:v>39000</c:v>
                </c:pt>
                <c:pt idx="157">
                  <c:v>38400</c:v>
                </c:pt>
                <c:pt idx="158">
                  <c:v>38400</c:v>
                </c:pt>
                <c:pt idx="159">
                  <c:v>36550</c:v>
                </c:pt>
                <c:pt idx="160">
                  <c:v>35300</c:v>
                </c:pt>
                <c:pt idx="161">
                  <c:v>36750</c:v>
                </c:pt>
                <c:pt idx="162">
                  <c:v>35950</c:v>
                </c:pt>
                <c:pt idx="163">
                  <c:v>36750</c:v>
                </c:pt>
                <c:pt idx="164">
                  <c:v>36700</c:v>
                </c:pt>
                <c:pt idx="165">
                  <c:v>35550</c:v>
                </c:pt>
                <c:pt idx="166">
                  <c:v>34350</c:v>
                </c:pt>
                <c:pt idx="167">
                  <c:v>33200</c:v>
                </c:pt>
                <c:pt idx="168">
                  <c:v>32700</c:v>
                </c:pt>
                <c:pt idx="169">
                  <c:v>33550</c:v>
                </c:pt>
                <c:pt idx="170">
                  <c:v>33750</c:v>
                </c:pt>
                <c:pt idx="171">
                  <c:v>33000</c:v>
                </c:pt>
                <c:pt idx="172">
                  <c:v>32600</c:v>
                </c:pt>
                <c:pt idx="173">
                  <c:v>32800</c:v>
                </c:pt>
                <c:pt idx="174">
                  <c:v>32050</c:v>
                </c:pt>
                <c:pt idx="175">
                  <c:v>31000</c:v>
                </c:pt>
                <c:pt idx="176">
                  <c:v>31150</c:v>
                </c:pt>
                <c:pt idx="177">
                  <c:v>31600</c:v>
                </c:pt>
                <c:pt idx="178">
                  <c:v>31400</c:v>
                </c:pt>
                <c:pt idx="179">
                  <c:v>30500</c:v>
                </c:pt>
                <c:pt idx="180">
                  <c:v>30400</c:v>
                </c:pt>
                <c:pt idx="181">
                  <c:v>30550</c:v>
                </c:pt>
                <c:pt idx="182">
                  <c:v>29550</c:v>
                </c:pt>
                <c:pt idx="183">
                  <c:v>30150</c:v>
                </c:pt>
                <c:pt idx="184">
                  <c:v>28850</c:v>
                </c:pt>
                <c:pt idx="185">
                  <c:v>29200</c:v>
                </c:pt>
                <c:pt idx="186">
                  <c:v>29200</c:v>
                </c:pt>
                <c:pt idx="187">
                  <c:v>29200</c:v>
                </c:pt>
                <c:pt idx="188">
                  <c:v>29200</c:v>
                </c:pt>
                <c:pt idx="189">
                  <c:v>30950</c:v>
                </c:pt>
                <c:pt idx="190">
                  <c:v>31300</c:v>
                </c:pt>
                <c:pt idx="191">
                  <c:v>31100</c:v>
                </c:pt>
                <c:pt idx="192">
                  <c:v>31000</c:v>
                </c:pt>
                <c:pt idx="193">
                  <c:v>31000</c:v>
                </c:pt>
                <c:pt idx="194">
                  <c:v>29700</c:v>
                </c:pt>
                <c:pt idx="195">
                  <c:v>29400</c:v>
                </c:pt>
                <c:pt idx="196">
                  <c:v>29300</c:v>
                </c:pt>
                <c:pt idx="197">
                  <c:v>29000</c:v>
                </c:pt>
                <c:pt idx="198">
                  <c:v>28950</c:v>
                </c:pt>
                <c:pt idx="199">
                  <c:v>28650</c:v>
                </c:pt>
                <c:pt idx="200">
                  <c:v>28300</c:v>
                </c:pt>
                <c:pt idx="201">
                  <c:v>28000</c:v>
                </c:pt>
                <c:pt idx="202">
                  <c:v>26700</c:v>
                </c:pt>
                <c:pt idx="203">
                  <c:v>26800</c:v>
                </c:pt>
                <c:pt idx="204">
                  <c:v>26100</c:v>
                </c:pt>
                <c:pt idx="205">
                  <c:v>26000</c:v>
                </c:pt>
                <c:pt idx="206">
                  <c:v>25250</c:v>
                </c:pt>
                <c:pt idx="207">
                  <c:v>25150</c:v>
                </c:pt>
                <c:pt idx="208">
                  <c:v>24300</c:v>
                </c:pt>
                <c:pt idx="209">
                  <c:v>23000</c:v>
                </c:pt>
                <c:pt idx="210">
                  <c:v>26350</c:v>
                </c:pt>
                <c:pt idx="211">
                  <c:v>25350</c:v>
                </c:pt>
                <c:pt idx="212">
                  <c:v>24850</c:v>
                </c:pt>
                <c:pt idx="213">
                  <c:v>25000</c:v>
                </c:pt>
                <c:pt idx="214">
                  <c:v>24550</c:v>
                </c:pt>
                <c:pt idx="215">
                  <c:v>24100</c:v>
                </c:pt>
                <c:pt idx="216">
                  <c:v>23650</c:v>
                </c:pt>
                <c:pt idx="217">
                  <c:v>24150</c:v>
                </c:pt>
                <c:pt idx="218">
                  <c:v>24650</c:v>
                </c:pt>
                <c:pt idx="219">
                  <c:v>23400</c:v>
                </c:pt>
                <c:pt idx="220">
                  <c:v>23450</c:v>
                </c:pt>
                <c:pt idx="221">
                  <c:v>23050</c:v>
                </c:pt>
                <c:pt idx="222">
                  <c:v>23200</c:v>
                </c:pt>
                <c:pt idx="223">
                  <c:v>23200</c:v>
                </c:pt>
                <c:pt idx="224">
                  <c:v>23700</c:v>
                </c:pt>
                <c:pt idx="225">
                  <c:v>23750</c:v>
                </c:pt>
                <c:pt idx="226">
                  <c:v>23000</c:v>
                </c:pt>
                <c:pt idx="227">
                  <c:v>23000</c:v>
                </c:pt>
                <c:pt idx="228">
                  <c:v>22500</c:v>
                </c:pt>
                <c:pt idx="229">
                  <c:v>22700</c:v>
                </c:pt>
                <c:pt idx="230">
                  <c:v>22700</c:v>
                </c:pt>
                <c:pt idx="231">
                  <c:v>22950</c:v>
                </c:pt>
                <c:pt idx="232">
                  <c:v>22850</c:v>
                </c:pt>
                <c:pt idx="233">
                  <c:v>22800</c:v>
                </c:pt>
                <c:pt idx="234">
                  <c:v>24500</c:v>
                </c:pt>
                <c:pt idx="235">
                  <c:v>25900</c:v>
                </c:pt>
                <c:pt idx="236">
                  <c:v>25200</c:v>
                </c:pt>
                <c:pt idx="237">
                  <c:v>25450</c:v>
                </c:pt>
                <c:pt idx="238">
                  <c:v>25650</c:v>
                </c:pt>
                <c:pt idx="239">
                  <c:v>26950</c:v>
                </c:pt>
                <c:pt idx="240">
                  <c:v>27500</c:v>
                </c:pt>
                <c:pt idx="241">
                  <c:v>27000</c:v>
                </c:pt>
                <c:pt idx="242">
                  <c:v>26500</c:v>
                </c:pt>
                <c:pt idx="243">
                  <c:v>26050</c:v>
                </c:pt>
                <c:pt idx="244">
                  <c:v>26000</c:v>
                </c:pt>
                <c:pt idx="245">
                  <c:v>25550</c:v>
                </c:pt>
                <c:pt idx="246">
                  <c:v>25250</c:v>
                </c:pt>
                <c:pt idx="247">
                  <c:v>25250</c:v>
                </c:pt>
                <c:pt idx="248">
                  <c:v>25250</c:v>
                </c:pt>
                <c:pt idx="249">
                  <c:v>24500</c:v>
                </c:pt>
                <c:pt idx="250">
                  <c:v>24700</c:v>
                </c:pt>
                <c:pt idx="251">
                  <c:v>25750</c:v>
                </c:pt>
                <c:pt idx="252">
                  <c:v>25750</c:v>
                </c:pt>
                <c:pt idx="253">
                  <c:v>25700</c:v>
                </c:pt>
                <c:pt idx="254">
                  <c:v>26000</c:v>
                </c:pt>
                <c:pt idx="255">
                  <c:v>25950</c:v>
                </c:pt>
                <c:pt idx="256">
                  <c:v>25950</c:v>
                </c:pt>
                <c:pt idx="257">
                  <c:v>25950</c:v>
                </c:pt>
                <c:pt idx="258">
                  <c:v>24850</c:v>
                </c:pt>
                <c:pt idx="259">
                  <c:v>24600</c:v>
                </c:pt>
                <c:pt idx="260">
                  <c:v>24400</c:v>
                </c:pt>
                <c:pt idx="261">
                  <c:v>23600</c:v>
                </c:pt>
                <c:pt idx="262">
                  <c:v>23100</c:v>
                </c:pt>
                <c:pt idx="263">
                  <c:v>23500</c:v>
                </c:pt>
                <c:pt idx="264">
                  <c:v>23300</c:v>
                </c:pt>
                <c:pt idx="265">
                  <c:v>23700</c:v>
                </c:pt>
                <c:pt idx="266">
                  <c:v>23250</c:v>
                </c:pt>
                <c:pt idx="267">
                  <c:v>22750</c:v>
                </c:pt>
                <c:pt idx="268">
                  <c:v>21850</c:v>
                </c:pt>
                <c:pt idx="269">
                  <c:v>24500</c:v>
                </c:pt>
                <c:pt idx="270">
                  <c:v>24500</c:v>
                </c:pt>
                <c:pt idx="271">
                  <c:v>25000</c:v>
                </c:pt>
                <c:pt idx="272">
                  <c:v>25000</c:v>
                </c:pt>
                <c:pt idx="273">
                  <c:v>25300</c:v>
                </c:pt>
                <c:pt idx="274">
                  <c:v>26100</c:v>
                </c:pt>
                <c:pt idx="275">
                  <c:v>25150</c:v>
                </c:pt>
                <c:pt idx="276">
                  <c:v>24450</c:v>
                </c:pt>
                <c:pt idx="277">
                  <c:v>25250</c:v>
                </c:pt>
                <c:pt idx="278">
                  <c:v>26100</c:v>
                </c:pt>
                <c:pt idx="279">
                  <c:v>26000</c:v>
                </c:pt>
                <c:pt idx="280">
                  <c:v>25300</c:v>
                </c:pt>
                <c:pt idx="281">
                  <c:v>26000</c:v>
                </c:pt>
                <c:pt idx="282">
                  <c:v>26050</c:v>
                </c:pt>
                <c:pt idx="283">
                  <c:v>26050</c:v>
                </c:pt>
                <c:pt idx="284">
                  <c:v>26050</c:v>
                </c:pt>
                <c:pt idx="285">
                  <c:v>26050</c:v>
                </c:pt>
                <c:pt idx="286">
                  <c:v>26100</c:v>
                </c:pt>
                <c:pt idx="287">
                  <c:v>26250</c:v>
                </c:pt>
                <c:pt idx="288">
                  <c:v>25800</c:v>
                </c:pt>
                <c:pt idx="289">
                  <c:v>26200</c:v>
                </c:pt>
                <c:pt idx="290">
                  <c:v>26000</c:v>
                </c:pt>
                <c:pt idx="291">
                  <c:v>25650</c:v>
                </c:pt>
                <c:pt idx="292">
                  <c:v>25500</c:v>
                </c:pt>
                <c:pt idx="293">
                  <c:v>24600</c:v>
                </c:pt>
                <c:pt idx="294">
                  <c:v>24550</c:v>
                </c:pt>
                <c:pt idx="295">
                  <c:v>23750</c:v>
                </c:pt>
                <c:pt idx="296">
                  <c:v>23500</c:v>
                </c:pt>
                <c:pt idx="297">
                  <c:v>23100</c:v>
                </c:pt>
                <c:pt idx="298">
                  <c:v>24950</c:v>
                </c:pt>
                <c:pt idx="299">
                  <c:v>24900</c:v>
                </c:pt>
                <c:pt idx="300">
                  <c:v>24550</c:v>
                </c:pt>
                <c:pt idx="301">
                  <c:v>23300</c:v>
                </c:pt>
                <c:pt idx="302">
                  <c:v>23650</c:v>
                </c:pt>
                <c:pt idx="303">
                  <c:v>24300</c:v>
                </c:pt>
                <c:pt idx="304">
                  <c:v>24900</c:v>
                </c:pt>
                <c:pt idx="305">
                  <c:v>24050</c:v>
                </c:pt>
                <c:pt idx="306">
                  <c:v>23700</c:v>
                </c:pt>
                <c:pt idx="307">
                  <c:v>24550</c:v>
                </c:pt>
                <c:pt idx="308">
                  <c:v>24500</c:v>
                </c:pt>
                <c:pt idx="309">
                  <c:v>23900</c:v>
                </c:pt>
                <c:pt idx="310">
                  <c:v>23800</c:v>
                </c:pt>
                <c:pt idx="311">
                  <c:v>24000</c:v>
                </c:pt>
                <c:pt idx="312">
                  <c:v>24150</c:v>
                </c:pt>
                <c:pt idx="313">
                  <c:v>24100</c:v>
                </c:pt>
                <c:pt idx="314">
                  <c:v>24750</c:v>
                </c:pt>
                <c:pt idx="315">
                  <c:v>26250</c:v>
                </c:pt>
                <c:pt idx="316">
                  <c:v>26050</c:v>
                </c:pt>
                <c:pt idx="317">
                  <c:v>25900</c:v>
                </c:pt>
                <c:pt idx="318">
                  <c:v>26450</c:v>
                </c:pt>
                <c:pt idx="319">
                  <c:v>25800</c:v>
                </c:pt>
                <c:pt idx="320">
                  <c:v>26300</c:v>
                </c:pt>
                <c:pt idx="321">
                  <c:v>27850</c:v>
                </c:pt>
                <c:pt idx="322">
                  <c:v>27900</c:v>
                </c:pt>
                <c:pt idx="323">
                  <c:v>28150</c:v>
                </c:pt>
                <c:pt idx="324">
                  <c:v>28250</c:v>
                </c:pt>
                <c:pt idx="325">
                  <c:v>28000</c:v>
                </c:pt>
                <c:pt idx="326">
                  <c:v>27450</c:v>
                </c:pt>
                <c:pt idx="327">
                  <c:v>26850</c:v>
                </c:pt>
                <c:pt idx="328">
                  <c:v>26850</c:v>
                </c:pt>
                <c:pt idx="329">
                  <c:v>27650</c:v>
                </c:pt>
                <c:pt idx="330">
                  <c:v>28950</c:v>
                </c:pt>
                <c:pt idx="331">
                  <c:v>28900</c:v>
                </c:pt>
                <c:pt idx="332">
                  <c:v>27850</c:v>
                </c:pt>
                <c:pt idx="333">
                  <c:v>27800</c:v>
                </c:pt>
                <c:pt idx="334">
                  <c:v>28050</c:v>
                </c:pt>
                <c:pt idx="335">
                  <c:v>28300</c:v>
                </c:pt>
                <c:pt idx="336">
                  <c:v>29350</c:v>
                </c:pt>
                <c:pt idx="337">
                  <c:v>29450</c:v>
                </c:pt>
                <c:pt idx="338">
                  <c:v>28950</c:v>
                </c:pt>
                <c:pt idx="339">
                  <c:v>28500</c:v>
                </c:pt>
                <c:pt idx="340">
                  <c:v>28100</c:v>
                </c:pt>
                <c:pt idx="341">
                  <c:v>26650</c:v>
                </c:pt>
                <c:pt idx="342">
                  <c:v>26800</c:v>
                </c:pt>
                <c:pt idx="343">
                  <c:v>26800</c:v>
                </c:pt>
                <c:pt idx="344">
                  <c:v>26800</c:v>
                </c:pt>
                <c:pt idx="345">
                  <c:v>27950</c:v>
                </c:pt>
                <c:pt idx="346">
                  <c:v>27950</c:v>
                </c:pt>
                <c:pt idx="347">
                  <c:v>28350</c:v>
                </c:pt>
                <c:pt idx="348">
                  <c:v>28300</c:v>
                </c:pt>
                <c:pt idx="349">
                  <c:v>29100</c:v>
                </c:pt>
                <c:pt idx="350">
                  <c:v>29200</c:v>
                </c:pt>
                <c:pt idx="351">
                  <c:v>29200</c:v>
                </c:pt>
                <c:pt idx="352">
                  <c:v>29200</c:v>
                </c:pt>
                <c:pt idx="353">
                  <c:v>29400</c:v>
                </c:pt>
                <c:pt idx="354">
                  <c:v>30400</c:v>
                </c:pt>
                <c:pt idx="355">
                  <c:v>30600</c:v>
                </c:pt>
                <c:pt idx="356">
                  <c:v>30600</c:v>
                </c:pt>
                <c:pt idx="357">
                  <c:v>29850</c:v>
                </c:pt>
                <c:pt idx="358">
                  <c:v>30000</c:v>
                </c:pt>
                <c:pt idx="359">
                  <c:v>29650</c:v>
                </c:pt>
                <c:pt idx="360">
                  <c:v>29400</c:v>
                </c:pt>
                <c:pt idx="361">
                  <c:v>28600</c:v>
                </c:pt>
                <c:pt idx="362">
                  <c:v>29450</c:v>
                </c:pt>
                <c:pt idx="363">
                  <c:v>29450</c:v>
                </c:pt>
                <c:pt idx="364">
                  <c:v>29900</c:v>
                </c:pt>
                <c:pt idx="365">
                  <c:v>31000</c:v>
                </c:pt>
                <c:pt idx="366">
                  <c:v>30350</c:v>
                </c:pt>
                <c:pt idx="367">
                  <c:v>30050</c:v>
                </c:pt>
                <c:pt idx="368">
                  <c:v>30250</c:v>
                </c:pt>
                <c:pt idx="369">
                  <c:v>31300</c:v>
                </c:pt>
                <c:pt idx="370">
                  <c:v>31300</c:v>
                </c:pt>
                <c:pt idx="371">
                  <c:v>31450</c:v>
                </c:pt>
                <c:pt idx="372">
                  <c:v>31200</c:v>
                </c:pt>
                <c:pt idx="373">
                  <c:v>31150</c:v>
                </c:pt>
                <c:pt idx="374">
                  <c:v>29200</c:v>
                </c:pt>
                <c:pt idx="375">
                  <c:v>29350</c:v>
                </c:pt>
                <c:pt idx="376">
                  <c:v>29400</c:v>
                </c:pt>
                <c:pt idx="377">
                  <c:v>28900</c:v>
                </c:pt>
                <c:pt idx="378">
                  <c:v>28450</c:v>
                </c:pt>
                <c:pt idx="379">
                  <c:v>27850</c:v>
                </c:pt>
                <c:pt idx="380">
                  <c:v>27950</c:v>
                </c:pt>
                <c:pt idx="381">
                  <c:v>27950</c:v>
                </c:pt>
                <c:pt idx="382">
                  <c:v>27450</c:v>
                </c:pt>
                <c:pt idx="383">
                  <c:v>27150</c:v>
                </c:pt>
                <c:pt idx="384">
                  <c:v>27200</c:v>
                </c:pt>
                <c:pt idx="385">
                  <c:v>25950</c:v>
                </c:pt>
                <c:pt idx="386">
                  <c:v>25000</c:v>
                </c:pt>
                <c:pt idx="387">
                  <c:v>24550</c:v>
                </c:pt>
                <c:pt idx="388">
                  <c:v>23750</c:v>
                </c:pt>
                <c:pt idx="389">
                  <c:v>25050</c:v>
                </c:pt>
                <c:pt idx="390">
                  <c:v>23350</c:v>
                </c:pt>
                <c:pt idx="391">
                  <c:v>23050</c:v>
                </c:pt>
                <c:pt idx="392">
                  <c:v>22650</c:v>
                </c:pt>
                <c:pt idx="393">
                  <c:v>22550</c:v>
                </c:pt>
                <c:pt idx="394">
                  <c:v>22700</c:v>
                </c:pt>
                <c:pt idx="395">
                  <c:v>23750</c:v>
                </c:pt>
                <c:pt idx="396">
                  <c:v>23200</c:v>
                </c:pt>
                <c:pt idx="397">
                  <c:v>22150</c:v>
                </c:pt>
                <c:pt idx="398">
                  <c:v>21650</c:v>
                </c:pt>
                <c:pt idx="399">
                  <c:v>22200</c:v>
                </c:pt>
                <c:pt idx="400">
                  <c:v>22650</c:v>
                </c:pt>
                <c:pt idx="401">
                  <c:v>23850</c:v>
                </c:pt>
                <c:pt idx="402">
                  <c:v>23400</c:v>
                </c:pt>
                <c:pt idx="403">
                  <c:v>23250</c:v>
                </c:pt>
                <c:pt idx="404">
                  <c:v>23900</c:v>
                </c:pt>
                <c:pt idx="405">
                  <c:v>23350</c:v>
                </c:pt>
                <c:pt idx="406">
                  <c:v>23000</c:v>
                </c:pt>
                <c:pt idx="407">
                  <c:v>21800</c:v>
                </c:pt>
                <c:pt idx="408">
                  <c:v>21100</c:v>
                </c:pt>
                <c:pt idx="409">
                  <c:v>21650</c:v>
                </c:pt>
                <c:pt idx="410">
                  <c:v>21050</c:v>
                </c:pt>
                <c:pt idx="411">
                  <c:v>20500</c:v>
                </c:pt>
                <c:pt idx="412">
                  <c:v>20700</c:v>
                </c:pt>
                <c:pt idx="413">
                  <c:v>22400</c:v>
                </c:pt>
                <c:pt idx="414">
                  <c:v>22100</c:v>
                </c:pt>
                <c:pt idx="415">
                  <c:v>22600</c:v>
                </c:pt>
                <c:pt idx="416">
                  <c:v>23800</c:v>
                </c:pt>
                <c:pt idx="417">
                  <c:v>23300</c:v>
                </c:pt>
                <c:pt idx="418">
                  <c:v>23200</c:v>
                </c:pt>
                <c:pt idx="419">
                  <c:v>23500</c:v>
                </c:pt>
                <c:pt idx="420">
                  <c:v>23500</c:v>
                </c:pt>
                <c:pt idx="421">
                  <c:v>23400</c:v>
                </c:pt>
                <c:pt idx="422">
                  <c:v>22400</c:v>
                </c:pt>
                <c:pt idx="423">
                  <c:v>22100</c:v>
                </c:pt>
                <c:pt idx="424">
                  <c:v>21600</c:v>
                </c:pt>
                <c:pt idx="425">
                  <c:v>20950</c:v>
                </c:pt>
                <c:pt idx="426">
                  <c:v>21050</c:v>
                </c:pt>
                <c:pt idx="427">
                  <c:v>20550</c:v>
                </c:pt>
                <c:pt idx="428">
                  <c:v>19800</c:v>
                </c:pt>
                <c:pt idx="429">
                  <c:v>19200</c:v>
                </c:pt>
                <c:pt idx="430">
                  <c:v>19400</c:v>
                </c:pt>
                <c:pt idx="431">
                  <c:v>17200</c:v>
                </c:pt>
                <c:pt idx="432">
                  <c:v>17200</c:v>
                </c:pt>
                <c:pt idx="433">
                  <c:v>19100</c:v>
                </c:pt>
                <c:pt idx="434">
                  <c:v>17850</c:v>
                </c:pt>
                <c:pt idx="435">
                  <c:v>17350</c:v>
                </c:pt>
                <c:pt idx="436">
                  <c:v>19900</c:v>
                </c:pt>
                <c:pt idx="437">
                  <c:v>18600</c:v>
                </c:pt>
                <c:pt idx="438">
                  <c:v>20100</c:v>
                </c:pt>
                <c:pt idx="439">
                  <c:v>20300</c:v>
                </c:pt>
                <c:pt idx="440">
                  <c:v>20400</c:v>
                </c:pt>
                <c:pt idx="441">
                  <c:v>20400</c:v>
                </c:pt>
                <c:pt idx="442">
                  <c:v>18100</c:v>
                </c:pt>
                <c:pt idx="443">
                  <c:v>19900</c:v>
                </c:pt>
                <c:pt idx="444">
                  <c:v>18550</c:v>
                </c:pt>
                <c:pt idx="445">
                  <c:v>20050</c:v>
                </c:pt>
                <c:pt idx="446">
                  <c:v>19500</c:v>
                </c:pt>
                <c:pt idx="447">
                  <c:v>20000</c:v>
                </c:pt>
                <c:pt idx="448">
                  <c:v>20300</c:v>
                </c:pt>
                <c:pt idx="449">
                  <c:v>20150</c:v>
                </c:pt>
                <c:pt idx="450">
                  <c:v>19400</c:v>
                </c:pt>
                <c:pt idx="451">
                  <c:v>19350</c:v>
                </c:pt>
                <c:pt idx="452">
                  <c:v>19350</c:v>
                </c:pt>
                <c:pt idx="453">
                  <c:v>19450</c:v>
                </c:pt>
                <c:pt idx="454">
                  <c:v>19000</c:v>
                </c:pt>
                <c:pt idx="455">
                  <c:v>19000</c:v>
                </c:pt>
                <c:pt idx="456">
                  <c:v>17800</c:v>
                </c:pt>
                <c:pt idx="457">
                  <c:v>17750</c:v>
                </c:pt>
                <c:pt idx="458">
                  <c:v>15100</c:v>
                </c:pt>
                <c:pt idx="459">
                  <c:v>15700</c:v>
                </c:pt>
                <c:pt idx="460">
                  <c:v>15200</c:v>
                </c:pt>
                <c:pt idx="461">
                  <c:v>16700</c:v>
                </c:pt>
                <c:pt idx="462">
                  <c:v>18800</c:v>
                </c:pt>
                <c:pt idx="463">
                  <c:v>18000</c:v>
                </c:pt>
                <c:pt idx="464">
                  <c:v>15350</c:v>
                </c:pt>
                <c:pt idx="465">
                  <c:v>15000</c:v>
                </c:pt>
                <c:pt idx="466">
                  <c:v>15350</c:v>
                </c:pt>
                <c:pt idx="467">
                  <c:v>14300</c:v>
                </c:pt>
                <c:pt idx="468">
                  <c:v>12200</c:v>
                </c:pt>
                <c:pt idx="469">
                  <c:v>10400</c:v>
                </c:pt>
                <c:pt idx="470">
                  <c:v>8850</c:v>
                </c:pt>
                <c:pt idx="471">
                  <c:v>8120</c:v>
                </c:pt>
                <c:pt idx="472">
                  <c:v>9330</c:v>
                </c:pt>
                <c:pt idx="473">
                  <c:v>9370</c:v>
                </c:pt>
                <c:pt idx="474">
                  <c:v>10750</c:v>
                </c:pt>
                <c:pt idx="475">
                  <c:v>10800</c:v>
                </c:pt>
                <c:pt idx="476">
                  <c:v>11000</c:v>
                </c:pt>
                <c:pt idx="477">
                  <c:v>10250</c:v>
                </c:pt>
                <c:pt idx="478">
                  <c:v>10650</c:v>
                </c:pt>
                <c:pt idx="479">
                  <c:v>10100</c:v>
                </c:pt>
                <c:pt idx="480">
                  <c:v>11000</c:v>
                </c:pt>
                <c:pt idx="481">
                  <c:v>11150</c:v>
                </c:pt>
                <c:pt idx="482">
                  <c:v>10200</c:v>
                </c:pt>
                <c:pt idx="483">
                  <c:v>10500</c:v>
                </c:pt>
                <c:pt idx="484">
                  <c:v>9800</c:v>
                </c:pt>
                <c:pt idx="485">
                  <c:v>9780</c:v>
                </c:pt>
                <c:pt idx="486">
                  <c:v>9130</c:v>
                </c:pt>
                <c:pt idx="487">
                  <c:v>8110</c:v>
                </c:pt>
                <c:pt idx="488">
                  <c:v>7510</c:v>
                </c:pt>
                <c:pt idx="489">
                  <c:v>6390</c:v>
                </c:pt>
                <c:pt idx="490">
                  <c:v>6660</c:v>
                </c:pt>
                <c:pt idx="491">
                  <c:v>5850</c:v>
                </c:pt>
                <c:pt idx="492">
                  <c:v>5860</c:v>
                </c:pt>
                <c:pt idx="493">
                  <c:v>6070</c:v>
                </c:pt>
                <c:pt idx="494">
                  <c:v>6950</c:v>
                </c:pt>
                <c:pt idx="495">
                  <c:v>7410</c:v>
                </c:pt>
                <c:pt idx="496">
                  <c:v>7600</c:v>
                </c:pt>
                <c:pt idx="497">
                  <c:v>7200</c:v>
                </c:pt>
                <c:pt idx="498">
                  <c:v>7090</c:v>
                </c:pt>
                <c:pt idx="499">
                  <c:v>7300</c:v>
                </c:pt>
                <c:pt idx="500">
                  <c:v>7560</c:v>
                </c:pt>
                <c:pt idx="501">
                  <c:v>7800</c:v>
                </c:pt>
                <c:pt idx="502">
                  <c:v>7390</c:v>
                </c:pt>
                <c:pt idx="503">
                  <c:v>7380</c:v>
                </c:pt>
                <c:pt idx="504">
                  <c:v>6520</c:v>
                </c:pt>
                <c:pt idx="505">
                  <c:v>6350</c:v>
                </c:pt>
                <c:pt idx="506">
                  <c:v>6390</c:v>
                </c:pt>
                <c:pt idx="507">
                  <c:v>6980</c:v>
                </c:pt>
                <c:pt idx="508">
                  <c:v>7230</c:v>
                </c:pt>
                <c:pt idx="509">
                  <c:v>8130</c:v>
                </c:pt>
                <c:pt idx="510">
                  <c:v>8520</c:v>
                </c:pt>
                <c:pt idx="511">
                  <c:v>8210</c:v>
                </c:pt>
                <c:pt idx="512">
                  <c:v>7700</c:v>
                </c:pt>
                <c:pt idx="513">
                  <c:v>6720</c:v>
                </c:pt>
                <c:pt idx="514">
                  <c:v>6720</c:v>
                </c:pt>
                <c:pt idx="515">
                  <c:v>6930</c:v>
                </c:pt>
                <c:pt idx="516">
                  <c:v>6640</c:v>
                </c:pt>
                <c:pt idx="517">
                  <c:v>6700</c:v>
                </c:pt>
                <c:pt idx="518">
                  <c:v>6700</c:v>
                </c:pt>
                <c:pt idx="519">
                  <c:v>6700</c:v>
                </c:pt>
                <c:pt idx="520">
                  <c:v>7180</c:v>
                </c:pt>
                <c:pt idx="521">
                  <c:v>7220</c:v>
                </c:pt>
                <c:pt idx="522">
                  <c:v>7390</c:v>
                </c:pt>
                <c:pt idx="523">
                  <c:v>7480</c:v>
                </c:pt>
                <c:pt idx="524">
                  <c:v>7930</c:v>
                </c:pt>
                <c:pt idx="525">
                  <c:v>7340</c:v>
                </c:pt>
                <c:pt idx="526">
                  <c:v>6920</c:v>
                </c:pt>
                <c:pt idx="527">
                  <c:v>7070</c:v>
                </c:pt>
                <c:pt idx="528">
                  <c:v>6730</c:v>
                </c:pt>
                <c:pt idx="529">
                  <c:v>6570</c:v>
                </c:pt>
                <c:pt idx="530">
                  <c:v>6950</c:v>
                </c:pt>
                <c:pt idx="531">
                  <c:v>7840</c:v>
                </c:pt>
                <c:pt idx="532">
                  <c:v>8070</c:v>
                </c:pt>
                <c:pt idx="533">
                  <c:v>7870</c:v>
                </c:pt>
                <c:pt idx="534">
                  <c:v>7430</c:v>
                </c:pt>
                <c:pt idx="535">
                  <c:v>7010</c:v>
                </c:pt>
                <c:pt idx="536">
                  <c:v>7010</c:v>
                </c:pt>
                <c:pt idx="537">
                  <c:v>7010</c:v>
                </c:pt>
                <c:pt idx="538">
                  <c:v>8060</c:v>
                </c:pt>
                <c:pt idx="539">
                  <c:v>7950</c:v>
                </c:pt>
                <c:pt idx="540">
                  <c:v>8980</c:v>
                </c:pt>
                <c:pt idx="541">
                  <c:v>8900</c:v>
                </c:pt>
                <c:pt idx="542">
                  <c:v>9110</c:v>
                </c:pt>
                <c:pt idx="543">
                  <c:v>9520</c:v>
                </c:pt>
                <c:pt idx="544">
                  <c:v>9350</c:v>
                </c:pt>
                <c:pt idx="545">
                  <c:v>9380</c:v>
                </c:pt>
                <c:pt idx="546">
                  <c:v>9450</c:v>
                </c:pt>
                <c:pt idx="547">
                  <c:v>9630</c:v>
                </c:pt>
                <c:pt idx="548">
                  <c:v>9240</c:v>
                </c:pt>
                <c:pt idx="549">
                  <c:v>8870</c:v>
                </c:pt>
                <c:pt idx="550">
                  <c:v>9260</c:v>
                </c:pt>
                <c:pt idx="551">
                  <c:v>8950</c:v>
                </c:pt>
                <c:pt idx="552">
                  <c:v>8210</c:v>
                </c:pt>
                <c:pt idx="553">
                  <c:v>8600</c:v>
                </c:pt>
                <c:pt idx="554">
                  <c:v>8330</c:v>
                </c:pt>
                <c:pt idx="555">
                  <c:v>7880</c:v>
                </c:pt>
                <c:pt idx="556">
                  <c:v>8810</c:v>
                </c:pt>
                <c:pt idx="557">
                  <c:v>8570</c:v>
                </c:pt>
                <c:pt idx="558">
                  <c:v>8450</c:v>
                </c:pt>
                <c:pt idx="559">
                  <c:v>8340</c:v>
                </c:pt>
                <c:pt idx="560">
                  <c:v>8640</c:v>
                </c:pt>
                <c:pt idx="561">
                  <c:v>8140</c:v>
                </c:pt>
                <c:pt idx="562">
                  <c:v>8320</c:v>
                </c:pt>
                <c:pt idx="563">
                  <c:v>8650</c:v>
                </c:pt>
                <c:pt idx="564">
                  <c:v>8270</c:v>
                </c:pt>
                <c:pt idx="565">
                  <c:v>8330</c:v>
                </c:pt>
                <c:pt idx="566">
                  <c:v>8220</c:v>
                </c:pt>
                <c:pt idx="567">
                  <c:v>8130</c:v>
                </c:pt>
                <c:pt idx="568">
                  <c:v>8210</c:v>
                </c:pt>
                <c:pt idx="569">
                  <c:v>8590</c:v>
                </c:pt>
                <c:pt idx="570">
                  <c:v>9340</c:v>
                </c:pt>
                <c:pt idx="571">
                  <c:v>8880</c:v>
                </c:pt>
                <c:pt idx="572">
                  <c:v>9400</c:v>
                </c:pt>
                <c:pt idx="573">
                  <c:v>9830</c:v>
                </c:pt>
                <c:pt idx="574">
                  <c:v>9740</c:v>
                </c:pt>
                <c:pt idx="575">
                  <c:v>9580</c:v>
                </c:pt>
                <c:pt idx="576">
                  <c:v>10300</c:v>
                </c:pt>
                <c:pt idx="577">
                  <c:v>10400</c:v>
                </c:pt>
                <c:pt idx="578">
                  <c:v>10200</c:v>
                </c:pt>
                <c:pt idx="579">
                  <c:v>11700</c:v>
                </c:pt>
                <c:pt idx="580">
                  <c:v>12000</c:v>
                </c:pt>
                <c:pt idx="581">
                  <c:v>12400</c:v>
                </c:pt>
                <c:pt idx="582">
                  <c:v>12350</c:v>
                </c:pt>
                <c:pt idx="583">
                  <c:v>12250</c:v>
                </c:pt>
                <c:pt idx="584">
                  <c:v>12700</c:v>
                </c:pt>
                <c:pt idx="585">
                  <c:v>12600</c:v>
                </c:pt>
                <c:pt idx="586">
                  <c:v>14150</c:v>
                </c:pt>
                <c:pt idx="587">
                  <c:v>14300</c:v>
                </c:pt>
                <c:pt idx="588">
                  <c:v>14000</c:v>
                </c:pt>
                <c:pt idx="589">
                  <c:v>14100</c:v>
                </c:pt>
                <c:pt idx="590">
                  <c:v>13500</c:v>
                </c:pt>
                <c:pt idx="591">
                  <c:v>13400</c:v>
                </c:pt>
                <c:pt idx="592">
                  <c:v>13850</c:v>
                </c:pt>
                <c:pt idx="593">
                  <c:v>13450</c:v>
                </c:pt>
                <c:pt idx="594">
                  <c:v>13250</c:v>
                </c:pt>
                <c:pt idx="595">
                  <c:v>14400</c:v>
                </c:pt>
                <c:pt idx="596">
                  <c:v>14550</c:v>
                </c:pt>
                <c:pt idx="597">
                  <c:v>14500</c:v>
                </c:pt>
                <c:pt idx="598">
                  <c:v>16650</c:v>
                </c:pt>
                <c:pt idx="599">
                  <c:v>15850</c:v>
                </c:pt>
                <c:pt idx="600">
                  <c:v>15100</c:v>
                </c:pt>
                <c:pt idx="601">
                  <c:v>15350</c:v>
                </c:pt>
                <c:pt idx="602">
                  <c:v>14000</c:v>
                </c:pt>
                <c:pt idx="603">
                  <c:v>14600</c:v>
                </c:pt>
                <c:pt idx="604">
                  <c:v>14400</c:v>
                </c:pt>
                <c:pt idx="605">
                  <c:v>14400</c:v>
                </c:pt>
                <c:pt idx="606">
                  <c:v>14950</c:v>
                </c:pt>
                <c:pt idx="607">
                  <c:v>14950</c:v>
                </c:pt>
                <c:pt idx="608">
                  <c:v>14750</c:v>
                </c:pt>
                <c:pt idx="609">
                  <c:v>14050</c:v>
                </c:pt>
                <c:pt idx="610">
                  <c:v>13900</c:v>
                </c:pt>
                <c:pt idx="611">
                  <c:v>14200</c:v>
                </c:pt>
                <c:pt idx="612">
                  <c:v>14550</c:v>
                </c:pt>
                <c:pt idx="613">
                  <c:v>13950</c:v>
                </c:pt>
                <c:pt idx="614">
                  <c:v>13850</c:v>
                </c:pt>
                <c:pt idx="615">
                  <c:v>13300</c:v>
                </c:pt>
                <c:pt idx="616">
                  <c:v>13400</c:v>
                </c:pt>
                <c:pt idx="617">
                  <c:v>14550</c:v>
                </c:pt>
                <c:pt idx="618">
                  <c:v>14500</c:v>
                </c:pt>
                <c:pt idx="619">
                  <c:v>13450</c:v>
                </c:pt>
                <c:pt idx="620">
                  <c:v>12650</c:v>
                </c:pt>
                <c:pt idx="621">
                  <c:v>12650</c:v>
                </c:pt>
                <c:pt idx="622">
                  <c:v>12000</c:v>
                </c:pt>
                <c:pt idx="623">
                  <c:v>11500</c:v>
                </c:pt>
                <c:pt idx="624">
                  <c:v>12550</c:v>
                </c:pt>
                <c:pt idx="625">
                  <c:v>12900</c:v>
                </c:pt>
                <c:pt idx="626">
                  <c:v>12750</c:v>
                </c:pt>
                <c:pt idx="627">
                  <c:v>12700</c:v>
                </c:pt>
                <c:pt idx="628">
                  <c:v>13350</c:v>
                </c:pt>
                <c:pt idx="629">
                  <c:v>13500</c:v>
                </c:pt>
                <c:pt idx="630">
                  <c:v>14050</c:v>
                </c:pt>
                <c:pt idx="631">
                  <c:v>13650</c:v>
                </c:pt>
                <c:pt idx="632">
                  <c:v>12900</c:v>
                </c:pt>
                <c:pt idx="633">
                  <c:v>13250</c:v>
                </c:pt>
                <c:pt idx="634">
                  <c:v>12900</c:v>
                </c:pt>
                <c:pt idx="635">
                  <c:v>12950</c:v>
                </c:pt>
                <c:pt idx="636">
                  <c:v>13250</c:v>
                </c:pt>
                <c:pt idx="637">
                  <c:v>13250</c:v>
                </c:pt>
                <c:pt idx="638">
                  <c:v>13700</c:v>
                </c:pt>
                <c:pt idx="639">
                  <c:v>13100</c:v>
                </c:pt>
                <c:pt idx="640">
                  <c:v>13250</c:v>
                </c:pt>
                <c:pt idx="641">
                  <c:v>13750</c:v>
                </c:pt>
                <c:pt idx="642">
                  <c:v>13450</c:v>
                </c:pt>
                <c:pt idx="643">
                  <c:v>13950</c:v>
                </c:pt>
                <c:pt idx="644">
                  <c:v>14100</c:v>
                </c:pt>
                <c:pt idx="645">
                  <c:v>13850</c:v>
                </c:pt>
                <c:pt idx="646">
                  <c:v>13650</c:v>
                </c:pt>
                <c:pt idx="647">
                  <c:v>13650</c:v>
                </c:pt>
                <c:pt idx="648">
                  <c:v>13800</c:v>
                </c:pt>
                <c:pt idx="649">
                  <c:v>14600</c:v>
                </c:pt>
                <c:pt idx="650">
                  <c:v>14950</c:v>
                </c:pt>
                <c:pt idx="651">
                  <c:v>15050</c:v>
                </c:pt>
                <c:pt idx="652">
                  <c:v>15400</c:v>
                </c:pt>
                <c:pt idx="653">
                  <c:v>15550</c:v>
                </c:pt>
                <c:pt idx="654">
                  <c:v>15500</c:v>
                </c:pt>
                <c:pt idx="655">
                  <c:v>14850</c:v>
                </c:pt>
                <c:pt idx="656">
                  <c:v>14200</c:v>
                </c:pt>
                <c:pt idx="657">
                  <c:v>14750</c:v>
                </c:pt>
                <c:pt idx="658">
                  <c:v>15500</c:v>
                </c:pt>
                <c:pt idx="659">
                  <c:v>15650</c:v>
                </c:pt>
                <c:pt idx="660">
                  <c:v>15600</c:v>
                </c:pt>
                <c:pt idx="661">
                  <c:v>16700</c:v>
                </c:pt>
                <c:pt idx="662">
                  <c:v>17150</c:v>
                </c:pt>
                <c:pt idx="663">
                  <c:v>16950</c:v>
                </c:pt>
                <c:pt idx="664">
                  <c:v>16400</c:v>
                </c:pt>
                <c:pt idx="665">
                  <c:v>16350</c:v>
                </c:pt>
                <c:pt idx="666">
                  <c:v>18000</c:v>
                </c:pt>
                <c:pt idx="667">
                  <c:v>17750</c:v>
                </c:pt>
                <c:pt idx="668">
                  <c:v>18200</c:v>
                </c:pt>
                <c:pt idx="669">
                  <c:v>18150</c:v>
                </c:pt>
                <c:pt idx="670">
                  <c:v>17600</c:v>
                </c:pt>
                <c:pt idx="671">
                  <c:v>17700</c:v>
                </c:pt>
                <c:pt idx="672">
                  <c:v>17850</c:v>
                </c:pt>
                <c:pt idx="673">
                  <c:v>17700</c:v>
                </c:pt>
                <c:pt idx="674">
                  <c:v>17500</c:v>
                </c:pt>
                <c:pt idx="675">
                  <c:v>18150</c:v>
                </c:pt>
                <c:pt idx="676">
                  <c:v>18200</c:v>
                </c:pt>
                <c:pt idx="677">
                  <c:v>18600</c:v>
                </c:pt>
                <c:pt idx="678">
                  <c:v>18900</c:v>
                </c:pt>
                <c:pt idx="679">
                  <c:v>18400</c:v>
                </c:pt>
                <c:pt idx="680">
                  <c:v>19150</c:v>
                </c:pt>
                <c:pt idx="681">
                  <c:v>18800</c:v>
                </c:pt>
                <c:pt idx="682">
                  <c:v>19150</c:v>
                </c:pt>
                <c:pt idx="683">
                  <c:v>19900</c:v>
                </c:pt>
                <c:pt idx="684">
                  <c:v>20100</c:v>
                </c:pt>
                <c:pt idx="685">
                  <c:v>19700</c:v>
                </c:pt>
                <c:pt idx="686">
                  <c:v>20650</c:v>
                </c:pt>
                <c:pt idx="687">
                  <c:v>20700</c:v>
                </c:pt>
                <c:pt idx="688">
                  <c:v>20850</c:v>
                </c:pt>
                <c:pt idx="689">
                  <c:v>20850</c:v>
                </c:pt>
                <c:pt idx="690">
                  <c:v>21350</c:v>
                </c:pt>
                <c:pt idx="691">
                  <c:v>21950</c:v>
                </c:pt>
                <c:pt idx="692">
                  <c:v>22150</c:v>
                </c:pt>
                <c:pt idx="693">
                  <c:v>22350</c:v>
                </c:pt>
                <c:pt idx="694">
                  <c:v>22050</c:v>
                </c:pt>
                <c:pt idx="695">
                  <c:v>20800</c:v>
                </c:pt>
                <c:pt idx="696">
                  <c:v>20950</c:v>
                </c:pt>
                <c:pt idx="697">
                  <c:v>20800</c:v>
                </c:pt>
                <c:pt idx="698">
                  <c:v>20850</c:v>
                </c:pt>
                <c:pt idx="699">
                  <c:v>21400</c:v>
                </c:pt>
                <c:pt idx="700">
                  <c:v>21100</c:v>
                </c:pt>
                <c:pt idx="701">
                  <c:v>20200</c:v>
                </c:pt>
                <c:pt idx="702">
                  <c:v>20650</c:v>
                </c:pt>
                <c:pt idx="703">
                  <c:v>20700</c:v>
                </c:pt>
                <c:pt idx="704">
                  <c:v>20850</c:v>
                </c:pt>
                <c:pt idx="705">
                  <c:v>20400</c:v>
                </c:pt>
                <c:pt idx="706">
                  <c:v>21450</c:v>
                </c:pt>
                <c:pt idx="707">
                  <c:v>22050</c:v>
                </c:pt>
                <c:pt idx="708">
                  <c:v>20850</c:v>
                </c:pt>
                <c:pt idx="709">
                  <c:v>20600</c:v>
                </c:pt>
                <c:pt idx="710">
                  <c:v>18950</c:v>
                </c:pt>
                <c:pt idx="711">
                  <c:v>19000</c:v>
                </c:pt>
                <c:pt idx="712">
                  <c:v>19550</c:v>
                </c:pt>
                <c:pt idx="713">
                  <c:v>19800</c:v>
                </c:pt>
                <c:pt idx="714">
                  <c:v>19650</c:v>
                </c:pt>
                <c:pt idx="715">
                  <c:v>19650</c:v>
                </c:pt>
                <c:pt idx="716">
                  <c:v>18800</c:v>
                </c:pt>
                <c:pt idx="717">
                  <c:v>18700</c:v>
                </c:pt>
                <c:pt idx="718">
                  <c:v>18400</c:v>
                </c:pt>
                <c:pt idx="719">
                  <c:v>19300</c:v>
                </c:pt>
                <c:pt idx="720">
                  <c:v>19650</c:v>
                </c:pt>
                <c:pt idx="721">
                  <c:v>20000</c:v>
                </c:pt>
                <c:pt idx="722">
                  <c:v>20600</c:v>
                </c:pt>
                <c:pt idx="723">
                  <c:v>20800</c:v>
                </c:pt>
                <c:pt idx="724">
                  <c:v>20550</c:v>
                </c:pt>
                <c:pt idx="725">
                  <c:v>19800</c:v>
                </c:pt>
                <c:pt idx="726">
                  <c:v>19850</c:v>
                </c:pt>
                <c:pt idx="727">
                  <c:v>19850</c:v>
                </c:pt>
                <c:pt idx="728">
                  <c:v>19350</c:v>
                </c:pt>
                <c:pt idx="729">
                  <c:v>18800</c:v>
                </c:pt>
                <c:pt idx="730">
                  <c:v>18750</c:v>
                </c:pt>
                <c:pt idx="731">
                  <c:v>18850</c:v>
                </c:pt>
                <c:pt idx="732">
                  <c:v>18300</c:v>
                </c:pt>
                <c:pt idx="733">
                  <c:v>17700</c:v>
                </c:pt>
                <c:pt idx="734">
                  <c:v>18400</c:v>
                </c:pt>
                <c:pt idx="735">
                  <c:v>18050</c:v>
                </c:pt>
                <c:pt idx="736">
                  <c:v>18050</c:v>
                </c:pt>
                <c:pt idx="737">
                  <c:v>18200</c:v>
                </c:pt>
                <c:pt idx="738">
                  <c:v>19000</c:v>
                </c:pt>
                <c:pt idx="739">
                  <c:v>18350</c:v>
                </c:pt>
                <c:pt idx="740">
                  <c:v>19050</c:v>
                </c:pt>
                <c:pt idx="741">
                  <c:v>19800</c:v>
                </c:pt>
                <c:pt idx="742">
                  <c:v>19800</c:v>
                </c:pt>
                <c:pt idx="743">
                  <c:v>19950</c:v>
                </c:pt>
                <c:pt idx="744">
                  <c:v>19600</c:v>
                </c:pt>
                <c:pt idx="745">
                  <c:v>18850</c:v>
                </c:pt>
                <c:pt idx="746">
                  <c:v>19700</c:v>
                </c:pt>
                <c:pt idx="747">
                  <c:v>18400</c:v>
                </c:pt>
                <c:pt idx="748">
                  <c:v>18750</c:v>
                </c:pt>
                <c:pt idx="749">
                  <c:v>19250</c:v>
                </c:pt>
                <c:pt idx="750">
                  <c:v>19150</c:v>
                </c:pt>
                <c:pt idx="751">
                  <c:v>19050</c:v>
                </c:pt>
                <c:pt idx="752">
                  <c:v>18600</c:v>
                </c:pt>
                <c:pt idx="753">
                  <c:v>19000</c:v>
                </c:pt>
                <c:pt idx="754">
                  <c:v>19200</c:v>
                </c:pt>
                <c:pt idx="755">
                  <c:v>18450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DC-4B1A-A822-E2CB50367AC6}"/>
            </c:ext>
          </c:extLst>
        </c:ser>
        <c:ser>
          <c:idx val="3"/>
          <c:order val="3"/>
          <c:tx>
            <c:v>매수</c:v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5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numRef>
              <c:f>'주가하락_목표달성_2008-10-13'!$A$2:$A$757</c:f>
              <c:numCache>
                <c:formatCode>m/d/yyyy</c:formatCode>
                <c:ptCount val="756"/>
                <c:pt idx="0">
                  <c:v>39087</c:v>
                </c:pt>
                <c:pt idx="1">
                  <c:v>39090</c:v>
                </c:pt>
                <c:pt idx="2">
                  <c:v>39091</c:v>
                </c:pt>
                <c:pt idx="3">
                  <c:v>39092</c:v>
                </c:pt>
                <c:pt idx="4">
                  <c:v>39093</c:v>
                </c:pt>
                <c:pt idx="5">
                  <c:v>39094</c:v>
                </c:pt>
                <c:pt idx="6">
                  <c:v>39097</c:v>
                </c:pt>
                <c:pt idx="7">
                  <c:v>39098</c:v>
                </c:pt>
                <c:pt idx="8">
                  <c:v>39099</c:v>
                </c:pt>
                <c:pt idx="9">
                  <c:v>39100</c:v>
                </c:pt>
                <c:pt idx="10">
                  <c:v>39101</c:v>
                </c:pt>
                <c:pt idx="11">
                  <c:v>39104</c:v>
                </c:pt>
                <c:pt idx="12">
                  <c:v>39105</c:v>
                </c:pt>
                <c:pt idx="13">
                  <c:v>39106</c:v>
                </c:pt>
                <c:pt idx="14">
                  <c:v>39107</c:v>
                </c:pt>
                <c:pt idx="15">
                  <c:v>39108</c:v>
                </c:pt>
                <c:pt idx="16">
                  <c:v>39111</c:v>
                </c:pt>
                <c:pt idx="17">
                  <c:v>39112</c:v>
                </c:pt>
                <c:pt idx="18">
                  <c:v>39113</c:v>
                </c:pt>
                <c:pt idx="19">
                  <c:v>39114</c:v>
                </c:pt>
                <c:pt idx="20">
                  <c:v>39115</c:v>
                </c:pt>
                <c:pt idx="21">
                  <c:v>39118</c:v>
                </c:pt>
                <c:pt idx="22">
                  <c:v>39119</c:v>
                </c:pt>
                <c:pt idx="23">
                  <c:v>39120</c:v>
                </c:pt>
                <c:pt idx="24">
                  <c:v>39121</c:v>
                </c:pt>
                <c:pt idx="25">
                  <c:v>39122</c:v>
                </c:pt>
                <c:pt idx="26">
                  <c:v>39125</c:v>
                </c:pt>
                <c:pt idx="27">
                  <c:v>39126</c:v>
                </c:pt>
                <c:pt idx="28">
                  <c:v>39127</c:v>
                </c:pt>
                <c:pt idx="29">
                  <c:v>39128</c:v>
                </c:pt>
                <c:pt idx="30">
                  <c:v>39129</c:v>
                </c:pt>
                <c:pt idx="31">
                  <c:v>39132</c:v>
                </c:pt>
                <c:pt idx="32">
                  <c:v>39133</c:v>
                </c:pt>
                <c:pt idx="33">
                  <c:v>39134</c:v>
                </c:pt>
                <c:pt idx="34">
                  <c:v>39135</c:v>
                </c:pt>
                <c:pt idx="35">
                  <c:v>39136</c:v>
                </c:pt>
                <c:pt idx="36">
                  <c:v>39139</c:v>
                </c:pt>
                <c:pt idx="37">
                  <c:v>39140</c:v>
                </c:pt>
                <c:pt idx="38">
                  <c:v>39141</c:v>
                </c:pt>
                <c:pt idx="39">
                  <c:v>39142</c:v>
                </c:pt>
                <c:pt idx="40">
                  <c:v>39143</c:v>
                </c:pt>
                <c:pt idx="41">
                  <c:v>39146</c:v>
                </c:pt>
                <c:pt idx="42">
                  <c:v>39147</c:v>
                </c:pt>
                <c:pt idx="43">
                  <c:v>39148</c:v>
                </c:pt>
                <c:pt idx="44">
                  <c:v>39149</c:v>
                </c:pt>
                <c:pt idx="45">
                  <c:v>39150</c:v>
                </c:pt>
                <c:pt idx="46">
                  <c:v>39153</c:v>
                </c:pt>
                <c:pt idx="47">
                  <c:v>39154</c:v>
                </c:pt>
                <c:pt idx="48">
                  <c:v>39155</c:v>
                </c:pt>
                <c:pt idx="49">
                  <c:v>39156</c:v>
                </c:pt>
                <c:pt idx="50">
                  <c:v>39157</c:v>
                </c:pt>
                <c:pt idx="51">
                  <c:v>39160</c:v>
                </c:pt>
                <c:pt idx="52">
                  <c:v>39161</c:v>
                </c:pt>
                <c:pt idx="53">
                  <c:v>39162</c:v>
                </c:pt>
                <c:pt idx="54">
                  <c:v>39163</c:v>
                </c:pt>
                <c:pt idx="55">
                  <c:v>39164</c:v>
                </c:pt>
                <c:pt idx="56">
                  <c:v>39167</c:v>
                </c:pt>
                <c:pt idx="57">
                  <c:v>39168</c:v>
                </c:pt>
                <c:pt idx="58">
                  <c:v>39169</c:v>
                </c:pt>
                <c:pt idx="59">
                  <c:v>39170</c:v>
                </c:pt>
                <c:pt idx="60">
                  <c:v>39171</c:v>
                </c:pt>
                <c:pt idx="61">
                  <c:v>39174</c:v>
                </c:pt>
                <c:pt idx="62">
                  <c:v>39175</c:v>
                </c:pt>
                <c:pt idx="63">
                  <c:v>39176</c:v>
                </c:pt>
                <c:pt idx="64">
                  <c:v>39177</c:v>
                </c:pt>
                <c:pt idx="65">
                  <c:v>39178</c:v>
                </c:pt>
                <c:pt idx="66">
                  <c:v>39181</c:v>
                </c:pt>
                <c:pt idx="67">
                  <c:v>39182</c:v>
                </c:pt>
                <c:pt idx="68">
                  <c:v>39183</c:v>
                </c:pt>
                <c:pt idx="69">
                  <c:v>39184</c:v>
                </c:pt>
                <c:pt idx="70">
                  <c:v>39185</c:v>
                </c:pt>
                <c:pt idx="71">
                  <c:v>39188</c:v>
                </c:pt>
                <c:pt idx="72">
                  <c:v>39189</c:v>
                </c:pt>
                <c:pt idx="73">
                  <c:v>39190</c:v>
                </c:pt>
                <c:pt idx="74">
                  <c:v>39191</c:v>
                </c:pt>
                <c:pt idx="75">
                  <c:v>39192</c:v>
                </c:pt>
                <c:pt idx="76">
                  <c:v>39195</c:v>
                </c:pt>
                <c:pt idx="77">
                  <c:v>39196</c:v>
                </c:pt>
                <c:pt idx="78">
                  <c:v>39197</c:v>
                </c:pt>
                <c:pt idx="79">
                  <c:v>39198</c:v>
                </c:pt>
                <c:pt idx="80">
                  <c:v>39199</c:v>
                </c:pt>
                <c:pt idx="81">
                  <c:v>39202</c:v>
                </c:pt>
                <c:pt idx="82">
                  <c:v>39203</c:v>
                </c:pt>
                <c:pt idx="83">
                  <c:v>39204</c:v>
                </c:pt>
                <c:pt idx="84">
                  <c:v>39205</c:v>
                </c:pt>
                <c:pt idx="85">
                  <c:v>39206</c:v>
                </c:pt>
                <c:pt idx="86">
                  <c:v>39209</c:v>
                </c:pt>
                <c:pt idx="87">
                  <c:v>39210</c:v>
                </c:pt>
                <c:pt idx="88">
                  <c:v>39211</c:v>
                </c:pt>
                <c:pt idx="89">
                  <c:v>39212</c:v>
                </c:pt>
                <c:pt idx="90">
                  <c:v>39213</c:v>
                </c:pt>
                <c:pt idx="91">
                  <c:v>39216</c:v>
                </c:pt>
                <c:pt idx="92">
                  <c:v>39217</c:v>
                </c:pt>
                <c:pt idx="93">
                  <c:v>39218</c:v>
                </c:pt>
                <c:pt idx="94">
                  <c:v>39219</c:v>
                </c:pt>
                <c:pt idx="95">
                  <c:v>39220</c:v>
                </c:pt>
                <c:pt idx="96">
                  <c:v>39223</c:v>
                </c:pt>
                <c:pt idx="97">
                  <c:v>39224</c:v>
                </c:pt>
                <c:pt idx="98">
                  <c:v>39225</c:v>
                </c:pt>
                <c:pt idx="99">
                  <c:v>39226</c:v>
                </c:pt>
                <c:pt idx="100">
                  <c:v>39227</c:v>
                </c:pt>
                <c:pt idx="101">
                  <c:v>39230</c:v>
                </c:pt>
                <c:pt idx="102">
                  <c:v>39231</c:v>
                </c:pt>
                <c:pt idx="103">
                  <c:v>39232</c:v>
                </c:pt>
                <c:pt idx="104">
                  <c:v>39233</c:v>
                </c:pt>
                <c:pt idx="105">
                  <c:v>39234</c:v>
                </c:pt>
                <c:pt idx="106">
                  <c:v>39237</c:v>
                </c:pt>
                <c:pt idx="107">
                  <c:v>39238</c:v>
                </c:pt>
                <c:pt idx="108">
                  <c:v>39239</c:v>
                </c:pt>
                <c:pt idx="109">
                  <c:v>39240</c:v>
                </c:pt>
                <c:pt idx="110">
                  <c:v>39241</c:v>
                </c:pt>
                <c:pt idx="111">
                  <c:v>39244</c:v>
                </c:pt>
                <c:pt idx="112">
                  <c:v>39245</c:v>
                </c:pt>
                <c:pt idx="113">
                  <c:v>39246</c:v>
                </c:pt>
                <c:pt idx="114">
                  <c:v>39247</c:v>
                </c:pt>
                <c:pt idx="115">
                  <c:v>39248</c:v>
                </c:pt>
                <c:pt idx="116">
                  <c:v>39251</c:v>
                </c:pt>
                <c:pt idx="117">
                  <c:v>39252</c:v>
                </c:pt>
                <c:pt idx="118">
                  <c:v>39253</c:v>
                </c:pt>
                <c:pt idx="119">
                  <c:v>39254</c:v>
                </c:pt>
                <c:pt idx="120">
                  <c:v>39255</c:v>
                </c:pt>
                <c:pt idx="121">
                  <c:v>39258</c:v>
                </c:pt>
                <c:pt idx="122">
                  <c:v>39259</c:v>
                </c:pt>
                <c:pt idx="123">
                  <c:v>39260</c:v>
                </c:pt>
                <c:pt idx="124">
                  <c:v>39261</c:v>
                </c:pt>
                <c:pt idx="125">
                  <c:v>39262</c:v>
                </c:pt>
                <c:pt idx="126">
                  <c:v>39265</c:v>
                </c:pt>
                <c:pt idx="127">
                  <c:v>39266</c:v>
                </c:pt>
                <c:pt idx="128">
                  <c:v>39267</c:v>
                </c:pt>
                <c:pt idx="129">
                  <c:v>39268</c:v>
                </c:pt>
                <c:pt idx="130">
                  <c:v>39269</c:v>
                </c:pt>
                <c:pt idx="131">
                  <c:v>39272</c:v>
                </c:pt>
                <c:pt idx="132">
                  <c:v>39273</c:v>
                </c:pt>
                <c:pt idx="133">
                  <c:v>39274</c:v>
                </c:pt>
                <c:pt idx="134">
                  <c:v>39275</c:v>
                </c:pt>
                <c:pt idx="135">
                  <c:v>39276</c:v>
                </c:pt>
                <c:pt idx="136">
                  <c:v>39279</c:v>
                </c:pt>
                <c:pt idx="137">
                  <c:v>39280</c:v>
                </c:pt>
                <c:pt idx="138">
                  <c:v>39281</c:v>
                </c:pt>
                <c:pt idx="139">
                  <c:v>39282</c:v>
                </c:pt>
                <c:pt idx="140">
                  <c:v>39283</c:v>
                </c:pt>
                <c:pt idx="141">
                  <c:v>39286</c:v>
                </c:pt>
                <c:pt idx="142">
                  <c:v>39287</c:v>
                </c:pt>
                <c:pt idx="143">
                  <c:v>39288</c:v>
                </c:pt>
                <c:pt idx="144">
                  <c:v>39289</c:v>
                </c:pt>
                <c:pt idx="145">
                  <c:v>39290</c:v>
                </c:pt>
                <c:pt idx="146">
                  <c:v>39293</c:v>
                </c:pt>
                <c:pt idx="147">
                  <c:v>39294</c:v>
                </c:pt>
                <c:pt idx="148">
                  <c:v>39295</c:v>
                </c:pt>
                <c:pt idx="149">
                  <c:v>39296</c:v>
                </c:pt>
                <c:pt idx="150">
                  <c:v>39297</c:v>
                </c:pt>
                <c:pt idx="151">
                  <c:v>39300</c:v>
                </c:pt>
                <c:pt idx="152">
                  <c:v>39301</c:v>
                </c:pt>
                <c:pt idx="153">
                  <c:v>39302</c:v>
                </c:pt>
                <c:pt idx="154">
                  <c:v>39303</c:v>
                </c:pt>
                <c:pt idx="155">
                  <c:v>39304</c:v>
                </c:pt>
                <c:pt idx="156">
                  <c:v>39307</c:v>
                </c:pt>
                <c:pt idx="157">
                  <c:v>39308</c:v>
                </c:pt>
                <c:pt idx="158">
                  <c:v>39309</c:v>
                </c:pt>
                <c:pt idx="159">
                  <c:v>39310</c:v>
                </c:pt>
                <c:pt idx="160">
                  <c:v>39311</c:v>
                </c:pt>
                <c:pt idx="161">
                  <c:v>39314</c:v>
                </c:pt>
                <c:pt idx="162">
                  <c:v>39315</c:v>
                </c:pt>
                <c:pt idx="163">
                  <c:v>39316</c:v>
                </c:pt>
                <c:pt idx="164">
                  <c:v>39317</c:v>
                </c:pt>
                <c:pt idx="165">
                  <c:v>39318</c:v>
                </c:pt>
                <c:pt idx="166">
                  <c:v>39321</c:v>
                </c:pt>
                <c:pt idx="167">
                  <c:v>39322</c:v>
                </c:pt>
                <c:pt idx="168">
                  <c:v>39323</c:v>
                </c:pt>
                <c:pt idx="169">
                  <c:v>39324</c:v>
                </c:pt>
                <c:pt idx="170">
                  <c:v>39325</c:v>
                </c:pt>
                <c:pt idx="171">
                  <c:v>39328</c:v>
                </c:pt>
                <c:pt idx="172">
                  <c:v>39329</c:v>
                </c:pt>
                <c:pt idx="173">
                  <c:v>39330</c:v>
                </c:pt>
                <c:pt idx="174">
                  <c:v>39331</c:v>
                </c:pt>
                <c:pt idx="175">
                  <c:v>39332</c:v>
                </c:pt>
                <c:pt idx="176">
                  <c:v>39335</c:v>
                </c:pt>
                <c:pt idx="177">
                  <c:v>39336</c:v>
                </c:pt>
                <c:pt idx="178">
                  <c:v>39337</c:v>
                </c:pt>
                <c:pt idx="179">
                  <c:v>39338</c:v>
                </c:pt>
                <c:pt idx="180">
                  <c:v>39339</c:v>
                </c:pt>
                <c:pt idx="181">
                  <c:v>39342</c:v>
                </c:pt>
                <c:pt idx="182">
                  <c:v>39343</c:v>
                </c:pt>
                <c:pt idx="183">
                  <c:v>39344</c:v>
                </c:pt>
                <c:pt idx="184">
                  <c:v>39345</c:v>
                </c:pt>
                <c:pt idx="185">
                  <c:v>39346</c:v>
                </c:pt>
                <c:pt idx="186">
                  <c:v>39349</c:v>
                </c:pt>
                <c:pt idx="187">
                  <c:v>39350</c:v>
                </c:pt>
                <c:pt idx="188">
                  <c:v>39351</c:v>
                </c:pt>
                <c:pt idx="189">
                  <c:v>39352</c:v>
                </c:pt>
                <c:pt idx="190">
                  <c:v>39353</c:v>
                </c:pt>
                <c:pt idx="191">
                  <c:v>39356</c:v>
                </c:pt>
                <c:pt idx="192">
                  <c:v>39357</c:v>
                </c:pt>
                <c:pt idx="193">
                  <c:v>39358</c:v>
                </c:pt>
                <c:pt idx="194">
                  <c:v>39359</c:v>
                </c:pt>
                <c:pt idx="195">
                  <c:v>39360</c:v>
                </c:pt>
                <c:pt idx="196">
                  <c:v>39363</c:v>
                </c:pt>
                <c:pt idx="197">
                  <c:v>39364</c:v>
                </c:pt>
                <c:pt idx="198">
                  <c:v>39365</c:v>
                </c:pt>
                <c:pt idx="199">
                  <c:v>39366</c:v>
                </c:pt>
                <c:pt idx="200">
                  <c:v>39367</c:v>
                </c:pt>
                <c:pt idx="201">
                  <c:v>39370</c:v>
                </c:pt>
                <c:pt idx="202">
                  <c:v>39371</c:v>
                </c:pt>
                <c:pt idx="203">
                  <c:v>39372</c:v>
                </c:pt>
                <c:pt idx="204">
                  <c:v>39373</c:v>
                </c:pt>
                <c:pt idx="205">
                  <c:v>39374</c:v>
                </c:pt>
                <c:pt idx="206">
                  <c:v>39377</c:v>
                </c:pt>
                <c:pt idx="207">
                  <c:v>39378</c:v>
                </c:pt>
                <c:pt idx="208">
                  <c:v>39379</c:v>
                </c:pt>
                <c:pt idx="209">
                  <c:v>39380</c:v>
                </c:pt>
                <c:pt idx="210">
                  <c:v>39381</c:v>
                </c:pt>
                <c:pt idx="211">
                  <c:v>39384</c:v>
                </c:pt>
                <c:pt idx="212">
                  <c:v>39385</c:v>
                </c:pt>
                <c:pt idx="213">
                  <c:v>39386</c:v>
                </c:pt>
                <c:pt idx="214">
                  <c:v>39387</c:v>
                </c:pt>
                <c:pt idx="215">
                  <c:v>39388</c:v>
                </c:pt>
                <c:pt idx="216">
                  <c:v>39391</c:v>
                </c:pt>
                <c:pt idx="217">
                  <c:v>39392</c:v>
                </c:pt>
                <c:pt idx="218">
                  <c:v>39393</c:v>
                </c:pt>
                <c:pt idx="219">
                  <c:v>39394</c:v>
                </c:pt>
                <c:pt idx="220">
                  <c:v>39395</c:v>
                </c:pt>
                <c:pt idx="221">
                  <c:v>39398</c:v>
                </c:pt>
                <c:pt idx="222">
                  <c:v>39399</c:v>
                </c:pt>
                <c:pt idx="223">
                  <c:v>39400</c:v>
                </c:pt>
                <c:pt idx="224">
                  <c:v>39401</c:v>
                </c:pt>
                <c:pt idx="225">
                  <c:v>39402</c:v>
                </c:pt>
                <c:pt idx="226">
                  <c:v>39405</c:v>
                </c:pt>
                <c:pt idx="227">
                  <c:v>39406</c:v>
                </c:pt>
                <c:pt idx="228">
                  <c:v>39407</c:v>
                </c:pt>
                <c:pt idx="229">
                  <c:v>39408</c:v>
                </c:pt>
                <c:pt idx="230">
                  <c:v>39409</c:v>
                </c:pt>
                <c:pt idx="231">
                  <c:v>39412</c:v>
                </c:pt>
                <c:pt idx="232">
                  <c:v>39413</c:v>
                </c:pt>
                <c:pt idx="233">
                  <c:v>39414</c:v>
                </c:pt>
                <c:pt idx="234">
                  <c:v>39415</c:v>
                </c:pt>
                <c:pt idx="235">
                  <c:v>39416</c:v>
                </c:pt>
                <c:pt idx="236">
                  <c:v>39419</c:v>
                </c:pt>
                <c:pt idx="237">
                  <c:v>39420</c:v>
                </c:pt>
                <c:pt idx="238">
                  <c:v>39421</c:v>
                </c:pt>
                <c:pt idx="239">
                  <c:v>39422</c:v>
                </c:pt>
                <c:pt idx="240">
                  <c:v>39423</c:v>
                </c:pt>
                <c:pt idx="241">
                  <c:v>39426</c:v>
                </c:pt>
                <c:pt idx="242">
                  <c:v>39427</c:v>
                </c:pt>
                <c:pt idx="243">
                  <c:v>39428</c:v>
                </c:pt>
                <c:pt idx="244">
                  <c:v>39429</c:v>
                </c:pt>
                <c:pt idx="245">
                  <c:v>39430</c:v>
                </c:pt>
                <c:pt idx="246">
                  <c:v>39433</c:v>
                </c:pt>
                <c:pt idx="247">
                  <c:v>39434</c:v>
                </c:pt>
                <c:pt idx="248">
                  <c:v>39435</c:v>
                </c:pt>
                <c:pt idx="249">
                  <c:v>39436</c:v>
                </c:pt>
                <c:pt idx="250">
                  <c:v>39437</c:v>
                </c:pt>
                <c:pt idx="251">
                  <c:v>39440</c:v>
                </c:pt>
                <c:pt idx="252">
                  <c:v>39441</c:v>
                </c:pt>
                <c:pt idx="253">
                  <c:v>39442</c:v>
                </c:pt>
                <c:pt idx="254">
                  <c:v>39443</c:v>
                </c:pt>
                <c:pt idx="255">
                  <c:v>39444</c:v>
                </c:pt>
                <c:pt idx="256">
                  <c:v>39447</c:v>
                </c:pt>
                <c:pt idx="257">
                  <c:v>39448</c:v>
                </c:pt>
                <c:pt idx="258">
                  <c:v>39449</c:v>
                </c:pt>
                <c:pt idx="259">
                  <c:v>39450</c:v>
                </c:pt>
                <c:pt idx="260">
                  <c:v>39451</c:v>
                </c:pt>
                <c:pt idx="261">
                  <c:v>39454</c:v>
                </c:pt>
                <c:pt idx="262">
                  <c:v>39455</c:v>
                </c:pt>
                <c:pt idx="263">
                  <c:v>39456</c:v>
                </c:pt>
                <c:pt idx="264">
                  <c:v>39457</c:v>
                </c:pt>
                <c:pt idx="265">
                  <c:v>39458</c:v>
                </c:pt>
                <c:pt idx="266">
                  <c:v>39461</c:v>
                </c:pt>
                <c:pt idx="267">
                  <c:v>39462</c:v>
                </c:pt>
                <c:pt idx="268">
                  <c:v>39463</c:v>
                </c:pt>
                <c:pt idx="269">
                  <c:v>39464</c:v>
                </c:pt>
                <c:pt idx="270">
                  <c:v>39465</c:v>
                </c:pt>
                <c:pt idx="271">
                  <c:v>39468</c:v>
                </c:pt>
                <c:pt idx="272">
                  <c:v>39469</c:v>
                </c:pt>
                <c:pt idx="273">
                  <c:v>39470</c:v>
                </c:pt>
                <c:pt idx="274">
                  <c:v>39471</c:v>
                </c:pt>
                <c:pt idx="275">
                  <c:v>39472</c:v>
                </c:pt>
                <c:pt idx="276">
                  <c:v>39475</c:v>
                </c:pt>
                <c:pt idx="277">
                  <c:v>39476</c:v>
                </c:pt>
                <c:pt idx="278">
                  <c:v>39477</c:v>
                </c:pt>
                <c:pt idx="279">
                  <c:v>39478</c:v>
                </c:pt>
                <c:pt idx="280">
                  <c:v>39479</c:v>
                </c:pt>
                <c:pt idx="281">
                  <c:v>39482</c:v>
                </c:pt>
                <c:pt idx="282">
                  <c:v>39483</c:v>
                </c:pt>
                <c:pt idx="283">
                  <c:v>39484</c:v>
                </c:pt>
                <c:pt idx="284">
                  <c:v>39485</c:v>
                </c:pt>
                <c:pt idx="285">
                  <c:v>39486</c:v>
                </c:pt>
                <c:pt idx="286">
                  <c:v>39489</c:v>
                </c:pt>
                <c:pt idx="287">
                  <c:v>39490</c:v>
                </c:pt>
                <c:pt idx="288">
                  <c:v>39491</c:v>
                </c:pt>
                <c:pt idx="289">
                  <c:v>39492</c:v>
                </c:pt>
                <c:pt idx="290">
                  <c:v>39493</c:v>
                </c:pt>
                <c:pt idx="291">
                  <c:v>39496</c:v>
                </c:pt>
                <c:pt idx="292">
                  <c:v>39497</c:v>
                </c:pt>
                <c:pt idx="293">
                  <c:v>39498</c:v>
                </c:pt>
                <c:pt idx="294">
                  <c:v>39499</c:v>
                </c:pt>
                <c:pt idx="295">
                  <c:v>39500</c:v>
                </c:pt>
                <c:pt idx="296">
                  <c:v>39503</c:v>
                </c:pt>
                <c:pt idx="297">
                  <c:v>39504</c:v>
                </c:pt>
                <c:pt idx="298">
                  <c:v>39505</c:v>
                </c:pt>
                <c:pt idx="299">
                  <c:v>39506</c:v>
                </c:pt>
                <c:pt idx="300">
                  <c:v>39507</c:v>
                </c:pt>
                <c:pt idx="301">
                  <c:v>39510</c:v>
                </c:pt>
                <c:pt idx="302">
                  <c:v>39511</c:v>
                </c:pt>
                <c:pt idx="303">
                  <c:v>39512</c:v>
                </c:pt>
                <c:pt idx="304">
                  <c:v>39513</c:v>
                </c:pt>
                <c:pt idx="305">
                  <c:v>39514</c:v>
                </c:pt>
                <c:pt idx="306">
                  <c:v>39517</c:v>
                </c:pt>
                <c:pt idx="307">
                  <c:v>39518</c:v>
                </c:pt>
                <c:pt idx="308">
                  <c:v>39519</c:v>
                </c:pt>
                <c:pt idx="309">
                  <c:v>39520</c:v>
                </c:pt>
                <c:pt idx="310">
                  <c:v>39521</c:v>
                </c:pt>
                <c:pt idx="311">
                  <c:v>39524</c:v>
                </c:pt>
                <c:pt idx="312">
                  <c:v>39525</c:v>
                </c:pt>
                <c:pt idx="313">
                  <c:v>39526</c:v>
                </c:pt>
                <c:pt idx="314">
                  <c:v>39527</c:v>
                </c:pt>
                <c:pt idx="315">
                  <c:v>39528</c:v>
                </c:pt>
                <c:pt idx="316">
                  <c:v>39531</c:v>
                </c:pt>
                <c:pt idx="317">
                  <c:v>39532</c:v>
                </c:pt>
                <c:pt idx="318">
                  <c:v>39533</c:v>
                </c:pt>
                <c:pt idx="319">
                  <c:v>39534</c:v>
                </c:pt>
                <c:pt idx="320">
                  <c:v>39535</c:v>
                </c:pt>
                <c:pt idx="321">
                  <c:v>39538</c:v>
                </c:pt>
                <c:pt idx="322">
                  <c:v>39539</c:v>
                </c:pt>
                <c:pt idx="323">
                  <c:v>39540</c:v>
                </c:pt>
                <c:pt idx="324">
                  <c:v>39541</c:v>
                </c:pt>
                <c:pt idx="325">
                  <c:v>39542</c:v>
                </c:pt>
                <c:pt idx="326">
                  <c:v>39545</c:v>
                </c:pt>
                <c:pt idx="327">
                  <c:v>39546</c:v>
                </c:pt>
                <c:pt idx="328">
                  <c:v>39547</c:v>
                </c:pt>
                <c:pt idx="329">
                  <c:v>39548</c:v>
                </c:pt>
                <c:pt idx="330">
                  <c:v>39549</c:v>
                </c:pt>
                <c:pt idx="331">
                  <c:v>39552</c:v>
                </c:pt>
                <c:pt idx="332">
                  <c:v>39553</c:v>
                </c:pt>
                <c:pt idx="333">
                  <c:v>39554</c:v>
                </c:pt>
                <c:pt idx="334">
                  <c:v>39555</c:v>
                </c:pt>
                <c:pt idx="335">
                  <c:v>39556</c:v>
                </c:pt>
                <c:pt idx="336">
                  <c:v>39559</c:v>
                </c:pt>
                <c:pt idx="337">
                  <c:v>39560</c:v>
                </c:pt>
                <c:pt idx="338">
                  <c:v>39561</c:v>
                </c:pt>
                <c:pt idx="339">
                  <c:v>39562</c:v>
                </c:pt>
                <c:pt idx="340">
                  <c:v>39563</c:v>
                </c:pt>
                <c:pt idx="341">
                  <c:v>39566</c:v>
                </c:pt>
                <c:pt idx="342">
                  <c:v>39567</c:v>
                </c:pt>
                <c:pt idx="343">
                  <c:v>39568</c:v>
                </c:pt>
                <c:pt idx="344">
                  <c:v>39569</c:v>
                </c:pt>
                <c:pt idx="345">
                  <c:v>39570</c:v>
                </c:pt>
                <c:pt idx="346">
                  <c:v>39573</c:v>
                </c:pt>
                <c:pt idx="347">
                  <c:v>39574</c:v>
                </c:pt>
                <c:pt idx="348">
                  <c:v>39575</c:v>
                </c:pt>
                <c:pt idx="349">
                  <c:v>39576</c:v>
                </c:pt>
                <c:pt idx="350">
                  <c:v>39577</c:v>
                </c:pt>
                <c:pt idx="351">
                  <c:v>39580</c:v>
                </c:pt>
                <c:pt idx="352">
                  <c:v>39581</c:v>
                </c:pt>
                <c:pt idx="353">
                  <c:v>39582</c:v>
                </c:pt>
                <c:pt idx="354">
                  <c:v>39583</c:v>
                </c:pt>
                <c:pt idx="355">
                  <c:v>39584</c:v>
                </c:pt>
                <c:pt idx="356">
                  <c:v>39587</c:v>
                </c:pt>
                <c:pt idx="357">
                  <c:v>39588</c:v>
                </c:pt>
                <c:pt idx="358">
                  <c:v>39589</c:v>
                </c:pt>
                <c:pt idx="359">
                  <c:v>39590</c:v>
                </c:pt>
                <c:pt idx="360">
                  <c:v>39591</c:v>
                </c:pt>
                <c:pt idx="361">
                  <c:v>39594</c:v>
                </c:pt>
                <c:pt idx="362">
                  <c:v>39595</c:v>
                </c:pt>
                <c:pt idx="363">
                  <c:v>39596</c:v>
                </c:pt>
                <c:pt idx="364">
                  <c:v>39597</c:v>
                </c:pt>
                <c:pt idx="365">
                  <c:v>39598</c:v>
                </c:pt>
                <c:pt idx="366">
                  <c:v>39601</c:v>
                </c:pt>
                <c:pt idx="367">
                  <c:v>39602</c:v>
                </c:pt>
                <c:pt idx="368">
                  <c:v>39603</c:v>
                </c:pt>
                <c:pt idx="369">
                  <c:v>39604</c:v>
                </c:pt>
                <c:pt idx="370">
                  <c:v>39605</c:v>
                </c:pt>
                <c:pt idx="371">
                  <c:v>39608</c:v>
                </c:pt>
                <c:pt idx="372">
                  <c:v>39609</c:v>
                </c:pt>
                <c:pt idx="373">
                  <c:v>39610</c:v>
                </c:pt>
                <c:pt idx="374">
                  <c:v>39611</c:v>
                </c:pt>
                <c:pt idx="375">
                  <c:v>39612</c:v>
                </c:pt>
                <c:pt idx="376">
                  <c:v>39615</c:v>
                </c:pt>
                <c:pt idx="377">
                  <c:v>39616</c:v>
                </c:pt>
                <c:pt idx="378">
                  <c:v>39617</c:v>
                </c:pt>
                <c:pt idx="379">
                  <c:v>39618</c:v>
                </c:pt>
                <c:pt idx="380">
                  <c:v>39619</c:v>
                </c:pt>
                <c:pt idx="381">
                  <c:v>39622</c:v>
                </c:pt>
                <c:pt idx="382">
                  <c:v>39623</c:v>
                </c:pt>
                <c:pt idx="383">
                  <c:v>39624</c:v>
                </c:pt>
                <c:pt idx="384">
                  <c:v>39625</c:v>
                </c:pt>
                <c:pt idx="385">
                  <c:v>39626</c:v>
                </c:pt>
                <c:pt idx="386">
                  <c:v>39629</c:v>
                </c:pt>
                <c:pt idx="387">
                  <c:v>39630</c:v>
                </c:pt>
                <c:pt idx="388">
                  <c:v>39631</c:v>
                </c:pt>
                <c:pt idx="389">
                  <c:v>39632</c:v>
                </c:pt>
                <c:pt idx="390">
                  <c:v>39633</c:v>
                </c:pt>
                <c:pt idx="391">
                  <c:v>39636</c:v>
                </c:pt>
                <c:pt idx="392">
                  <c:v>39637</c:v>
                </c:pt>
                <c:pt idx="393">
                  <c:v>39638</c:v>
                </c:pt>
                <c:pt idx="394">
                  <c:v>39639</c:v>
                </c:pt>
                <c:pt idx="395">
                  <c:v>39640</c:v>
                </c:pt>
                <c:pt idx="396">
                  <c:v>39643</c:v>
                </c:pt>
                <c:pt idx="397">
                  <c:v>39644</c:v>
                </c:pt>
                <c:pt idx="398">
                  <c:v>39645</c:v>
                </c:pt>
                <c:pt idx="399">
                  <c:v>39646</c:v>
                </c:pt>
                <c:pt idx="400">
                  <c:v>39647</c:v>
                </c:pt>
                <c:pt idx="401">
                  <c:v>39650</c:v>
                </c:pt>
                <c:pt idx="402">
                  <c:v>39651</c:v>
                </c:pt>
                <c:pt idx="403">
                  <c:v>39652</c:v>
                </c:pt>
                <c:pt idx="404">
                  <c:v>39653</c:v>
                </c:pt>
                <c:pt idx="405">
                  <c:v>39654</c:v>
                </c:pt>
                <c:pt idx="406">
                  <c:v>39657</c:v>
                </c:pt>
                <c:pt idx="407">
                  <c:v>39658</c:v>
                </c:pt>
                <c:pt idx="408">
                  <c:v>39659</c:v>
                </c:pt>
                <c:pt idx="409">
                  <c:v>39660</c:v>
                </c:pt>
                <c:pt idx="410">
                  <c:v>39661</c:v>
                </c:pt>
                <c:pt idx="411">
                  <c:v>39664</c:v>
                </c:pt>
                <c:pt idx="412">
                  <c:v>39665</c:v>
                </c:pt>
                <c:pt idx="413">
                  <c:v>39666</c:v>
                </c:pt>
                <c:pt idx="414">
                  <c:v>39667</c:v>
                </c:pt>
                <c:pt idx="415">
                  <c:v>39668</c:v>
                </c:pt>
                <c:pt idx="416">
                  <c:v>39671</c:v>
                </c:pt>
                <c:pt idx="417">
                  <c:v>39672</c:v>
                </c:pt>
                <c:pt idx="418">
                  <c:v>39673</c:v>
                </c:pt>
                <c:pt idx="419">
                  <c:v>39674</c:v>
                </c:pt>
                <c:pt idx="420">
                  <c:v>39675</c:v>
                </c:pt>
                <c:pt idx="421">
                  <c:v>39678</c:v>
                </c:pt>
                <c:pt idx="422">
                  <c:v>39679</c:v>
                </c:pt>
                <c:pt idx="423">
                  <c:v>39680</c:v>
                </c:pt>
                <c:pt idx="424">
                  <c:v>39681</c:v>
                </c:pt>
                <c:pt idx="425">
                  <c:v>39682</c:v>
                </c:pt>
                <c:pt idx="426">
                  <c:v>39685</c:v>
                </c:pt>
                <c:pt idx="427">
                  <c:v>39686</c:v>
                </c:pt>
                <c:pt idx="428">
                  <c:v>39687</c:v>
                </c:pt>
                <c:pt idx="429">
                  <c:v>39688</c:v>
                </c:pt>
                <c:pt idx="430">
                  <c:v>39689</c:v>
                </c:pt>
                <c:pt idx="431">
                  <c:v>39692</c:v>
                </c:pt>
                <c:pt idx="432">
                  <c:v>39693</c:v>
                </c:pt>
                <c:pt idx="433">
                  <c:v>39694</c:v>
                </c:pt>
                <c:pt idx="434">
                  <c:v>39695</c:v>
                </c:pt>
                <c:pt idx="435">
                  <c:v>39696</c:v>
                </c:pt>
                <c:pt idx="436">
                  <c:v>39699</c:v>
                </c:pt>
                <c:pt idx="437">
                  <c:v>39700</c:v>
                </c:pt>
                <c:pt idx="438">
                  <c:v>39701</c:v>
                </c:pt>
                <c:pt idx="439">
                  <c:v>39702</c:v>
                </c:pt>
                <c:pt idx="440">
                  <c:v>39703</c:v>
                </c:pt>
                <c:pt idx="441">
                  <c:v>39706</c:v>
                </c:pt>
                <c:pt idx="442">
                  <c:v>39707</c:v>
                </c:pt>
                <c:pt idx="443">
                  <c:v>39708</c:v>
                </c:pt>
                <c:pt idx="444">
                  <c:v>39709</c:v>
                </c:pt>
                <c:pt idx="445">
                  <c:v>39710</c:v>
                </c:pt>
                <c:pt idx="446">
                  <c:v>39713</c:v>
                </c:pt>
                <c:pt idx="447">
                  <c:v>39714</c:v>
                </c:pt>
                <c:pt idx="448">
                  <c:v>39715</c:v>
                </c:pt>
                <c:pt idx="449">
                  <c:v>39716</c:v>
                </c:pt>
                <c:pt idx="450">
                  <c:v>39717</c:v>
                </c:pt>
                <c:pt idx="451">
                  <c:v>39720</c:v>
                </c:pt>
                <c:pt idx="452">
                  <c:v>39721</c:v>
                </c:pt>
                <c:pt idx="453">
                  <c:v>39722</c:v>
                </c:pt>
                <c:pt idx="454">
                  <c:v>39723</c:v>
                </c:pt>
                <c:pt idx="455">
                  <c:v>39724</c:v>
                </c:pt>
                <c:pt idx="456">
                  <c:v>39727</c:v>
                </c:pt>
                <c:pt idx="457">
                  <c:v>39728</c:v>
                </c:pt>
                <c:pt idx="458">
                  <c:v>39729</c:v>
                </c:pt>
                <c:pt idx="459">
                  <c:v>39730</c:v>
                </c:pt>
                <c:pt idx="460">
                  <c:v>39731</c:v>
                </c:pt>
                <c:pt idx="461">
                  <c:v>39734</c:v>
                </c:pt>
                <c:pt idx="462">
                  <c:v>39735</c:v>
                </c:pt>
                <c:pt idx="463">
                  <c:v>39736</c:v>
                </c:pt>
                <c:pt idx="464">
                  <c:v>39737</c:v>
                </c:pt>
                <c:pt idx="465">
                  <c:v>39738</c:v>
                </c:pt>
                <c:pt idx="466">
                  <c:v>39741</c:v>
                </c:pt>
                <c:pt idx="467">
                  <c:v>39742</c:v>
                </c:pt>
                <c:pt idx="468">
                  <c:v>39743</c:v>
                </c:pt>
                <c:pt idx="469">
                  <c:v>39744</c:v>
                </c:pt>
                <c:pt idx="470">
                  <c:v>39745</c:v>
                </c:pt>
                <c:pt idx="471">
                  <c:v>39748</c:v>
                </c:pt>
                <c:pt idx="472">
                  <c:v>39749</c:v>
                </c:pt>
                <c:pt idx="473">
                  <c:v>39750</c:v>
                </c:pt>
                <c:pt idx="474">
                  <c:v>39751</c:v>
                </c:pt>
                <c:pt idx="475">
                  <c:v>39752</c:v>
                </c:pt>
                <c:pt idx="476">
                  <c:v>39755</c:v>
                </c:pt>
                <c:pt idx="477">
                  <c:v>39756</c:v>
                </c:pt>
                <c:pt idx="478">
                  <c:v>39757</c:v>
                </c:pt>
                <c:pt idx="479">
                  <c:v>39758</c:v>
                </c:pt>
                <c:pt idx="480">
                  <c:v>39759</c:v>
                </c:pt>
                <c:pt idx="481">
                  <c:v>39762</c:v>
                </c:pt>
                <c:pt idx="482">
                  <c:v>39763</c:v>
                </c:pt>
                <c:pt idx="483">
                  <c:v>39764</c:v>
                </c:pt>
                <c:pt idx="484">
                  <c:v>39765</c:v>
                </c:pt>
                <c:pt idx="485">
                  <c:v>39766</c:v>
                </c:pt>
                <c:pt idx="486">
                  <c:v>39769</c:v>
                </c:pt>
                <c:pt idx="487">
                  <c:v>39770</c:v>
                </c:pt>
                <c:pt idx="488">
                  <c:v>39771</c:v>
                </c:pt>
                <c:pt idx="489">
                  <c:v>39772</c:v>
                </c:pt>
                <c:pt idx="490">
                  <c:v>39773</c:v>
                </c:pt>
                <c:pt idx="491">
                  <c:v>39776</c:v>
                </c:pt>
                <c:pt idx="492">
                  <c:v>39777</c:v>
                </c:pt>
                <c:pt idx="493">
                  <c:v>39778</c:v>
                </c:pt>
                <c:pt idx="494">
                  <c:v>39779</c:v>
                </c:pt>
                <c:pt idx="495">
                  <c:v>39780</c:v>
                </c:pt>
                <c:pt idx="496">
                  <c:v>39783</c:v>
                </c:pt>
                <c:pt idx="497">
                  <c:v>39784</c:v>
                </c:pt>
                <c:pt idx="498">
                  <c:v>39785</c:v>
                </c:pt>
                <c:pt idx="499">
                  <c:v>39786</c:v>
                </c:pt>
                <c:pt idx="500">
                  <c:v>39787</c:v>
                </c:pt>
                <c:pt idx="501">
                  <c:v>39790</c:v>
                </c:pt>
                <c:pt idx="502">
                  <c:v>39791</c:v>
                </c:pt>
                <c:pt idx="503">
                  <c:v>39792</c:v>
                </c:pt>
                <c:pt idx="504">
                  <c:v>39793</c:v>
                </c:pt>
                <c:pt idx="505">
                  <c:v>39794</c:v>
                </c:pt>
                <c:pt idx="506">
                  <c:v>39797</c:v>
                </c:pt>
                <c:pt idx="507">
                  <c:v>39798</c:v>
                </c:pt>
                <c:pt idx="508">
                  <c:v>39799</c:v>
                </c:pt>
                <c:pt idx="509">
                  <c:v>39800</c:v>
                </c:pt>
                <c:pt idx="510">
                  <c:v>39801</c:v>
                </c:pt>
                <c:pt idx="511">
                  <c:v>39804</c:v>
                </c:pt>
                <c:pt idx="512">
                  <c:v>39805</c:v>
                </c:pt>
                <c:pt idx="513">
                  <c:v>39806</c:v>
                </c:pt>
                <c:pt idx="514">
                  <c:v>39807</c:v>
                </c:pt>
                <c:pt idx="515">
                  <c:v>39808</c:v>
                </c:pt>
                <c:pt idx="516">
                  <c:v>39811</c:v>
                </c:pt>
                <c:pt idx="517">
                  <c:v>39812</c:v>
                </c:pt>
                <c:pt idx="518">
                  <c:v>39813</c:v>
                </c:pt>
                <c:pt idx="519">
                  <c:v>39814</c:v>
                </c:pt>
                <c:pt idx="520">
                  <c:v>39815</c:v>
                </c:pt>
                <c:pt idx="521">
                  <c:v>39818</c:v>
                </c:pt>
                <c:pt idx="522">
                  <c:v>39819</c:v>
                </c:pt>
                <c:pt idx="523">
                  <c:v>39820</c:v>
                </c:pt>
                <c:pt idx="524">
                  <c:v>39821</c:v>
                </c:pt>
                <c:pt idx="525">
                  <c:v>39822</c:v>
                </c:pt>
                <c:pt idx="526">
                  <c:v>39825</c:v>
                </c:pt>
                <c:pt idx="527">
                  <c:v>39826</c:v>
                </c:pt>
                <c:pt idx="528">
                  <c:v>39827</c:v>
                </c:pt>
                <c:pt idx="529">
                  <c:v>39828</c:v>
                </c:pt>
                <c:pt idx="530">
                  <c:v>39829</c:v>
                </c:pt>
                <c:pt idx="531">
                  <c:v>39832</c:v>
                </c:pt>
                <c:pt idx="532">
                  <c:v>39833</c:v>
                </c:pt>
                <c:pt idx="533">
                  <c:v>39834</c:v>
                </c:pt>
                <c:pt idx="534">
                  <c:v>39835</c:v>
                </c:pt>
                <c:pt idx="535">
                  <c:v>39836</c:v>
                </c:pt>
                <c:pt idx="536">
                  <c:v>39839</c:v>
                </c:pt>
                <c:pt idx="537">
                  <c:v>39840</c:v>
                </c:pt>
                <c:pt idx="538">
                  <c:v>39841</c:v>
                </c:pt>
                <c:pt idx="539">
                  <c:v>39842</c:v>
                </c:pt>
                <c:pt idx="540">
                  <c:v>39843</c:v>
                </c:pt>
                <c:pt idx="541">
                  <c:v>39846</c:v>
                </c:pt>
                <c:pt idx="542">
                  <c:v>39847</c:v>
                </c:pt>
                <c:pt idx="543">
                  <c:v>39848</c:v>
                </c:pt>
                <c:pt idx="544">
                  <c:v>39849</c:v>
                </c:pt>
                <c:pt idx="545">
                  <c:v>39850</c:v>
                </c:pt>
                <c:pt idx="546">
                  <c:v>39853</c:v>
                </c:pt>
                <c:pt idx="547">
                  <c:v>39854</c:v>
                </c:pt>
                <c:pt idx="548">
                  <c:v>39855</c:v>
                </c:pt>
                <c:pt idx="549">
                  <c:v>39856</c:v>
                </c:pt>
                <c:pt idx="550">
                  <c:v>39857</c:v>
                </c:pt>
                <c:pt idx="551">
                  <c:v>39860</c:v>
                </c:pt>
                <c:pt idx="552">
                  <c:v>39861</c:v>
                </c:pt>
                <c:pt idx="553">
                  <c:v>39862</c:v>
                </c:pt>
                <c:pt idx="554">
                  <c:v>39863</c:v>
                </c:pt>
                <c:pt idx="555">
                  <c:v>39864</c:v>
                </c:pt>
                <c:pt idx="556">
                  <c:v>39867</c:v>
                </c:pt>
                <c:pt idx="557">
                  <c:v>39868</c:v>
                </c:pt>
                <c:pt idx="558">
                  <c:v>39869</c:v>
                </c:pt>
                <c:pt idx="559">
                  <c:v>39870</c:v>
                </c:pt>
                <c:pt idx="560">
                  <c:v>39871</c:v>
                </c:pt>
                <c:pt idx="561">
                  <c:v>39874</c:v>
                </c:pt>
                <c:pt idx="562">
                  <c:v>39875</c:v>
                </c:pt>
                <c:pt idx="563">
                  <c:v>39876</c:v>
                </c:pt>
                <c:pt idx="564">
                  <c:v>39877</c:v>
                </c:pt>
                <c:pt idx="565">
                  <c:v>39878</c:v>
                </c:pt>
                <c:pt idx="566">
                  <c:v>39881</c:v>
                </c:pt>
                <c:pt idx="567">
                  <c:v>39882</c:v>
                </c:pt>
                <c:pt idx="568">
                  <c:v>39883</c:v>
                </c:pt>
                <c:pt idx="569">
                  <c:v>39884</c:v>
                </c:pt>
                <c:pt idx="570">
                  <c:v>39885</c:v>
                </c:pt>
                <c:pt idx="571">
                  <c:v>39888</c:v>
                </c:pt>
                <c:pt idx="572">
                  <c:v>39889</c:v>
                </c:pt>
                <c:pt idx="573">
                  <c:v>39890</c:v>
                </c:pt>
                <c:pt idx="574">
                  <c:v>39891</c:v>
                </c:pt>
                <c:pt idx="575">
                  <c:v>39892</c:v>
                </c:pt>
                <c:pt idx="576">
                  <c:v>39895</c:v>
                </c:pt>
                <c:pt idx="577">
                  <c:v>39896</c:v>
                </c:pt>
                <c:pt idx="578">
                  <c:v>39897</c:v>
                </c:pt>
                <c:pt idx="579">
                  <c:v>39898</c:v>
                </c:pt>
                <c:pt idx="580">
                  <c:v>39899</c:v>
                </c:pt>
                <c:pt idx="581">
                  <c:v>39902</c:v>
                </c:pt>
                <c:pt idx="582">
                  <c:v>39903</c:v>
                </c:pt>
                <c:pt idx="583">
                  <c:v>39904</c:v>
                </c:pt>
                <c:pt idx="584">
                  <c:v>39905</c:v>
                </c:pt>
                <c:pt idx="585">
                  <c:v>39906</c:v>
                </c:pt>
                <c:pt idx="586">
                  <c:v>39909</c:v>
                </c:pt>
                <c:pt idx="587">
                  <c:v>39910</c:v>
                </c:pt>
                <c:pt idx="588">
                  <c:v>39911</c:v>
                </c:pt>
                <c:pt idx="589">
                  <c:v>39912</c:v>
                </c:pt>
                <c:pt idx="590">
                  <c:v>39913</c:v>
                </c:pt>
                <c:pt idx="591">
                  <c:v>39916</c:v>
                </c:pt>
                <c:pt idx="592">
                  <c:v>39917</c:v>
                </c:pt>
                <c:pt idx="593">
                  <c:v>39918</c:v>
                </c:pt>
                <c:pt idx="594">
                  <c:v>39919</c:v>
                </c:pt>
                <c:pt idx="595">
                  <c:v>39920</c:v>
                </c:pt>
                <c:pt idx="596">
                  <c:v>39923</c:v>
                </c:pt>
                <c:pt idx="597">
                  <c:v>39924</c:v>
                </c:pt>
                <c:pt idx="598">
                  <c:v>39925</c:v>
                </c:pt>
                <c:pt idx="599">
                  <c:v>39926</c:v>
                </c:pt>
                <c:pt idx="600">
                  <c:v>39927</c:v>
                </c:pt>
                <c:pt idx="601">
                  <c:v>39930</c:v>
                </c:pt>
                <c:pt idx="602">
                  <c:v>39931</c:v>
                </c:pt>
                <c:pt idx="603">
                  <c:v>39932</c:v>
                </c:pt>
                <c:pt idx="604">
                  <c:v>39933</c:v>
                </c:pt>
                <c:pt idx="605">
                  <c:v>39934</c:v>
                </c:pt>
                <c:pt idx="606">
                  <c:v>39937</c:v>
                </c:pt>
                <c:pt idx="607">
                  <c:v>39938</c:v>
                </c:pt>
                <c:pt idx="608">
                  <c:v>39939</c:v>
                </c:pt>
                <c:pt idx="609">
                  <c:v>39940</c:v>
                </c:pt>
                <c:pt idx="610">
                  <c:v>39941</c:v>
                </c:pt>
                <c:pt idx="611">
                  <c:v>39944</c:v>
                </c:pt>
                <c:pt idx="612">
                  <c:v>39945</c:v>
                </c:pt>
                <c:pt idx="613">
                  <c:v>39946</c:v>
                </c:pt>
                <c:pt idx="614">
                  <c:v>39947</c:v>
                </c:pt>
                <c:pt idx="615">
                  <c:v>39948</c:v>
                </c:pt>
                <c:pt idx="616">
                  <c:v>39951</c:v>
                </c:pt>
                <c:pt idx="617">
                  <c:v>39952</c:v>
                </c:pt>
                <c:pt idx="618">
                  <c:v>39953</c:v>
                </c:pt>
                <c:pt idx="619">
                  <c:v>39954</c:v>
                </c:pt>
                <c:pt idx="620">
                  <c:v>39955</c:v>
                </c:pt>
                <c:pt idx="621">
                  <c:v>39958</c:v>
                </c:pt>
                <c:pt idx="622">
                  <c:v>39959</c:v>
                </c:pt>
                <c:pt idx="623">
                  <c:v>39960</c:v>
                </c:pt>
                <c:pt idx="624">
                  <c:v>39961</c:v>
                </c:pt>
                <c:pt idx="625">
                  <c:v>39962</c:v>
                </c:pt>
                <c:pt idx="626">
                  <c:v>39965</c:v>
                </c:pt>
                <c:pt idx="627">
                  <c:v>39966</c:v>
                </c:pt>
                <c:pt idx="628">
                  <c:v>39967</c:v>
                </c:pt>
                <c:pt idx="629">
                  <c:v>39968</c:v>
                </c:pt>
                <c:pt idx="630">
                  <c:v>39969</c:v>
                </c:pt>
                <c:pt idx="631">
                  <c:v>39972</c:v>
                </c:pt>
                <c:pt idx="632">
                  <c:v>39973</c:v>
                </c:pt>
                <c:pt idx="633">
                  <c:v>39974</c:v>
                </c:pt>
                <c:pt idx="634">
                  <c:v>39975</c:v>
                </c:pt>
                <c:pt idx="635">
                  <c:v>39976</c:v>
                </c:pt>
                <c:pt idx="636">
                  <c:v>39979</c:v>
                </c:pt>
                <c:pt idx="637">
                  <c:v>39980</c:v>
                </c:pt>
                <c:pt idx="638">
                  <c:v>39981</c:v>
                </c:pt>
                <c:pt idx="639">
                  <c:v>39982</c:v>
                </c:pt>
                <c:pt idx="640">
                  <c:v>39983</c:v>
                </c:pt>
                <c:pt idx="641">
                  <c:v>39986</c:v>
                </c:pt>
                <c:pt idx="642">
                  <c:v>39987</c:v>
                </c:pt>
                <c:pt idx="643">
                  <c:v>39988</c:v>
                </c:pt>
                <c:pt idx="644">
                  <c:v>39989</c:v>
                </c:pt>
                <c:pt idx="645">
                  <c:v>39990</c:v>
                </c:pt>
                <c:pt idx="646">
                  <c:v>39993</c:v>
                </c:pt>
                <c:pt idx="647">
                  <c:v>39994</c:v>
                </c:pt>
                <c:pt idx="648">
                  <c:v>39995</c:v>
                </c:pt>
                <c:pt idx="649">
                  <c:v>39996</c:v>
                </c:pt>
                <c:pt idx="650">
                  <c:v>39997</c:v>
                </c:pt>
                <c:pt idx="651">
                  <c:v>40000</c:v>
                </c:pt>
                <c:pt idx="652">
                  <c:v>40001</c:v>
                </c:pt>
                <c:pt idx="653">
                  <c:v>40002</c:v>
                </c:pt>
                <c:pt idx="654">
                  <c:v>40003</c:v>
                </c:pt>
                <c:pt idx="655">
                  <c:v>40004</c:v>
                </c:pt>
                <c:pt idx="656">
                  <c:v>40007</c:v>
                </c:pt>
                <c:pt idx="657">
                  <c:v>40008</c:v>
                </c:pt>
                <c:pt idx="658">
                  <c:v>40009</c:v>
                </c:pt>
                <c:pt idx="659">
                  <c:v>40010</c:v>
                </c:pt>
                <c:pt idx="660">
                  <c:v>40011</c:v>
                </c:pt>
                <c:pt idx="661">
                  <c:v>40014</c:v>
                </c:pt>
                <c:pt idx="662">
                  <c:v>40015</c:v>
                </c:pt>
                <c:pt idx="663">
                  <c:v>40016</c:v>
                </c:pt>
                <c:pt idx="664">
                  <c:v>40017</c:v>
                </c:pt>
                <c:pt idx="665">
                  <c:v>40018</c:v>
                </c:pt>
                <c:pt idx="666">
                  <c:v>40021</c:v>
                </c:pt>
                <c:pt idx="667">
                  <c:v>40022</c:v>
                </c:pt>
                <c:pt idx="668">
                  <c:v>40023</c:v>
                </c:pt>
                <c:pt idx="669">
                  <c:v>40024</c:v>
                </c:pt>
                <c:pt idx="670">
                  <c:v>40025</c:v>
                </c:pt>
                <c:pt idx="671">
                  <c:v>40028</c:v>
                </c:pt>
                <c:pt idx="672">
                  <c:v>40029</c:v>
                </c:pt>
                <c:pt idx="673">
                  <c:v>40030</c:v>
                </c:pt>
                <c:pt idx="674">
                  <c:v>40031</c:v>
                </c:pt>
                <c:pt idx="675">
                  <c:v>40032</c:v>
                </c:pt>
                <c:pt idx="676">
                  <c:v>40035</c:v>
                </c:pt>
                <c:pt idx="677">
                  <c:v>40036</c:v>
                </c:pt>
                <c:pt idx="678">
                  <c:v>40037</c:v>
                </c:pt>
                <c:pt idx="679">
                  <c:v>40038</c:v>
                </c:pt>
                <c:pt idx="680">
                  <c:v>40039</c:v>
                </c:pt>
                <c:pt idx="681">
                  <c:v>40042</c:v>
                </c:pt>
                <c:pt idx="682">
                  <c:v>40043</c:v>
                </c:pt>
                <c:pt idx="683">
                  <c:v>40044</c:v>
                </c:pt>
                <c:pt idx="684">
                  <c:v>40045</c:v>
                </c:pt>
                <c:pt idx="685">
                  <c:v>40046</c:v>
                </c:pt>
                <c:pt idx="686">
                  <c:v>40049</c:v>
                </c:pt>
                <c:pt idx="687">
                  <c:v>40050</c:v>
                </c:pt>
                <c:pt idx="688">
                  <c:v>40051</c:v>
                </c:pt>
                <c:pt idx="689">
                  <c:v>40052</c:v>
                </c:pt>
                <c:pt idx="690">
                  <c:v>40053</c:v>
                </c:pt>
                <c:pt idx="691">
                  <c:v>40056</c:v>
                </c:pt>
                <c:pt idx="692">
                  <c:v>40057</c:v>
                </c:pt>
                <c:pt idx="693">
                  <c:v>40058</c:v>
                </c:pt>
                <c:pt idx="694">
                  <c:v>40059</c:v>
                </c:pt>
                <c:pt idx="695">
                  <c:v>40060</c:v>
                </c:pt>
                <c:pt idx="696">
                  <c:v>40063</c:v>
                </c:pt>
                <c:pt idx="697">
                  <c:v>40064</c:v>
                </c:pt>
                <c:pt idx="698">
                  <c:v>40065</c:v>
                </c:pt>
                <c:pt idx="699">
                  <c:v>40066</c:v>
                </c:pt>
                <c:pt idx="700">
                  <c:v>40067</c:v>
                </c:pt>
                <c:pt idx="701">
                  <c:v>40070</c:v>
                </c:pt>
                <c:pt idx="702">
                  <c:v>40071</c:v>
                </c:pt>
                <c:pt idx="703">
                  <c:v>40072</c:v>
                </c:pt>
                <c:pt idx="704">
                  <c:v>40073</c:v>
                </c:pt>
                <c:pt idx="705">
                  <c:v>40074</c:v>
                </c:pt>
                <c:pt idx="706">
                  <c:v>40077</c:v>
                </c:pt>
                <c:pt idx="707">
                  <c:v>40078</c:v>
                </c:pt>
                <c:pt idx="708">
                  <c:v>40079</c:v>
                </c:pt>
                <c:pt idx="709">
                  <c:v>40080</c:v>
                </c:pt>
                <c:pt idx="710">
                  <c:v>40081</c:v>
                </c:pt>
                <c:pt idx="711">
                  <c:v>40084</c:v>
                </c:pt>
                <c:pt idx="712">
                  <c:v>40085</c:v>
                </c:pt>
                <c:pt idx="713">
                  <c:v>40086</c:v>
                </c:pt>
                <c:pt idx="714">
                  <c:v>40087</c:v>
                </c:pt>
                <c:pt idx="715">
                  <c:v>40088</c:v>
                </c:pt>
                <c:pt idx="716">
                  <c:v>40091</c:v>
                </c:pt>
                <c:pt idx="717">
                  <c:v>40092</c:v>
                </c:pt>
                <c:pt idx="718">
                  <c:v>40093</c:v>
                </c:pt>
                <c:pt idx="719">
                  <c:v>40094</c:v>
                </c:pt>
                <c:pt idx="720">
                  <c:v>40095</c:v>
                </c:pt>
                <c:pt idx="721">
                  <c:v>40098</c:v>
                </c:pt>
                <c:pt idx="722">
                  <c:v>40099</c:v>
                </c:pt>
                <c:pt idx="723">
                  <c:v>40100</c:v>
                </c:pt>
                <c:pt idx="724">
                  <c:v>40101</c:v>
                </c:pt>
                <c:pt idx="725">
                  <c:v>40102</c:v>
                </c:pt>
                <c:pt idx="726">
                  <c:v>40105</c:v>
                </c:pt>
                <c:pt idx="727">
                  <c:v>40106</c:v>
                </c:pt>
                <c:pt idx="728">
                  <c:v>40107</c:v>
                </c:pt>
                <c:pt idx="729">
                  <c:v>40108</c:v>
                </c:pt>
                <c:pt idx="730">
                  <c:v>40109</c:v>
                </c:pt>
                <c:pt idx="731">
                  <c:v>40112</c:v>
                </c:pt>
                <c:pt idx="732">
                  <c:v>40113</c:v>
                </c:pt>
                <c:pt idx="733">
                  <c:v>40114</c:v>
                </c:pt>
                <c:pt idx="734">
                  <c:v>40115</c:v>
                </c:pt>
                <c:pt idx="735">
                  <c:v>40116</c:v>
                </c:pt>
                <c:pt idx="736">
                  <c:v>40119</c:v>
                </c:pt>
                <c:pt idx="737">
                  <c:v>40120</c:v>
                </c:pt>
                <c:pt idx="738">
                  <c:v>40121</c:v>
                </c:pt>
                <c:pt idx="739">
                  <c:v>40122</c:v>
                </c:pt>
                <c:pt idx="740">
                  <c:v>40123</c:v>
                </c:pt>
                <c:pt idx="741">
                  <c:v>40126</c:v>
                </c:pt>
                <c:pt idx="742">
                  <c:v>40127</c:v>
                </c:pt>
                <c:pt idx="743">
                  <c:v>40128</c:v>
                </c:pt>
                <c:pt idx="744">
                  <c:v>40129</c:v>
                </c:pt>
                <c:pt idx="745">
                  <c:v>40130</c:v>
                </c:pt>
                <c:pt idx="746">
                  <c:v>40133</c:v>
                </c:pt>
                <c:pt idx="747">
                  <c:v>40134</c:v>
                </c:pt>
                <c:pt idx="748">
                  <c:v>40135</c:v>
                </c:pt>
                <c:pt idx="749">
                  <c:v>40136</c:v>
                </c:pt>
                <c:pt idx="750">
                  <c:v>40137</c:v>
                </c:pt>
                <c:pt idx="751">
                  <c:v>40140</c:v>
                </c:pt>
                <c:pt idx="752">
                  <c:v>40141</c:v>
                </c:pt>
                <c:pt idx="753">
                  <c:v>40142</c:v>
                </c:pt>
                <c:pt idx="754">
                  <c:v>40143</c:v>
                </c:pt>
                <c:pt idx="755">
                  <c:v>40144</c:v>
                </c:pt>
              </c:numCache>
            </c:numRef>
          </c:cat>
          <c:val>
            <c:numRef>
              <c:f>'주가하락_목표달성_2008-10-13'!$E$2:$E$757</c:f>
              <c:numCache>
                <c:formatCode>0_);[Red]\(0\)</c:formatCode>
                <c:ptCount val="756"/>
                <c:pt idx="0">
                  <c:v>37400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36200</c:v>
                </c:pt>
                <c:pt idx="5">
                  <c:v>0</c:v>
                </c:pt>
                <c:pt idx="6">
                  <c:v>0</c:v>
                </c:pt>
                <c:pt idx="7">
                  <c:v>35850</c:v>
                </c:pt>
                <c:pt idx="8">
                  <c:v>34250</c:v>
                </c:pt>
                <c:pt idx="9">
                  <c:v>0</c:v>
                </c:pt>
                <c:pt idx="10">
                  <c:v>32200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32950</c:v>
                </c:pt>
                <c:pt idx="16">
                  <c:v>31700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30800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32300</c:v>
                </c:pt>
                <c:pt idx="36">
                  <c:v>0</c:v>
                </c:pt>
                <c:pt idx="37">
                  <c:v>31950</c:v>
                </c:pt>
                <c:pt idx="38">
                  <c:v>0</c:v>
                </c:pt>
                <c:pt idx="39">
                  <c:v>31150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32350</c:v>
                </c:pt>
                <c:pt idx="48">
                  <c:v>0</c:v>
                </c:pt>
                <c:pt idx="49">
                  <c:v>0</c:v>
                </c:pt>
                <c:pt idx="50">
                  <c:v>31650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32400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33200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33650</c:v>
                </c:pt>
                <c:pt idx="72">
                  <c:v>0</c:v>
                </c:pt>
                <c:pt idx="73">
                  <c:v>33200</c:v>
                </c:pt>
                <c:pt idx="74">
                  <c:v>32200</c:v>
                </c:pt>
                <c:pt idx="75">
                  <c:v>0</c:v>
                </c:pt>
                <c:pt idx="76">
                  <c:v>0</c:v>
                </c:pt>
                <c:pt idx="77">
                  <c:v>31750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31850</c:v>
                </c:pt>
                <c:pt idx="85">
                  <c:v>0</c:v>
                </c:pt>
                <c:pt idx="86">
                  <c:v>0</c:v>
                </c:pt>
                <c:pt idx="87">
                  <c:v>32700</c:v>
                </c:pt>
                <c:pt idx="88">
                  <c:v>0</c:v>
                </c:pt>
                <c:pt idx="89">
                  <c:v>32000</c:v>
                </c:pt>
                <c:pt idx="90">
                  <c:v>0</c:v>
                </c:pt>
                <c:pt idx="91">
                  <c:v>31450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30800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33700</c:v>
                </c:pt>
                <c:pt idx="122">
                  <c:v>0</c:v>
                </c:pt>
                <c:pt idx="123">
                  <c:v>33500</c:v>
                </c:pt>
                <c:pt idx="124">
                  <c:v>0</c:v>
                </c:pt>
                <c:pt idx="125">
                  <c:v>33350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37550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37400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35300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37300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35300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34350</c:v>
                </c:pt>
                <c:pt idx="167">
                  <c:v>0</c:v>
                </c:pt>
                <c:pt idx="168">
                  <c:v>32700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31000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30500</c:v>
                </c:pt>
                <c:pt idx="180">
                  <c:v>0</c:v>
                </c:pt>
                <c:pt idx="181">
                  <c:v>0</c:v>
                </c:pt>
                <c:pt idx="182">
                  <c:v>29550</c:v>
                </c:pt>
                <c:pt idx="183">
                  <c:v>0</c:v>
                </c:pt>
                <c:pt idx="184">
                  <c:v>28850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29700</c:v>
                </c:pt>
                <c:pt idx="195">
                  <c:v>0</c:v>
                </c:pt>
                <c:pt idx="196">
                  <c:v>0</c:v>
                </c:pt>
                <c:pt idx="197">
                  <c:v>29000</c:v>
                </c:pt>
                <c:pt idx="198">
                  <c:v>0</c:v>
                </c:pt>
                <c:pt idx="199">
                  <c:v>0</c:v>
                </c:pt>
                <c:pt idx="200">
                  <c:v>28300</c:v>
                </c:pt>
                <c:pt idx="201">
                  <c:v>0</c:v>
                </c:pt>
                <c:pt idx="202">
                  <c:v>26700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24850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25900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24850</c:v>
                </c:pt>
                <c:pt idx="259">
                  <c:v>0</c:v>
                </c:pt>
                <c:pt idx="260">
                  <c:v>24400</c:v>
                </c:pt>
                <c:pt idx="261">
                  <c:v>23600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22750</c:v>
                </c:pt>
                <c:pt idx="268">
                  <c:v>21850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24450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25500</c:v>
                </c:pt>
                <c:pt idx="293">
                  <c:v>24600</c:v>
                </c:pt>
                <c:pt idx="294">
                  <c:v>0</c:v>
                </c:pt>
                <c:pt idx="295">
                  <c:v>23750</c:v>
                </c:pt>
                <c:pt idx="296">
                  <c:v>0</c:v>
                </c:pt>
                <c:pt idx="297">
                  <c:v>23100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23300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26850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27850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28100</c:v>
                </c:pt>
                <c:pt idx="341">
                  <c:v>26650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28450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27450</c:v>
                </c:pt>
                <c:pt idx="383">
                  <c:v>0</c:v>
                </c:pt>
                <c:pt idx="384">
                  <c:v>0</c:v>
                </c:pt>
                <c:pt idx="385">
                  <c:v>25950</c:v>
                </c:pt>
                <c:pt idx="386">
                  <c:v>25000</c:v>
                </c:pt>
                <c:pt idx="387">
                  <c:v>0</c:v>
                </c:pt>
                <c:pt idx="388">
                  <c:v>23750</c:v>
                </c:pt>
                <c:pt idx="389">
                  <c:v>0</c:v>
                </c:pt>
                <c:pt idx="390">
                  <c:v>23350</c:v>
                </c:pt>
                <c:pt idx="391">
                  <c:v>0</c:v>
                </c:pt>
                <c:pt idx="392">
                  <c:v>0</c:v>
                </c:pt>
                <c:pt idx="393">
                  <c:v>22550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22150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21800</c:v>
                </c:pt>
                <c:pt idx="408">
                  <c:v>0</c:v>
                </c:pt>
                <c:pt idx="409">
                  <c:v>0</c:v>
                </c:pt>
                <c:pt idx="410">
                  <c:v>21050</c:v>
                </c:pt>
                <c:pt idx="411">
                  <c:v>20500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22400</c:v>
                </c:pt>
                <c:pt idx="423">
                  <c:v>0</c:v>
                </c:pt>
                <c:pt idx="424">
                  <c:v>0</c:v>
                </c:pt>
                <c:pt idx="425">
                  <c:v>20950</c:v>
                </c:pt>
                <c:pt idx="426">
                  <c:v>0</c:v>
                </c:pt>
                <c:pt idx="427">
                  <c:v>0</c:v>
                </c:pt>
                <c:pt idx="428">
                  <c:v>19800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18600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18100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19350</c:v>
                </c:pt>
                <c:pt idx="453">
                  <c:v>0</c:v>
                </c:pt>
                <c:pt idx="454">
                  <c:v>0</c:v>
                </c:pt>
                <c:pt idx="455">
                  <c:v>19000</c:v>
                </c:pt>
                <c:pt idx="456">
                  <c:v>0</c:v>
                </c:pt>
                <c:pt idx="457">
                  <c:v>17750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6720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6920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7010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7880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14050</c:v>
                </c:pt>
                <c:pt idx="631">
                  <c:v>0</c:v>
                </c:pt>
                <c:pt idx="632">
                  <c:v>12900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14200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DC-4B1A-A822-E2CB50367AC6}"/>
            </c:ext>
          </c:extLst>
        </c:ser>
        <c:ser>
          <c:idx val="4"/>
          <c:order val="4"/>
          <c:tx>
            <c:v>매도</c:v>
          </c:tx>
          <c:spPr>
            <a:ln w="28575" cap="rnd">
              <a:noFill/>
              <a:round/>
            </a:ln>
            <a:effectLst/>
          </c:spPr>
          <c:marker>
            <c:symbol val="x"/>
            <c:size val="5"/>
            <c:spPr>
              <a:solidFill>
                <a:srgbClr val="0000FF"/>
              </a:solidFill>
              <a:ln w="9525">
                <a:noFill/>
              </a:ln>
              <a:effectLst/>
            </c:spPr>
          </c:marker>
          <c:cat>
            <c:numRef>
              <c:f>'주가하락_목표달성_2008-10-13'!$A$2:$A$757</c:f>
              <c:numCache>
                <c:formatCode>m/d/yyyy</c:formatCode>
                <c:ptCount val="756"/>
                <c:pt idx="0">
                  <c:v>39087</c:v>
                </c:pt>
                <c:pt idx="1">
                  <c:v>39090</c:v>
                </c:pt>
                <c:pt idx="2">
                  <c:v>39091</c:v>
                </c:pt>
                <c:pt idx="3">
                  <c:v>39092</c:v>
                </c:pt>
                <c:pt idx="4">
                  <c:v>39093</c:v>
                </c:pt>
                <c:pt idx="5">
                  <c:v>39094</c:v>
                </c:pt>
                <c:pt idx="6">
                  <c:v>39097</c:v>
                </c:pt>
                <c:pt idx="7">
                  <c:v>39098</c:v>
                </c:pt>
                <c:pt idx="8">
                  <c:v>39099</c:v>
                </c:pt>
                <c:pt idx="9">
                  <c:v>39100</c:v>
                </c:pt>
                <c:pt idx="10">
                  <c:v>39101</c:v>
                </c:pt>
                <c:pt idx="11">
                  <c:v>39104</c:v>
                </c:pt>
                <c:pt idx="12">
                  <c:v>39105</c:v>
                </c:pt>
                <c:pt idx="13">
                  <c:v>39106</c:v>
                </c:pt>
                <c:pt idx="14">
                  <c:v>39107</c:v>
                </c:pt>
                <c:pt idx="15">
                  <c:v>39108</c:v>
                </c:pt>
                <c:pt idx="16">
                  <c:v>39111</c:v>
                </c:pt>
                <c:pt idx="17">
                  <c:v>39112</c:v>
                </c:pt>
                <c:pt idx="18">
                  <c:v>39113</c:v>
                </c:pt>
                <c:pt idx="19">
                  <c:v>39114</c:v>
                </c:pt>
                <c:pt idx="20">
                  <c:v>39115</c:v>
                </c:pt>
                <c:pt idx="21">
                  <c:v>39118</c:v>
                </c:pt>
                <c:pt idx="22">
                  <c:v>39119</c:v>
                </c:pt>
                <c:pt idx="23">
                  <c:v>39120</c:v>
                </c:pt>
                <c:pt idx="24">
                  <c:v>39121</c:v>
                </c:pt>
                <c:pt idx="25">
                  <c:v>39122</c:v>
                </c:pt>
                <c:pt idx="26">
                  <c:v>39125</c:v>
                </c:pt>
                <c:pt idx="27">
                  <c:v>39126</c:v>
                </c:pt>
                <c:pt idx="28">
                  <c:v>39127</c:v>
                </c:pt>
                <c:pt idx="29">
                  <c:v>39128</c:v>
                </c:pt>
                <c:pt idx="30">
                  <c:v>39129</c:v>
                </c:pt>
                <c:pt idx="31">
                  <c:v>39132</c:v>
                </c:pt>
                <c:pt idx="32">
                  <c:v>39133</c:v>
                </c:pt>
                <c:pt idx="33">
                  <c:v>39134</c:v>
                </c:pt>
                <c:pt idx="34">
                  <c:v>39135</c:v>
                </c:pt>
                <c:pt idx="35">
                  <c:v>39136</c:v>
                </c:pt>
                <c:pt idx="36">
                  <c:v>39139</c:v>
                </c:pt>
                <c:pt idx="37">
                  <c:v>39140</c:v>
                </c:pt>
                <c:pt idx="38">
                  <c:v>39141</c:v>
                </c:pt>
                <c:pt idx="39">
                  <c:v>39142</c:v>
                </c:pt>
                <c:pt idx="40">
                  <c:v>39143</c:v>
                </c:pt>
                <c:pt idx="41">
                  <c:v>39146</c:v>
                </c:pt>
                <c:pt idx="42">
                  <c:v>39147</c:v>
                </c:pt>
                <c:pt idx="43">
                  <c:v>39148</c:v>
                </c:pt>
                <c:pt idx="44">
                  <c:v>39149</c:v>
                </c:pt>
                <c:pt idx="45">
                  <c:v>39150</c:v>
                </c:pt>
                <c:pt idx="46">
                  <c:v>39153</c:v>
                </c:pt>
                <c:pt idx="47">
                  <c:v>39154</c:v>
                </c:pt>
                <c:pt idx="48">
                  <c:v>39155</c:v>
                </c:pt>
                <c:pt idx="49">
                  <c:v>39156</c:v>
                </c:pt>
                <c:pt idx="50">
                  <c:v>39157</c:v>
                </c:pt>
                <c:pt idx="51">
                  <c:v>39160</c:v>
                </c:pt>
                <c:pt idx="52">
                  <c:v>39161</c:v>
                </c:pt>
                <c:pt idx="53">
                  <c:v>39162</c:v>
                </c:pt>
                <c:pt idx="54">
                  <c:v>39163</c:v>
                </c:pt>
                <c:pt idx="55">
                  <c:v>39164</c:v>
                </c:pt>
                <c:pt idx="56">
                  <c:v>39167</c:v>
                </c:pt>
                <c:pt idx="57">
                  <c:v>39168</c:v>
                </c:pt>
                <c:pt idx="58">
                  <c:v>39169</c:v>
                </c:pt>
                <c:pt idx="59">
                  <c:v>39170</c:v>
                </c:pt>
                <c:pt idx="60">
                  <c:v>39171</c:v>
                </c:pt>
                <c:pt idx="61">
                  <c:v>39174</c:v>
                </c:pt>
                <c:pt idx="62">
                  <c:v>39175</c:v>
                </c:pt>
                <c:pt idx="63">
                  <c:v>39176</c:v>
                </c:pt>
                <c:pt idx="64">
                  <c:v>39177</c:v>
                </c:pt>
                <c:pt idx="65">
                  <c:v>39178</c:v>
                </c:pt>
                <c:pt idx="66">
                  <c:v>39181</c:v>
                </c:pt>
                <c:pt idx="67">
                  <c:v>39182</c:v>
                </c:pt>
                <c:pt idx="68">
                  <c:v>39183</c:v>
                </c:pt>
                <c:pt idx="69">
                  <c:v>39184</c:v>
                </c:pt>
                <c:pt idx="70">
                  <c:v>39185</c:v>
                </c:pt>
                <c:pt idx="71">
                  <c:v>39188</c:v>
                </c:pt>
                <c:pt idx="72">
                  <c:v>39189</c:v>
                </c:pt>
                <c:pt idx="73">
                  <c:v>39190</c:v>
                </c:pt>
                <c:pt idx="74">
                  <c:v>39191</c:v>
                </c:pt>
                <c:pt idx="75">
                  <c:v>39192</c:v>
                </c:pt>
                <c:pt idx="76">
                  <c:v>39195</c:v>
                </c:pt>
                <c:pt idx="77">
                  <c:v>39196</c:v>
                </c:pt>
                <c:pt idx="78">
                  <c:v>39197</c:v>
                </c:pt>
                <c:pt idx="79">
                  <c:v>39198</c:v>
                </c:pt>
                <c:pt idx="80">
                  <c:v>39199</c:v>
                </c:pt>
                <c:pt idx="81">
                  <c:v>39202</c:v>
                </c:pt>
                <c:pt idx="82">
                  <c:v>39203</c:v>
                </c:pt>
                <c:pt idx="83">
                  <c:v>39204</c:v>
                </c:pt>
                <c:pt idx="84">
                  <c:v>39205</c:v>
                </c:pt>
                <c:pt idx="85">
                  <c:v>39206</c:v>
                </c:pt>
                <c:pt idx="86">
                  <c:v>39209</c:v>
                </c:pt>
                <c:pt idx="87">
                  <c:v>39210</c:v>
                </c:pt>
                <c:pt idx="88">
                  <c:v>39211</c:v>
                </c:pt>
                <c:pt idx="89">
                  <c:v>39212</c:v>
                </c:pt>
                <c:pt idx="90">
                  <c:v>39213</c:v>
                </c:pt>
                <c:pt idx="91">
                  <c:v>39216</c:v>
                </c:pt>
                <c:pt idx="92">
                  <c:v>39217</c:v>
                </c:pt>
                <c:pt idx="93">
                  <c:v>39218</c:v>
                </c:pt>
                <c:pt idx="94">
                  <c:v>39219</c:v>
                </c:pt>
                <c:pt idx="95">
                  <c:v>39220</c:v>
                </c:pt>
                <c:pt idx="96">
                  <c:v>39223</c:v>
                </c:pt>
                <c:pt idx="97">
                  <c:v>39224</c:v>
                </c:pt>
                <c:pt idx="98">
                  <c:v>39225</c:v>
                </c:pt>
                <c:pt idx="99">
                  <c:v>39226</c:v>
                </c:pt>
                <c:pt idx="100">
                  <c:v>39227</c:v>
                </c:pt>
                <c:pt idx="101">
                  <c:v>39230</c:v>
                </c:pt>
                <c:pt idx="102">
                  <c:v>39231</c:v>
                </c:pt>
                <c:pt idx="103">
                  <c:v>39232</c:v>
                </c:pt>
                <c:pt idx="104">
                  <c:v>39233</c:v>
                </c:pt>
                <c:pt idx="105">
                  <c:v>39234</c:v>
                </c:pt>
                <c:pt idx="106">
                  <c:v>39237</c:v>
                </c:pt>
                <c:pt idx="107">
                  <c:v>39238</c:v>
                </c:pt>
                <c:pt idx="108">
                  <c:v>39239</c:v>
                </c:pt>
                <c:pt idx="109">
                  <c:v>39240</c:v>
                </c:pt>
                <c:pt idx="110">
                  <c:v>39241</c:v>
                </c:pt>
                <c:pt idx="111">
                  <c:v>39244</c:v>
                </c:pt>
                <c:pt idx="112">
                  <c:v>39245</c:v>
                </c:pt>
                <c:pt idx="113">
                  <c:v>39246</c:v>
                </c:pt>
                <c:pt idx="114">
                  <c:v>39247</c:v>
                </c:pt>
                <c:pt idx="115">
                  <c:v>39248</c:v>
                </c:pt>
                <c:pt idx="116">
                  <c:v>39251</c:v>
                </c:pt>
                <c:pt idx="117">
                  <c:v>39252</c:v>
                </c:pt>
                <c:pt idx="118">
                  <c:v>39253</c:v>
                </c:pt>
                <c:pt idx="119">
                  <c:v>39254</c:v>
                </c:pt>
                <c:pt idx="120">
                  <c:v>39255</c:v>
                </c:pt>
                <c:pt idx="121">
                  <c:v>39258</c:v>
                </c:pt>
                <c:pt idx="122">
                  <c:v>39259</c:v>
                </c:pt>
                <c:pt idx="123">
                  <c:v>39260</c:v>
                </c:pt>
                <c:pt idx="124">
                  <c:v>39261</c:v>
                </c:pt>
                <c:pt idx="125">
                  <c:v>39262</c:v>
                </c:pt>
                <c:pt idx="126">
                  <c:v>39265</c:v>
                </c:pt>
                <c:pt idx="127">
                  <c:v>39266</c:v>
                </c:pt>
                <c:pt idx="128">
                  <c:v>39267</c:v>
                </c:pt>
                <c:pt idx="129">
                  <c:v>39268</c:v>
                </c:pt>
                <c:pt idx="130">
                  <c:v>39269</c:v>
                </c:pt>
                <c:pt idx="131">
                  <c:v>39272</c:v>
                </c:pt>
                <c:pt idx="132">
                  <c:v>39273</c:v>
                </c:pt>
                <c:pt idx="133">
                  <c:v>39274</c:v>
                </c:pt>
                <c:pt idx="134">
                  <c:v>39275</c:v>
                </c:pt>
                <c:pt idx="135">
                  <c:v>39276</c:v>
                </c:pt>
                <c:pt idx="136">
                  <c:v>39279</c:v>
                </c:pt>
                <c:pt idx="137">
                  <c:v>39280</c:v>
                </c:pt>
                <c:pt idx="138">
                  <c:v>39281</c:v>
                </c:pt>
                <c:pt idx="139">
                  <c:v>39282</c:v>
                </c:pt>
                <c:pt idx="140">
                  <c:v>39283</c:v>
                </c:pt>
                <c:pt idx="141">
                  <c:v>39286</c:v>
                </c:pt>
                <c:pt idx="142">
                  <c:v>39287</c:v>
                </c:pt>
                <c:pt idx="143">
                  <c:v>39288</c:v>
                </c:pt>
                <c:pt idx="144">
                  <c:v>39289</c:v>
                </c:pt>
                <c:pt idx="145">
                  <c:v>39290</c:v>
                </c:pt>
                <c:pt idx="146">
                  <c:v>39293</c:v>
                </c:pt>
                <c:pt idx="147">
                  <c:v>39294</c:v>
                </c:pt>
                <c:pt idx="148">
                  <c:v>39295</c:v>
                </c:pt>
                <c:pt idx="149">
                  <c:v>39296</c:v>
                </c:pt>
                <c:pt idx="150">
                  <c:v>39297</c:v>
                </c:pt>
                <c:pt idx="151">
                  <c:v>39300</c:v>
                </c:pt>
                <c:pt idx="152">
                  <c:v>39301</c:v>
                </c:pt>
                <c:pt idx="153">
                  <c:v>39302</c:v>
                </c:pt>
                <c:pt idx="154">
                  <c:v>39303</c:v>
                </c:pt>
                <c:pt idx="155">
                  <c:v>39304</c:v>
                </c:pt>
                <c:pt idx="156">
                  <c:v>39307</c:v>
                </c:pt>
                <c:pt idx="157">
                  <c:v>39308</c:v>
                </c:pt>
                <c:pt idx="158">
                  <c:v>39309</c:v>
                </c:pt>
                <c:pt idx="159">
                  <c:v>39310</c:v>
                </c:pt>
                <c:pt idx="160">
                  <c:v>39311</c:v>
                </c:pt>
                <c:pt idx="161">
                  <c:v>39314</c:v>
                </c:pt>
                <c:pt idx="162">
                  <c:v>39315</c:v>
                </c:pt>
                <c:pt idx="163">
                  <c:v>39316</c:v>
                </c:pt>
                <c:pt idx="164">
                  <c:v>39317</c:v>
                </c:pt>
                <c:pt idx="165">
                  <c:v>39318</c:v>
                </c:pt>
                <c:pt idx="166">
                  <c:v>39321</c:v>
                </c:pt>
                <c:pt idx="167">
                  <c:v>39322</c:v>
                </c:pt>
                <c:pt idx="168">
                  <c:v>39323</c:v>
                </c:pt>
                <c:pt idx="169">
                  <c:v>39324</c:v>
                </c:pt>
                <c:pt idx="170">
                  <c:v>39325</c:v>
                </c:pt>
                <c:pt idx="171">
                  <c:v>39328</c:v>
                </c:pt>
                <c:pt idx="172">
                  <c:v>39329</c:v>
                </c:pt>
                <c:pt idx="173">
                  <c:v>39330</c:v>
                </c:pt>
                <c:pt idx="174">
                  <c:v>39331</c:v>
                </c:pt>
                <c:pt idx="175">
                  <c:v>39332</c:v>
                </c:pt>
                <c:pt idx="176">
                  <c:v>39335</c:v>
                </c:pt>
                <c:pt idx="177">
                  <c:v>39336</c:v>
                </c:pt>
                <c:pt idx="178">
                  <c:v>39337</c:v>
                </c:pt>
                <c:pt idx="179">
                  <c:v>39338</c:v>
                </c:pt>
                <c:pt idx="180">
                  <c:v>39339</c:v>
                </c:pt>
                <c:pt idx="181">
                  <c:v>39342</c:v>
                </c:pt>
                <c:pt idx="182">
                  <c:v>39343</c:v>
                </c:pt>
                <c:pt idx="183">
                  <c:v>39344</c:v>
                </c:pt>
                <c:pt idx="184">
                  <c:v>39345</c:v>
                </c:pt>
                <c:pt idx="185">
                  <c:v>39346</c:v>
                </c:pt>
                <c:pt idx="186">
                  <c:v>39349</c:v>
                </c:pt>
                <c:pt idx="187">
                  <c:v>39350</c:v>
                </c:pt>
                <c:pt idx="188">
                  <c:v>39351</c:v>
                </c:pt>
                <c:pt idx="189">
                  <c:v>39352</c:v>
                </c:pt>
                <c:pt idx="190">
                  <c:v>39353</c:v>
                </c:pt>
                <c:pt idx="191">
                  <c:v>39356</c:v>
                </c:pt>
                <c:pt idx="192">
                  <c:v>39357</c:v>
                </c:pt>
                <c:pt idx="193">
                  <c:v>39358</c:v>
                </c:pt>
                <c:pt idx="194">
                  <c:v>39359</c:v>
                </c:pt>
                <c:pt idx="195">
                  <c:v>39360</c:v>
                </c:pt>
                <c:pt idx="196">
                  <c:v>39363</c:v>
                </c:pt>
                <c:pt idx="197">
                  <c:v>39364</c:v>
                </c:pt>
                <c:pt idx="198">
                  <c:v>39365</c:v>
                </c:pt>
                <c:pt idx="199">
                  <c:v>39366</c:v>
                </c:pt>
                <c:pt idx="200">
                  <c:v>39367</c:v>
                </c:pt>
                <c:pt idx="201">
                  <c:v>39370</c:v>
                </c:pt>
                <c:pt idx="202">
                  <c:v>39371</c:v>
                </c:pt>
                <c:pt idx="203">
                  <c:v>39372</c:v>
                </c:pt>
                <c:pt idx="204">
                  <c:v>39373</c:v>
                </c:pt>
                <c:pt idx="205">
                  <c:v>39374</c:v>
                </c:pt>
                <c:pt idx="206">
                  <c:v>39377</c:v>
                </c:pt>
                <c:pt idx="207">
                  <c:v>39378</c:v>
                </c:pt>
                <c:pt idx="208">
                  <c:v>39379</c:v>
                </c:pt>
                <c:pt idx="209">
                  <c:v>39380</c:v>
                </c:pt>
                <c:pt idx="210">
                  <c:v>39381</c:v>
                </c:pt>
                <c:pt idx="211">
                  <c:v>39384</c:v>
                </c:pt>
                <c:pt idx="212">
                  <c:v>39385</c:v>
                </c:pt>
                <c:pt idx="213">
                  <c:v>39386</c:v>
                </c:pt>
                <c:pt idx="214">
                  <c:v>39387</c:v>
                </c:pt>
                <c:pt idx="215">
                  <c:v>39388</c:v>
                </c:pt>
                <c:pt idx="216">
                  <c:v>39391</c:v>
                </c:pt>
                <c:pt idx="217">
                  <c:v>39392</c:v>
                </c:pt>
                <c:pt idx="218">
                  <c:v>39393</c:v>
                </c:pt>
                <c:pt idx="219">
                  <c:v>39394</c:v>
                </c:pt>
                <c:pt idx="220">
                  <c:v>39395</c:v>
                </c:pt>
                <c:pt idx="221">
                  <c:v>39398</c:v>
                </c:pt>
                <c:pt idx="222">
                  <c:v>39399</c:v>
                </c:pt>
                <c:pt idx="223">
                  <c:v>39400</c:v>
                </c:pt>
                <c:pt idx="224">
                  <c:v>39401</c:v>
                </c:pt>
                <c:pt idx="225">
                  <c:v>39402</c:v>
                </c:pt>
                <c:pt idx="226">
                  <c:v>39405</c:v>
                </c:pt>
                <c:pt idx="227">
                  <c:v>39406</c:v>
                </c:pt>
                <c:pt idx="228">
                  <c:v>39407</c:v>
                </c:pt>
                <c:pt idx="229">
                  <c:v>39408</c:v>
                </c:pt>
                <c:pt idx="230">
                  <c:v>39409</c:v>
                </c:pt>
                <c:pt idx="231">
                  <c:v>39412</c:v>
                </c:pt>
                <c:pt idx="232">
                  <c:v>39413</c:v>
                </c:pt>
                <c:pt idx="233">
                  <c:v>39414</c:v>
                </c:pt>
                <c:pt idx="234">
                  <c:v>39415</c:v>
                </c:pt>
                <c:pt idx="235">
                  <c:v>39416</c:v>
                </c:pt>
                <c:pt idx="236">
                  <c:v>39419</c:v>
                </c:pt>
                <c:pt idx="237">
                  <c:v>39420</c:v>
                </c:pt>
                <c:pt idx="238">
                  <c:v>39421</c:v>
                </c:pt>
                <c:pt idx="239">
                  <c:v>39422</c:v>
                </c:pt>
                <c:pt idx="240">
                  <c:v>39423</c:v>
                </c:pt>
                <c:pt idx="241">
                  <c:v>39426</c:v>
                </c:pt>
                <c:pt idx="242">
                  <c:v>39427</c:v>
                </c:pt>
                <c:pt idx="243">
                  <c:v>39428</c:v>
                </c:pt>
                <c:pt idx="244">
                  <c:v>39429</c:v>
                </c:pt>
                <c:pt idx="245">
                  <c:v>39430</c:v>
                </c:pt>
                <c:pt idx="246">
                  <c:v>39433</c:v>
                </c:pt>
                <c:pt idx="247">
                  <c:v>39434</c:v>
                </c:pt>
                <c:pt idx="248">
                  <c:v>39435</c:v>
                </c:pt>
                <c:pt idx="249">
                  <c:v>39436</c:v>
                </c:pt>
                <c:pt idx="250">
                  <c:v>39437</c:v>
                </c:pt>
                <c:pt idx="251">
                  <c:v>39440</c:v>
                </c:pt>
                <c:pt idx="252">
                  <c:v>39441</c:v>
                </c:pt>
                <c:pt idx="253">
                  <c:v>39442</c:v>
                </c:pt>
                <c:pt idx="254">
                  <c:v>39443</c:v>
                </c:pt>
                <c:pt idx="255">
                  <c:v>39444</c:v>
                </c:pt>
                <c:pt idx="256">
                  <c:v>39447</c:v>
                </c:pt>
                <c:pt idx="257">
                  <c:v>39448</c:v>
                </c:pt>
                <c:pt idx="258">
                  <c:v>39449</c:v>
                </c:pt>
                <c:pt idx="259">
                  <c:v>39450</c:v>
                </c:pt>
                <c:pt idx="260">
                  <c:v>39451</c:v>
                </c:pt>
                <c:pt idx="261">
                  <c:v>39454</c:v>
                </c:pt>
                <c:pt idx="262">
                  <c:v>39455</c:v>
                </c:pt>
                <c:pt idx="263">
                  <c:v>39456</c:v>
                </c:pt>
                <c:pt idx="264">
                  <c:v>39457</c:v>
                </c:pt>
                <c:pt idx="265">
                  <c:v>39458</c:v>
                </c:pt>
                <c:pt idx="266">
                  <c:v>39461</c:v>
                </c:pt>
                <c:pt idx="267">
                  <c:v>39462</c:v>
                </c:pt>
                <c:pt idx="268">
                  <c:v>39463</c:v>
                </c:pt>
                <c:pt idx="269">
                  <c:v>39464</c:v>
                </c:pt>
                <c:pt idx="270">
                  <c:v>39465</c:v>
                </c:pt>
                <c:pt idx="271">
                  <c:v>39468</c:v>
                </c:pt>
                <c:pt idx="272">
                  <c:v>39469</c:v>
                </c:pt>
                <c:pt idx="273">
                  <c:v>39470</c:v>
                </c:pt>
                <c:pt idx="274">
                  <c:v>39471</c:v>
                </c:pt>
                <c:pt idx="275">
                  <c:v>39472</c:v>
                </c:pt>
                <c:pt idx="276">
                  <c:v>39475</c:v>
                </c:pt>
                <c:pt idx="277">
                  <c:v>39476</c:v>
                </c:pt>
                <c:pt idx="278">
                  <c:v>39477</c:v>
                </c:pt>
                <c:pt idx="279">
                  <c:v>39478</c:v>
                </c:pt>
                <c:pt idx="280">
                  <c:v>39479</c:v>
                </c:pt>
                <c:pt idx="281">
                  <c:v>39482</c:v>
                </c:pt>
                <c:pt idx="282">
                  <c:v>39483</c:v>
                </c:pt>
                <c:pt idx="283">
                  <c:v>39484</c:v>
                </c:pt>
                <c:pt idx="284">
                  <c:v>39485</c:v>
                </c:pt>
                <c:pt idx="285">
                  <c:v>39486</c:v>
                </c:pt>
                <c:pt idx="286">
                  <c:v>39489</c:v>
                </c:pt>
                <c:pt idx="287">
                  <c:v>39490</c:v>
                </c:pt>
                <c:pt idx="288">
                  <c:v>39491</c:v>
                </c:pt>
                <c:pt idx="289">
                  <c:v>39492</c:v>
                </c:pt>
                <c:pt idx="290">
                  <c:v>39493</c:v>
                </c:pt>
                <c:pt idx="291">
                  <c:v>39496</c:v>
                </c:pt>
                <c:pt idx="292">
                  <c:v>39497</c:v>
                </c:pt>
                <c:pt idx="293">
                  <c:v>39498</c:v>
                </c:pt>
                <c:pt idx="294">
                  <c:v>39499</c:v>
                </c:pt>
                <c:pt idx="295">
                  <c:v>39500</c:v>
                </c:pt>
                <c:pt idx="296">
                  <c:v>39503</c:v>
                </c:pt>
                <c:pt idx="297">
                  <c:v>39504</c:v>
                </c:pt>
                <c:pt idx="298">
                  <c:v>39505</c:v>
                </c:pt>
                <c:pt idx="299">
                  <c:v>39506</c:v>
                </c:pt>
                <c:pt idx="300">
                  <c:v>39507</c:v>
                </c:pt>
                <c:pt idx="301">
                  <c:v>39510</c:v>
                </c:pt>
                <c:pt idx="302">
                  <c:v>39511</c:v>
                </c:pt>
                <c:pt idx="303">
                  <c:v>39512</c:v>
                </c:pt>
                <c:pt idx="304">
                  <c:v>39513</c:v>
                </c:pt>
                <c:pt idx="305">
                  <c:v>39514</c:v>
                </c:pt>
                <c:pt idx="306">
                  <c:v>39517</c:v>
                </c:pt>
                <c:pt idx="307">
                  <c:v>39518</c:v>
                </c:pt>
                <c:pt idx="308">
                  <c:v>39519</c:v>
                </c:pt>
                <c:pt idx="309">
                  <c:v>39520</c:v>
                </c:pt>
                <c:pt idx="310">
                  <c:v>39521</c:v>
                </c:pt>
                <c:pt idx="311">
                  <c:v>39524</c:v>
                </c:pt>
                <c:pt idx="312">
                  <c:v>39525</c:v>
                </c:pt>
                <c:pt idx="313">
                  <c:v>39526</c:v>
                </c:pt>
                <c:pt idx="314">
                  <c:v>39527</c:v>
                </c:pt>
                <c:pt idx="315">
                  <c:v>39528</c:v>
                </c:pt>
                <c:pt idx="316">
                  <c:v>39531</c:v>
                </c:pt>
                <c:pt idx="317">
                  <c:v>39532</c:v>
                </c:pt>
                <c:pt idx="318">
                  <c:v>39533</c:v>
                </c:pt>
                <c:pt idx="319">
                  <c:v>39534</c:v>
                </c:pt>
                <c:pt idx="320">
                  <c:v>39535</c:v>
                </c:pt>
                <c:pt idx="321">
                  <c:v>39538</c:v>
                </c:pt>
                <c:pt idx="322">
                  <c:v>39539</c:v>
                </c:pt>
                <c:pt idx="323">
                  <c:v>39540</c:v>
                </c:pt>
                <c:pt idx="324">
                  <c:v>39541</c:v>
                </c:pt>
                <c:pt idx="325">
                  <c:v>39542</c:v>
                </c:pt>
                <c:pt idx="326">
                  <c:v>39545</c:v>
                </c:pt>
                <c:pt idx="327">
                  <c:v>39546</c:v>
                </c:pt>
                <c:pt idx="328">
                  <c:v>39547</c:v>
                </c:pt>
                <c:pt idx="329">
                  <c:v>39548</c:v>
                </c:pt>
                <c:pt idx="330">
                  <c:v>39549</c:v>
                </c:pt>
                <c:pt idx="331">
                  <c:v>39552</c:v>
                </c:pt>
                <c:pt idx="332">
                  <c:v>39553</c:v>
                </c:pt>
                <c:pt idx="333">
                  <c:v>39554</c:v>
                </c:pt>
                <c:pt idx="334">
                  <c:v>39555</c:v>
                </c:pt>
                <c:pt idx="335">
                  <c:v>39556</c:v>
                </c:pt>
                <c:pt idx="336">
                  <c:v>39559</c:v>
                </c:pt>
                <c:pt idx="337">
                  <c:v>39560</c:v>
                </c:pt>
                <c:pt idx="338">
                  <c:v>39561</c:v>
                </c:pt>
                <c:pt idx="339">
                  <c:v>39562</c:v>
                </c:pt>
                <c:pt idx="340">
                  <c:v>39563</c:v>
                </c:pt>
                <c:pt idx="341">
                  <c:v>39566</c:v>
                </c:pt>
                <c:pt idx="342">
                  <c:v>39567</c:v>
                </c:pt>
                <c:pt idx="343">
                  <c:v>39568</c:v>
                </c:pt>
                <c:pt idx="344">
                  <c:v>39569</c:v>
                </c:pt>
                <c:pt idx="345">
                  <c:v>39570</c:v>
                </c:pt>
                <c:pt idx="346">
                  <c:v>39573</c:v>
                </c:pt>
                <c:pt idx="347">
                  <c:v>39574</c:v>
                </c:pt>
                <c:pt idx="348">
                  <c:v>39575</c:v>
                </c:pt>
                <c:pt idx="349">
                  <c:v>39576</c:v>
                </c:pt>
                <c:pt idx="350">
                  <c:v>39577</c:v>
                </c:pt>
                <c:pt idx="351">
                  <c:v>39580</c:v>
                </c:pt>
                <c:pt idx="352">
                  <c:v>39581</c:v>
                </c:pt>
                <c:pt idx="353">
                  <c:v>39582</c:v>
                </c:pt>
                <c:pt idx="354">
                  <c:v>39583</c:v>
                </c:pt>
                <c:pt idx="355">
                  <c:v>39584</c:v>
                </c:pt>
                <c:pt idx="356">
                  <c:v>39587</c:v>
                </c:pt>
                <c:pt idx="357">
                  <c:v>39588</c:v>
                </c:pt>
                <c:pt idx="358">
                  <c:v>39589</c:v>
                </c:pt>
                <c:pt idx="359">
                  <c:v>39590</c:v>
                </c:pt>
                <c:pt idx="360">
                  <c:v>39591</c:v>
                </c:pt>
                <c:pt idx="361">
                  <c:v>39594</c:v>
                </c:pt>
                <c:pt idx="362">
                  <c:v>39595</c:v>
                </c:pt>
                <c:pt idx="363">
                  <c:v>39596</c:v>
                </c:pt>
                <c:pt idx="364">
                  <c:v>39597</c:v>
                </c:pt>
                <c:pt idx="365">
                  <c:v>39598</c:v>
                </c:pt>
                <c:pt idx="366">
                  <c:v>39601</c:v>
                </c:pt>
                <c:pt idx="367">
                  <c:v>39602</c:v>
                </c:pt>
                <c:pt idx="368">
                  <c:v>39603</c:v>
                </c:pt>
                <c:pt idx="369">
                  <c:v>39604</c:v>
                </c:pt>
                <c:pt idx="370">
                  <c:v>39605</c:v>
                </c:pt>
                <c:pt idx="371">
                  <c:v>39608</c:v>
                </c:pt>
                <c:pt idx="372">
                  <c:v>39609</c:v>
                </c:pt>
                <c:pt idx="373">
                  <c:v>39610</c:v>
                </c:pt>
                <c:pt idx="374">
                  <c:v>39611</c:v>
                </c:pt>
                <c:pt idx="375">
                  <c:v>39612</c:v>
                </c:pt>
                <c:pt idx="376">
                  <c:v>39615</c:v>
                </c:pt>
                <c:pt idx="377">
                  <c:v>39616</c:v>
                </c:pt>
                <c:pt idx="378">
                  <c:v>39617</c:v>
                </c:pt>
                <c:pt idx="379">
                  <c:v>39618</c:v>
                </c:pt>
                <c:pt idx="380">
                  <c:v>39619</c:v>
                </c:pt>
                <c:pt idx="381">
                  <c:v>39622</c:v>
                </c:pt>
                <c:pt idx="382">
                  <c:v>39623</c:v>
                </c:pt>
                <c:pt idx="383">
                  <c:v>39624</c:v>
                </c:pt>
                <c:pt idx="384">
                  <c:v>39625</c:v>
                </c:pt>
                <c:pt idx="385">
                  <c:v>39626</c:v>
                </c:pt>
                <c:pt idx="386">
                  <c:v>39629</c:v>
                </c:pt>
                <c:pt idx="387">
                  <c:v>39630</c:v>
                </c:pt>
                <c:pt idx="388">
                  <c:v>39631</c:v>
                </c:pt>
                <c:pt idx="389">
                  <c:v>39632</c:v>
                </c:pt>
                <c:pt idx="390">
                  <c:v>39633</c:v>
                </c:pt>
                <c:pt idx="391">
                  <c:v>39636</c:v>
                </c:pt>
                <c:pt idx="392">
                  <c:v>39637</c:v>
                </c:pt>
                <c:pt idx="393">
                  <c:v>39638</c:v>
                </c:pt>
                <c:pt idx="394">
                  <c:v>39639</c:v>
                </c:pt>
                <c:pt idx="395">
                  <c:v>39640</c:v>
                </c:pt>
                <c:pt idx="396">
                  <c:v>39643</c:v>
                </c:pt>
                <c:pt idx="397">
                  <c:v>39644</c:v>
                </c:pt>
                <c:pt idx="398">
                  <c:v>39645</c:v>
                </c:pt>
                <c:pt idx="399">
                  <c:v>39646</c:v>
                </c:pt>
                <c:pt idx="400">
                  <c:v>39647</c:v>
                </c:pt>
                <c:pt idx="401">
                  <c:v>39650</c:v>
                </c:pt>
                <c:pt idx="402">
                  <c:v>39651</c:v>
                </c:pt>
                <c:pt idx="403">
                  <c:v>39652</c:v>
                </c:pt>
                <c:pt idx="404">
                  <c:v>39653</c:v>
                </c:pt>
                <c:pt idx="405">
                  <c:v>39654</c:v>
                </c:pt>
                <c:pt idx="406">
                  <c:v>39657</c:v>
                </c:pt>
                <c:pt idx="407">
                  <c:v>39658</c:v>
                </c:pt>
                <c:pt idx="408">
                  <c:v>39659</c:v>
                </c:pt>
                <c:pt idx="409">
                  <c:v>39660</c:v>
                </c:pt>
                <c:pt idx="410">
                  <c:v>39661</c:v>
                </c:pt>
                <c:pt idx="411">
                  <c:v>39664</c:v>
                </c:pt>
                <c:pt idx="412">
                  <c:v>39665</c:v>
                </c:pt>
                <c:pt idx="413">
                  <c:v>39666</c:v>
                </c:pt>
                <c:pt idx="414">
                  <c:v>39667</c:v>
                </c:pt>
                <c:pt idx="415">
                  <c:v>39668</c:v>
                </c:pt>
                <c:pt idx="416">
                  <c:v>39671</c:v>
                </c:pt>
                <c:pt idx="417">
                  <c:v>39672</c:v>
                </c:pt>
                <c:pt idx="418">
                  <c:v>39673</c:v>
                </c:pt>
                <c:pt idx="419">
                  <c:v>39674</c:v>
                </c:pt>
                <c:pt idx="420">
                  <c:v>39675</c:v>
                </c:pt>
                <c:pt idx="421">
                  <c:v>39678</c:v>
                </c:pt>
                <c:pt idx="422">
                  <c:v>39679</c:v>
                </c:pt>
                <c:pt idx="423">
                  <c:v>39680</c:v>
                </c:pt>
                <c:pt idx="424">
                  <c:v>39681</c:v>
                </c:pt>
                <c:pt idx="425">
                  <c:v>39682</c:v>
                </c:pt>
                <c:pt idx="426">
                  <c:v>39685</c:v>
                </c:pt>
                <c:pt idx="427">
                  <c:v>39686</c:v>
                </c:pt>
                <c:pt idx="428">
                  <c:v>39687</c:v>
                </c:pt>
                <c:pt idx="429">
                  <c:v>39688</c:v>
                </c:pt>
                <c:pt idx="430">
                  <c:v>39689</c:v>
                </c:pt>
                <c:pt idx="431">
                  <c:v>39692</c:v>
                </c:pt>
                <c:pt idx="432">
                  <c:v>39693</c:v>
                </c:pt>
                <c:pt idx="433">
                  <c:v>39694</c:v>
                </c:pt>
                <c:pt idx="434">
                  <c:v>39695</c:v>
                </c:pt>
                <c:pt idx="435">
                  <c:v>39696</c:v>
                </c:pt>
                <c:pt idx="436">
                  <c:v>39699</c:v>
                </c:pt>
                <c:pt idx="437">
                  <c:v>39700</c:v>
                </c:pt>
                <c:pt idx="438">
                  <c:v>39701</c:v>
                </c:pt>
                <c:pt idx="439">
                  <c:v>39702</c:v>
                </c:pt>
                <c:pt idx="440">
                  <c:v>39703</c:v>
                </c:pt>
                <c:pt idx="441">
                  <c:v>39706</c:v>
                </c:pt>
                <c:pt idx="442">
                  <c:v>39707</c:v>
                </c:pt>
                <c:pt idx="443">
                  <c:v>39708</c:v>
                </c:pt>
                <c:pt idx="444">
                  <c:v>39709</c:v>
                </c:pt>
                <c:pt idx="445">
                  <c:v>39710</c:v>
                </c:pt>
                <c:pt idx="446">
                  <c:v>39713</c:v>
                </c:pt>
                <c:pt idx="447">
                  <c:v>39714</c:v>
                </c:pt>
                <c:pt idx="448">
                  <c:v>39715</c:v>
                </c:pt>
                <c:pt idx="449">
                  <c:v>39716</c:v>
                </c:pt>
                <c:pt idx="450">
                  <c:v>39717</c:v>
                </c:pt>
                <c:pt idx="451">
                  <c:v>39720</c:v>
                </c:pt>
                <c:pt idx="452">
                  <c:v>39721</c:v>
                </c:pt>
                <c:pt idx="453">
                  <c:v>39722</c:v>
                </c:pt>
                <c:pt idx="454">
                  <c:v>39723</c:v>
                </c:pt>
                <c:pt idx="455">
                  <c:v>39724</c:v>
                </c:pt>
                <c:pt idx="456">
                  <c:v>39727</c:v>
                </c:pt>
                <c:pt idx="457">
                  <c:v>39728</c:v>
                </c:pt>
                <c:pt idx="458">
                  <c:v>39729</c:v>
                </c:pt>
                <c:pt idx="459">
                  <c:v>39730</c:v>
                </c:pt>
                <c:pt idx="460">
                  <c:v>39731</c:v>
                </c:pt>
                <c:pt idx="461">
                  <c:v>39734</c:v>
                </c:pt>
                <c:pt idx="462">
                  <c:v>39735</c:v>
                </c:pt>
                <c:pt idx="463">
                  <c:v>39736</c:v>
                </c:pt>
                <c:pt idx="464">
                  <c:v>39737</c:v>
                </c:pt>
                <c:pt idx="465">
                  <c:v>39738</c:v>
                </c:pt>
                <c:pt idx="466">
                  <c:v>39741</c:v>
                </c:pt>
                <c:pt idx="467">
                  <c:v>39742</c:v>
                </c:pt>
                <c:pt idx="468">
                  <c:v>39743</c:v>
                </c:pt>
                <c:pt idx="469">
                  <c:v>39744</c:v>
                </c:pt>
                <c:pt idx="470">
                  <c:v>39745</c:v>
                </c:pt>
                <c:pt idx="471">
                  <c:v>39748</c:v>
                </c:pt>
                <c:pt idx="472">
                  <c:v>39749</c:v>
                </c:pt>
                <c:pt idx="473">
                  <c:v>39750</c:v>
                </c:pt>
                <c:pt idx="474">
                  <c:v>39751</c:v>
                </c:pt>
                <c:pt idx="475">
                  <c:v>39752</c:v>
                </c:pt>
                <c:pt idx="476">
                  <c:v>39755</c:v>
                </c:pt>
                <c:pt idx="477">
                  <c:v>39756</c:v>
                </c:pt>
                <c:pt idx="478">
                  <c:v>39757</c:v>
                </c:pt>
                <c:pt idx="479">
                  <c:v>39758</c:v>
                </c:pt>
                <c:pt idx="480">
                  <c:v>39759</c:v>
                </c:pt>
                <c:pt idx="481">
                  <c:v>39762</c:v>
                </c:pt>
                <c:pt idx="482">
                  <c:v>39763</c:v>
                </c:pt>
                <c:pt idx="483">
                  <c:v>39764</c:v>
                </c:pt>
                <c:pt idx="484">
                  <c:v>39765</c:v>
                </c:pt>
                <c:pt idx="485">
                  <c:v>39766</c:v>
                </c:pt>
                <c:pt idx="486">
                  <c:v>39769</c:v>
                </c:pt>
                <c:pt idx="487">
                  <c:v>39770</c:v>
                </c:pt>
                <c:pt idx="488">
                  <c:v>39771</c:v>
                </c:pt>
                <c:pt idx="489">
                  <c:v>39772</c:v>
                </c:pt>
                <c:pt idx="490">
                  <c:v>39773</c:v>
                </c:pt>
                <c:pt idx="491">
                  <c:v>39776</c:v>
                </c:pt>
                <c:pt idx="492">
                  <c:v>39777</c:v>
                </c:pt>
                <c:pt idx="493">
                  <c:v>39778</c:v>
                </c:pt>
                <c:pt idx="494">
                  <c:v>39779</c:v>
                </c:pt>
                <c:pt idx="495">
                  <c:v>39780</c:v>
                </c:pt>
                <c:pt idx="496">
                  <c:v>39783</c:v>
                </c:pt>
                <c:pt idx="497">
                  <c:v>39784</c:v>
                </c:pt>
                <c:pt idx="498">
                  <c:v>39785</c:v>
                </c:pt>
                <c:pt idx="499">
                  <c:v>39786</c:v>
                </c:pt>
                <c:pt idx="500">
                  <c:v>39787</c:v>
                </c:pt>
                <c:pt idx="501">
                  <c:v>39790</c:v>
                </c:pt>
                <c:pt idx="502">
                  <c:v>39791</c:v>
                </c:pt>
                <c:pt idx="503">
                  <c:v>39792</c:v>
                </c:pt>
                <c:pt idx="504">
                  <c:v>39793</c:v>
                </c:pt>
                <c:pt idx="505">
                  <c:v>39794</c:v>
                </c:pt>
                <c:pt idx="506">
                  <c:v>39797</c:v>
                </c:pt>
                <c:pt idx="507">
                  <c:v>39798</c:v>
                </c:pt>
                <c:pt idx="508">
                  <c:v>39799</c:v>
                </c:pt>
                <c:pt idx="509">
                  <c:v>39800</c:v>
                </c:pt>
                <c:pt idx="510">
                  <c:v>39801</c:v>
                </c:pt>
                <c:pt idx="511">
                  <c:v>39804</c:v>
                </c:pt>
                <c:pt idx="512">
                  <c:v>39805</c:v>
                </c:pt>
                <c:pt idx="513">
                  <c:v>39806</c:v>
                </c:pt>
                <c:pt idx="514">
                  <c:v>39807</c:v>
                </c:pt>
                <c:pt idx="515">
                  <c:v>39808</c:v>
                </c:pt>
                <c:pt idx="516">
                  <c:v>39811</c:v>
                </c:pt>
                <c:pt idx="517">
                  <c:v>39812</c:v>
                </c:pt>
                <c:pt idx="518">
                  <c:v>39813</c:v>
                </c:pt>
                <c:pt idx="519">
                  <c:v>39814</c:v>
                </c:pt>
                <c:pt idx="520">
                  <c:v>39815</c:v>
                </c:pt>
                <c:pt idx="521">
                  <c:v>39818</c:v>
                </c:pt>
                <c:pt idx="522">
                  <c:v>39819</c:v>
                </c:pt>
                <c:pt idx="523">
                  <c:v>39820</c:v>
                </c:pt>
                <c:pt idx="524">
                  <c:v>39821</c:v>
                </c:pt>
                <c:pt idx="525">
                  <c:v>39822</c:v>
                </c:pt>
                <c:pt idx="526">
                  <c:v>39825</c:v>
                </c:pt>
                <c:pt idx="527">
                  <c:v>39826</c:v>
                </c:pt>
                <c:pt idx="528">
                  <c:v>39827</c:v>
                </c:pt>
                <c:pt idx="529">
                  <c:v>39828</c:v>
                </c:pt>
                <c:pt idx="530">
                  <c:v>39829</c:v>
                </c:pt>
                <c:pt idx="531">
                  <c:v>39832</c:v>
                </c:pt>
                <c:pt idx="532">
                  <c:v>39833</c:v>
                </c:pt>
                <c:pt idx="533">
                  <c:v>39834</c:v>
                </c:pt>
                <c:pt idx="534">
                  <c:v>39835</c:v>
                </c:pt>
                <c:pt idx="535">
                  <c:v>39836</c:v>
                </c:pt>
                <c:pt idx="536">
                  <c:v>39839</c:v>
                </c:pt>
                <c:pt idx="537">
                  <c:v>39840</c:v>
                </c:pt>
                <c:pt idx="538">
                  <c:v>39841</c:v>
                </c:pt>
                <c:pt idx="539">
                  <c:v>39842</c:v>
                </c:pt>
                <c:pt idx="540">
                  <c:v>39843</c:v>
                </c:pt>
                <c:pt idx="541">
                  <c:v>39846</c:v>
                </c:pt>
                <c:pt idx="542">
                  <c:v>39847</c:v>
                </c:pt>
                <c:pt idx="543">
                  <c:v>39848</c:v>
                </c:pt>
                <c:pt idx="544">
                  <c:v>39849</c:v>
                </c:pt>
                <c:pt idx="545">
                  <c:v>39850</c:v>
                </c:pt>
                <c:pt idx="546">
                  <c:v>39853</c:v>
                </c:pt>
                <c:pt idx="547">
                  <c:v>39854</c:v>
                </c:pt>
                <c:pt idx="548">
                  <c:v>39855</c:v>
                </c:pt>
                <c:pt idx="549">
                  <c:v>39856</c:v>
                </c:pt>
                <c:pt idx="550">
                  <c:v>39857</c:v>
                </c:pt>
                <c:pt idx="551">
                  <c:v>39860</c:v>
                </c:pt>
                <c:pt idx="552">
                  <c:v>39861</c:v>
                </c:pt>
                <c:pt idx="553">
                  <c:v>39862</c:v>
                </c:pt>
                <c:pt idx="554">
                  <c:v>39863</c:v>
                </c:pt>
                <c:pt idx="555">
                  <c:v>39864</c:v>
                </c:pt>
                <c:pt idx="556">
                  <c:v>39867</c:v>
                </c:pt>
                <c:pt idx="557">
                  <c:v>39868</c:v>
                </c:pt>
                <c:pt idx="558">
                  <c:v>39869</c:v>
                </c:pt>
                <c:pt idx="559">
                  <c:v>39870</c:v>
                </c:pt>
                <c:pt idx="560">
                  <c:v>39871</c:v>
                </c:pt>
                <c:pt idx="561">
                  <c:v>39874</c:v>
                </c:pt>
                <c:pt idx="562">
                  <c:v>39875</c:v>
                </c:pt>
                <c:pt idx="563">
                  <c:v>39876</c:v>
                </c:pt>
                <c:pt idx="564">
                  <c:v>39877</c:v>
                </c:pt>
                <c:pt idx="565">
                  <c:v>39878</c:v>
                </c:pt>
                <c:pt idx="566">
                  <c:v>39881</c:v>
                </c:pt>
                <c:pt idx="567">
                  <c:v>39882</c:v>
                </c:pt>
                <c:pt idx="568">
                  <c:v>39883</c:v>
                </c:pt>
                <c:pt idx="569">
                  <c:v>39884</c:v>
                </c:pt>
                <c:pt idx="570">
                  <c:v>39885</c:v>
                </c:pt>
                <c:pt idx="571">
                  <c:v>39888</c:v>
                </c:pt>
                <c:pt idx="572">
                  <c:v>39889</c:v>
                </c:pt>
                <c:pt idx="573">
                  <c:v>39890</c:v>
                </c:pt>
                <c:pt idx="574">
                  <c:v>39891</c:v>
                </c:pt>
                <c:pt idx="575">
                  <c:v>39892</c:v>
                </c:pt>
                <c:pt idx="576">
                  <c:v>39895</c:v>
                </c:pt>
                <c:pt idx="577">
                  <c:v>39896</c:v>
                </c:pt>
                <c:pt idx="578">
                  <c:v>39897</c:v>
                </c:pt>
                <c:pt idx="579">
                  <c:v>39898</c:v>
                </c:pt>
                <c:pt idx="580">
                  <c:v>39899</c:v>
                </c:pt>
                <c:pt idx="581">
                  <c:v>39902</c:v>
                </c:pt>
                <c:pt idx="582">
                  <c:v>39903</c:v>
                </c:pt>
                <c:pt idx="583">
                  <c:v>39904</c:v>
                </c:pt>
                <c:pt idx="584">
                  <c:v>39905</c:v>
                </c:pt>
                <c:pt idx="585">
                  <c:v>39906</c:v>
                </c:pt>
                <c:pt idx="586">
                  <c:v>39909</c:v>
                </c:pt>
                <c:pt idx="587">
                  <c:v>39910</c:v>
                </c:pt>
                <c:pt idx="588">
                  <c:v>39911</c:v>
                </c:pt>
                <c:pt idx="589">
                  <c:v>39912</c:v>
                </c:pt>
                <c:pt idx="590">
                  <c:v>39913</c:v>
                </c:pt>
                <c:pt idx="591">
                  <c:v>39916</c:v>
                </c:pt>
                <c:pt idx="592">
                  <c:v>39917</c:v>
                </c:pt>
                <c:pt idx="593">
                  <c:v>39918</c:v>
                </c:pt>
                <c:pt idx="594">
                  <c:v>39919</c:v>
                </c:pt>
                <c:pt idx="595">
                  <c:v>39920</c:v>
                </c:pt>
                <c:pt idx="596">
                  <c:v>39923</c:v>
                </c:pt>
                <c:pt idx="597">
                  <c:v>39924</c:v>
                </c:pt>
                <c:pt idx="598">
                  <c:v>39925</c:v>
                </c:pt>
                <c:pt idx="599">
                  <c:v>39926</c:v>
                </c:pt>
                <c:pt idx="600">
                  <c:v>39927</c:v>
                </c:pt>
                <c:pt idx="601">
                  <c:v>39930</c:v>
                </c:pt>
                <c:pt idx="602">
                  <c:v>39931</c:v>
                </c:pt>
                <c:pt idx="603">
                  <c:v>39932</c:v>
                </c:pt>
                <c:pt idx="604">
                  <c:v>39933</c:v>
                </c:pt>
                <c:pt idx="605">
                  <c:v>39934</c:v>
                </c:pt>
                <c:pt idx="606">
                  <c:v>39937</c:v>
                </c:pt>
                <c:pt idx="607">
                  <c:v>39938</c:v>
                </c:pt>
                <c:pt idx="608">
                  <c:v>39939</c:v>
                </c:pt>
                <c:pt idx="609">
                  <c:v>39940</c:v>
                </c:pt>
                <c:pt idx="610">
                  <c:v>39941</c:v>
                </c:pt>
                <c:pt idx="611">
                  <c:v>39944</c:v>
                </c:pt>
                <c:pt idx="612">
                  <c:v>39945</c:v>
                </c:pt>
                <c:pt idx="613">
                  <c:v>39946</c:v>
                </c:pt>
                <c:pt idx="614">
                  <c:v>39947</c:v>
                </c:pt>
                <c:pt idx="615">
                  <c:v>39948</c:v>
                </c:pt>
                <c:pt idx="616">
                  <c:v>39951</c:v>
                </c:pt>
                <c:pt idx="617">
                  <c:v>39952</c:v>
                </c:pt>
                <c:pt idx="618">
                  <c:v>39953</c:v>
                </c:pt>
                <c:pt idx="619">
                  <c:v>39954</c:v>
                </c:pt>
                <c:pt idx="620">
                  <c:v>39955</c:v>
                </c:pt>
                <c:pt idx="621">
                  <c:v>39958</c:v>
                </c:pt>
                <c:pt idx="622">
                  <c:v>39959</c:v>
                </c:pt>
                <c:pt idx="623">
                  <c:v>39960</c:v>
                </c:pt>
                <c:pt idx="624">
                  <c:v>39961</c:v>
                </c:pt>
                <c:pt idx="625">
                  <c:v>39962</c:v>
                </c:pt>
                <c:pt idx="626">
                  <c:v>39965</c:v>
                </c:pt>
                <c:pt idx="627">
                  <c:v>39966</c:v>
                </c:pt>
                <c:pt idx="628">
                  <c:v>39967</c:v>
                </c:pt>
                <c:pt idx="629">
                  <c:v>39968</c:v>
                </c:pt>
                <c:pt idx="630">
                  <c:v>39969</c:v>
                </c:pt>
                <c:pt idx="631">
                  <c:v>39972</c:v>
                </c:pt>
                <c:pt idx="632">
                  <c:v>39973</c:v>
                </c:pt>
                <c:pt idx="633">
                  <c:v>39974</c:v>
                </c:pt>
                <c:pt idx="634">
                  <c:v>39975</c:v>
                </c:pt>
                <c:pt idx="635">
                  <c:v>39976</c:v>
                </c:pt>
                <c:pt idx="636">
                  <c:v>39979</c:v>
                </c:pt>
                <c:pt idx="637">
                  <c:v>39980</c:v>
                </c:pt>
                <c:pt idx="638">
                  <c:v>39981</c:v>
                </c:pt>
                <c:pt idx="639">
                  <c:v>39982</c:v>
                </c:pt>
                <c:pt idx="640">
                  <c:v>39983</c:v>
                </c:pt>
                <c:pt idx="641">
                  <c:v>39986</c:v>
                </c:pt>
                <c:pt idx="642">
                  <c:v>39987</c:v>
                </c:pt>
                <c:pt idx="643">
                  <c:v>39988</c:v>
                </c:pt>
                <c:pt idx="644">
                  <c:v>39989</c:v>
                </c:pt>
                <c:pt idx="645">
                  <c:v>39990</c:v>
                </c:pt>
                <c:pt idx="646">
                  <c:v>39993</c:v>
                </c:pt>
                <c:pt idx="647">
                  <c:v>39994</c:v>
                </c:pt>
                <c:pt idx="648">
                  <c:v>39995</c:v>
                </c:pt>
                <c:pt idx="649">
                  <c:v>39996</c:v>
                </c:pt>
                <c:pt idx="650">
                  <c:v>39997</c:v>
                </c:pt>
                <c:pt idx="651">
                  <c:v>40000</c:v>
                </c:pt>
                <c:pt idx="652">
                  <c:v>40001</c:v>
                </c:pt>
                <c:pt idx="653">
                  <c:v>40002</c:v>
                </c:pt>
                <c:pt idx="654">
                  <c:v>40003</c:v>
                </c:pt>
                <c:pt idx="655">
                  <c:v>40004</c:v>
                </c:pt>
                <c:pt idx="656">
                  <c:v>40007</c:v>
                </c:pt>
                <c:pt idx="657">
                  <c:v>40008</c:v>
                </c:pt>
                <c:pt idx="658">
                  <c:v>40009</c:v>
                </c:pt>
                <c:pt idx="659">
                  <c:v>40010</c:v>
                </c:pt>
                <c:pt idx="660">
                  <c:v>40011</c:v>
                </c:pt>
                <c:pt idx="661">
                  <c:v>40014</c:v>
                </c:pt>
                <c:pt idx="662">
                  <c:v>40015</c:v>
                </c:pt>
                <c:pt idx="663">
                  <c:v>40016</c:v>
                </c:pt>
                <c:pt idx="664">
                  <c:v>40017</c:v>
                </c:pt>
                <c:pt idx="665">
                  <c:v>40018</c:v>
                </c:pt>
                <c:pt idx="666">
                  <c:v>40021</c:v>
                </c:pt>
                <c:pt idx="667">
                  <c:v>40022</c:v>
                </c:pt>
                <c:pt idx="668">
                  <c:v>40023</c:v>
                </c:pt>
                <c:pt idx="669">
                  <c:v>40024</c:v>
                </c:pt>
                <c:pt idx="670">
                  <c:v>40025</c:v>
                </c:pt>
                <c:pt idx="671">
                  <c:v>40028</c:v>
                </c:pt>
                <c:pt idx="672">
                  <c:v>40029</c:v>
                </c:pt>
                <c:pt idx="673">
                  <c:v>40030</c:v>
                </c:pt>
                <c:pt idx="674">
                  <c:v>40031</c:v>
                </c:pt>
                <c:pt idx="675">
                  <c:v>40032</c:v>
                </c:pt>
                <c:pt idx="676">
                  <c:v>40035</c:v>
                </c:pt>
                <c:pt idx="677">
                  <c:v>40036</c:v>
                </c:pt>
                <c:pt idx="678">
                  <c:v>40037</c:v>
                </c:pt>
                <c:pt idx="679">
                  <c:v>40038</c:v>
                </c:pt>
                <c:pt idx="680">
                  <c:v>40039</c:v>
                </c:pt>
                <c:pt idx="681">
                  <c:v>40042</c:v>
                </c:pt>
                <c:pt idx="682">
                  <c:v>40043</c:v>
                </c:pt>
                <c:pt idx="683">
                  <c:v>40044</c:v>
                </c:pt>
                <c:pt idx="684">
                  <c:v>40045</c:v>
                </c:pt>
                <c:pt idx="685">
                  <c:v>40046</c:v>
                </c:pt>
                <c:pt idx="686">
                  <c:v>40049</c:v>
                </c:pt>
                <c:pt idx="687">
                  <c:v>40050</c:v>
                </c:pt>
                <c:pt idx="688">
                  <c:v>40051</c:v>
                </c:pt>
                <c:pt idx="689">
                  <c:v>40052</c:v>
                </c:pt>
                <c:pt idx="690">
                  <c:v>40053</c:v>
                </c:pt>
                <c:pt idx="691">
                  <c:v>40056</c:v>
                </c:pt>
                <c:pt idx="692">
                  <c:v>40057</c:v>
                </c:pt>
                <c:pt idx="693">
                  <c:v>40058</c:v>
                </c:pt>
                <c:pt idx="694">
                  <c:v>40059</c:v>
                </c:pt>
                <c:pt idx="695">
                  <c:v>40060</c:v>
                </c:pt>
                <c:pt idx="696">
                  <c:v>40063</c:v>
                </c:pt>
                <c:pt idx="697">
                  <c:v>40064</c:v>
                </c:pt>
                <c:pt idx="698">
                  <c:v>40065</c:v>
                </c:pt>
                <c:pt idx="699">
                  <c:v>40066</c:v>
                </c:pt>
                <c:pt idx="700">
                  <c:v>40067</c:v>
                </c:pt>
                <c:pt idx="701">
                  <c:v>40070</c:v>
                </c:pt>
                <c:pt idx="702">
                  <c:v>40071</c:v>
                </c:pt>
                <c:pt idx="703">
                  <c:v>40072</c:v>
                </c:pt>
                <c:pt idx="704">
                  <c:v>40073</c:v>
                </c:pt>
                <c:pt idx="705">
                  <c:v>40074</c:v>
                </c:pt>
                <c:pt idx="706">
                  <c:v>40077</c:v>
                </c:pt>
                <c:pt idx="707">
                  <c:v>40078</c:v>
                </c:pt>
                <c:pt idx="708">
                  <c:v>40079</c:v>
                </c:pt>
                <c:pt idx="709">
                  <c:v>40080</c:v>
                </c:pt>
                <c:pt idx="710">
                  <c:v>40081</c:v>
                </c:pt>
                <c:pt idx="711">
                  <c:v>40084</c:v>
                </c:pt>
                <c:pt idx="712">
                  <c:v>40085</c:v>
                </c:pt>
                <c:pt idx="713">
                  <c:v>40086</c:v>
                </c:pt>
                <c:pt idx="714">
                  <c:v>40087</c:v>
                </c:pt>
                <c:pt idx="715">
                  <c:v>40088</c:v>
                </c:pt>
                <c:pt idx="716">
                  <c:v>40091</c:v>
                </c:pt>
                <c:pt idx="717">
                  <c:v>40092</c:v>
                </c:pt>
                <c:pt idx="718">
                  <c:v>40093</c:v>
                </c:pt>
                <c:pt idx="719">
                  <c:v>40094</c:v>
                </c:pt>
                <c:pt idx="720">
                  <c:v>40095</c:v>
                </c:pt>
                <c:pt idx="721">
                  <c:v>40098</c:v>
                </c:pt>
                <c:pt idx="722">
                  <c:v>40099</c:v>
                </c:pt>
                <c:pt idx="723">
                  <c:v>40100</c:v>
                </c:pt>
                <c:pt idx="724">
                  <c:v>40101</c:v>
                </c:pt>
                <c:pt idx="725">
                  <c:v>40102</c:v>
                </c:pt>
                <c:pt idx="726">
                  <c:v>40105</c:v>
                </c:pt>
                <c:pt idx="727">
                  <c:v>40106</c:v>
                </c:pt>
                <c:pt idx="728">
                  <c:v>40107</c:v>
                </c:pt>
                <c:pt idx="729">
                  <c:v>40108</c:v>
                </c:pt>
                <c:pt idx="730">
                  <c:v>40109</c:v>
                </c:pt>
                <c:pt idx="731">
                  <c:v>40112</c:v>
                </c:pt>
                <c:pt idx="732">
                  <c:v>40113</c:v>
                </c:pt>
                <c:pt idx="733">
                  <c:v>40114</c:v>
                </c:pt>
                <c:pt idx="734">
                  <c:v>40115</c:v>
                </c:pt>
                <c:pt idx="735">
                  <c:v>40116</c:v>
                </c:pt>
                <c:pt idx="736">
                  <c:v>40119</c:v>
                </c:pt>
                <c:pt idx="737">
                  <c:v>40120</c:v>
                </c:pt>
                <c:pt idx="738">
                  <c:v>40121</c:v>
                </c:pt>
                <c:pt idx="739">
                  <c:v>40122</c:v>
                </c:pt>
                <c:pt idx="740">
                  <c:v>40123</c:v>
                </c:pt>
                <c:pt idx="741">
                  <c:v>40126</c:v>
                </c:pt>
                <c:pt idx="742">
                  <c:v>40127</c:v>
                </c:pt>
                <c:pt idx="743">
                  <c:v>40128</c:v>
                </c:pt>
                <c:pt idx="744">
                  <c:v>40129</c:v>
                </c:pt>
                <c:pt idx="745">
                  <c:v>40130</c:v>
                </c:pt>
                <c:pt idx="746">
                  <c:v>40133</c:v>
                </c:pt>
                <c:pt idx="747">
                  <c:v>40134</c:v>
                </c:pt>
                <c:pt idx="748">
                  <c:v>40135</c:v>
                </c:pt>
                <c:pt idx="749">
                  <c:v>40136</c:v>
                </c:pt>
                <c:pt idx="750">
                  <c:v>40137</c:v>
                </c:pt>
                <c:pt idx="751">
                  <c:v>40140</c:v>
                </c:pt>
                <c:pt idx="752">
                  <c:v>40141</c:v>
                </c:pt>
                <c:pt idx="753">
                  <c:v>40142</c:v>
                </c:pt>
                <c:pt idx="754">
                  <c:v>40143</c:v>
                </c:pt>
                <c:pt idx="755">
                  <c:v>40144</c:v>
                </c:pt>
              </c:numCache>
            </c:numRef>
          </c:cat>
          <c:val>
            <c:numRef>
              <c:f>'주가하락_목표달성_2008-10-13'!$F$2:$F$757</c:f>
              <c:numCache>
                <c:formatCode>0_);[Red]\(0\)</c:formatCode>
                <c:ptCount val="7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36400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32900</c:v>
                </c:pt>
                <c:pt idx="12">
                  <c:v>0</c:v>
                </c:pt>
                <c:pt idx="13">
                  <c:v>33800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32750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32400</c:v>
                </c:pt>
                <c:pt idx="45">
                  <c:v>0</c:v>
                </c:pt>
                <c:pt idx="46">
                  <c:v>33050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32750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33100</c:v>
                </c:pt>
                <c:pt idx="63">
                  <c:v>33800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34200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33300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34500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33400</c:v>
                </c:pt>
                <c:pt idx="127">
                  <c:v>0</c:v>
                </c:pt>
                <c:pt idx="128">
                  <c:v>34950</c:v>
                </c:pt>
                <c:pt idx="129">
                  <c:v>0</c:v>
                </c:pt>
                <c:pt idx="130">
                  <c:v>37600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39100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39200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37100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38700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36750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30150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30950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26350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25750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24500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26100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26100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24950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24300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26250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27850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27650</c:v>
                </c:pt>
                <c:pt idx="330">
                  <c:v>28950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29350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27950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29100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29400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29450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25050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23750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23850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22400</c:v>
                </c:pt>
                <c:pt idx="414">
                  <c:v>0</c:v>
                </c:pt>
                <c:pt idx="415">
                  <c:v>0</c:v>
                </c:pt>
                <c:pt idx="416">
                  <c:v>23800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17200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19900</c:v>
                </c:pt>
                <c:pt idx="437">
                  <c:v>0</c:v>
                </c:pt>
                <c:pt idx="438">
                  <c:v>20100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19900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15100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12200</c:v>
                </c:pt>
                <c:pt idx="469">
                  <c:v>0</c:v>
                </c:pt>
                <c:pt idx="470">
                  <c:v>8850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5850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6520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8130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7930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7840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8060</c:v>
                </c:pt>
                <c:pt idx="539">
                  <c:v>0</c:v>
                </c:pt>
                <c:pt idx="540">
                  <c:v>8980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8810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9340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10300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12700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14600</c:v>
                </c:pt>
                <c:pt idx="650">
                  <c:v>0</c:v>
                </c:pt>
                <c:pt idx="651">
                  <c:v>0</c:v>
                </c:pt>
                <c:pt idx="652">
                  <c:v>15400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14750</c:v>
                </c:pt>
                <c:pt idx="658">
                  <c:v>15500</c:v>
                </c:pt>
                <c:pt idx="659">
                  <c:v>0</c:v>
                </c:pt>
                <c:pt idx="660">
                  <c:v>0</c:v>
                </c:pt>
                <c:pt idx="661">
                  <c:v>16700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18200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18900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20650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0DC-4B1A-A822-E2CB50367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8807951"/>
        <c:axId val="1118816111"/>
      </c:lineChart>
      <c:catAx>
        <c:axId val="1118833871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1118834351"/>
        <c:crosses val="autoZero"/>
        <c:auto val="0"/>
        <c:lblAlgn val="ctr"/>
        <c:lblOffset val="100"/>
        <c:noMultiLvlLbl val="0"/>
      </c:catAx>
      <c:valAx>
        <c:axId val="1118834351"/>
        <c:scaling>
          <c:orientation val="minMax"/>
          <c:min val="1.0000000000000003E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1118833871"/>
        <c:crosses val="autoZero"/>
        <c:crossBetween val="between"/>
      </c:valAx>
      <c:valAx>
        <c:axId val="1118816111"/>
        <c:scaling>
          <c:orientation val="minMax"/>
          <c:max val="40000"/>
          <c:min val="1.0000000000000002E-2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+mn-cs"/>
              </a:defRPr>
            </a:pPr>
            <a:endParaRPr lang="ko-KR"/>
          </a:p>
        </c:txPr>
        <c:crossAx val="1118807951"/>
        <c:crosses val="max"/>
        <c:crossBetween val="between"/>
      </c:valAx>
      <c:dateAx>
        <c:axId val="1118807951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18816111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2060"/>
      </a:solidFill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KoPub돋움체_Pro Medium" panose="02020603020101020101" pitchFamily="18" charset="-127"/>
          <a:ea typeface="KoPub돋움체_Pro Medium" panose="02020603020101020101" pitchFamily="18" charset="-127"/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4187"/>
          </a:xfrm>
          <a:prstGeom prst="rect">
            <a:avLst/>
          </a:prstGeom>
        </p:spPr>
        <p:txBody>
          <a:bodyPr vert="horz" lIns="91138" tIns="45568" rIns="91138" bIns="45568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4187"/>
          </a:xfrm>
          <a:prstGeom prst="rect">
            <a:avLst/>
          </a:prstGeom>
        </p:spPr>
        <p:txBody>
          <a:bodyPr vert="horz" lIns="91138" tIns="45568" rIns="91138" bIns="45568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35719FC-6980-45D2-A421-C78AB20FED1D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6899"/>
            <a:ext cx="2946400" cy="494186"/>
          </a:xfrm>
          <a:prstGeom prst="rect">
            <a:avLst/>
          </a:prstGeom>
        </p:spPr>
        <p:txBody>
          <a:bodyPr vert="horz" lIns="91138" tIns="45568" rIns="91138" bIns="45568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6899"/>
            <a:ext cx="2946400" cy="494186"/>
          </a:xfrm>
          <a:prstGeom prst="rect">
            <a:avLst/>
          </a:prstGeom>
        </p:spPr>
        <p:txBody>
          <a:bodyPr vert="horz" wrap="square" lIns="91138" tIns="45568" rIns="91138" bIns="45568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1A606278-47B9-4B65-827D-ED84C97ABE3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4187"/>
          </a:xfrm>
          <a:prstGeom prst="rect">
            <a:avLst/>
          </a:prstGeom>
        </p:spPr>
        <p:txBody>
          <a:bodyPr vert="horz" lIns="91138" tIns="45568" rIns="91138" bIns="45568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4187"/>
          </a:xfrm>
          <a:prstGeom prst="rect">
            <a:avLst/>
          </a:prstGeom>
        </p:spPr>
        <p:txBody>
          <a:bodyPr vert="horz" lIns="91138" tIns="45568" rIns="91138" bIns="45568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A437B7B-6770-4EF1-8899-2D7731B1B79F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8" tIns="45568" rIns="91138" bIns="45568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689239"/>
            <a:ext cx="5438775" cy="4442935"/>
          </a:xfrm>
          <a:prstGeom prst="rect">
            <a:avLst/>
          </a:prstGeom>
        </p:spPr>
        <p:txBody>
          <a:bodyPr vert="horz" lIns="91138" tIns="45568" rIns="91138" bIns="45568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6899"/>
            <a:ext cx="2946400" cy="494186"/>
          </a:xfrm>
          <a:prstGeom prst="rect">
            <a:avLst/>
          </a:prstGeom>
        </p:spPr>
        <p:txBody>
          <a:bodyPr vert="horz" lIns="91138" tIns="45568" rIns="91138" bIns="45568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6899"/>
            <a:ext cx="2946400" cy="494186"/>
          </a:xfrm>
          <a:prstGeom prst="rect">
            <a:avLst/>
          </a:prstGeom>
        </p:spPr>
        <p:txBody>
          <a:bodyPr vert="horz" wrap="square" lIns="91138" tIns="45568" rIns="91138" bIns="45568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DF11654-0CFB-44F3-B93D-CBFACCFEA8D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0194" latinLnBrk="0">
              <a:defRPr/>
            </a:pPr>
            <a:r>
              <a:rPr lang="ko-KR" altLang="ko-KR" dirty="0">
                <a:latin typeface="Arial" pitchFamily="34" charset="0"/>
                <a:ea typeface="MS PGothic" pitchFamily="34" charset="-128"/>
              </a:rPr>
              <a:t>안녕하십니까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미래에셋자산운용 입니다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 err="1">
                <a:latin typeface="Arial" pitchFamily="34" charset="0"/>
                <a:ea typeface="MS PGothic" pitchFamily="34" charset="-128"/>
              </a:rPr>
              <a:t>미래에셋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밸런스알파플러스 증권자투자신탁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(</a:t>
            </a:r>
            <a:r>
              <a:rPr lang="ko-KR" altLang="en-US" dirty="0" err="1">
                <a:latin typeface="Arial" pitchFamily="34" charset="0"/>
                <a:ea typeface="MS PGothic" pitchFamily="34" charset="-128"/>
              </a:rPr>
              <a:t>채권혼합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)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에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대해서 설명 드리겠습니다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본 교육에는 상품에 대한 모든 내용을 포함하고 있지 않으며 향후 변경 가능한 내용도 있으므로 상품 판매 전 해당 상품의 투자설명서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제안서 등 정식 자료를 꼭 숙지하시기 바랍니다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95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0B17-DCAD-E5FD-613E-B2E2ED58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A910AE-EDB8-A8C8-DB0D-16168D459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328B5-7665-18C8-F45E-E848075A4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A7D04-92E3-58B7-DE62-FB50AF35B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2A482-41CF-4F53-8075-AEA3655EFFE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186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2A482-41CF-4F53-8075-AEA3655EFFE4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273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35A3-D748-1760-44FC-23598C05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07C8BA-59D5-AF42-12BF-773E97C84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6EB86E-3EE8-9A03-6A88-5D3055193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87825F-C4DC-8F3E-E75D-7CBEC53D0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455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26D85-1356-5830-9555-D04A4B43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F4468B-6F35-2BC9-20E8-B31414B64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DF4F50-B9A6-9C01-7528-794839FFB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2D0C4-24B0-E592-AB7D-272CCA6A7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070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958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A971-0F0A-95E3-7CE4-AA4606D3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09534A-CB76-4748-1AC4-584312C9B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5249D4-68E5-9C75-3E04-C3A010FB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092F89-E85A-D761-844F-C9930D4BB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174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AE48-FF5A-4047-FE14-1E514AA0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D3750C-86E3-0076-AF2B-FED6A548E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6D5B02-E904-CDF2-E618-D52A5EC88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2C224-A7A6-D495-710C-11C3BA94B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74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3390-4EFE-8DF4-836D-8A121F1B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E41058-8F07-77AF-48C4-42DA413FA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859F86-3972-DDBD-AC50-BF08AEC10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968C5-AB92-5F69-E765-CE3855205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035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2650-68C6-822B-444C-29352A32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C8672D-CBBA-C370-57FC-5E0E61D44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46B3C9-BABD-5ED4-EFB9-113B1D7FD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5CFE1-FB49-E8FD-7209-7431A4702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060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77F7-F5C6-A683-8C55-E68B1EA1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81A74-90F6-7D8C-119A-84228BC78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2F55BD-D1BF-2A04-23FC-FC69A5590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0C263-4A43-5140-0AC5-58F19DE21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22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E10C-EA02-DA45-EE20-CEE85B6A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5B214C-9800-4F6C-81EC-C678573CA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D77958-AA12-E149-A398-92E3D8A1E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325CB-9654-39EB-5A26-8AE8797B9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31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E38F-F267-86A1-C0F6-FB611790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3763C9-F160-C1CC-BF69-F49B9C917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D353B-B108-B279-8D85-8001E9D87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7FE1A8-23EF-58C5-CE12-58490B981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11654-0CFB-44F3-B93D-CBFACCFEA8D0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82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75" y="5654675"/>
            <a:ext cx="1976438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31825" y="5926138"/>
            <a:ext cx="6767513" cy="4429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838200"/>
            <a:ext cx="6407150" cy="4140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F58220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6484938" y="4799013"/>
            <a:ext cx="3419475" cy="17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631825" y="3937000"/>
            <a:ext cx="733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텍스트 개체 틀 30"/>
          <p:cNvSpPr>
            <a:spLocks noGrp="1"/>
          </p:cNvSpPr>
          <p:nvPr>
            <p:ph type="body" sz="quarter" idx="10"/>
          </p:nvPr>
        </p:nvSpPr>
        <p:spPr>
          <a:xfrm>
            <a:off x="631724" y="194071"/>
            <a:ext cx="5039193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1724" y="1264982"/>
            <a:ext cx="5219164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199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31724" y="2874353"/>
            <a:ext cx="5219164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01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31724" y="4214169"/>
            <a:ext cx="4499279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01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31724" y="4474323"/>
            <a:ext cx="4499279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01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pic>
        <p:nvPicPr>
          <p:cNvPr id="3" name="그림 1">
            <a:extLst>
              <a:ext uri="{FF2B5EF4-FFF2-40B4-BE49-F238E27FC236}">
                <a16:creationId xmlns:a16="http://schemas.microsoft.com/office/drawing/2014/main" id="{169E5202-1F58-4B87-DB16-DE7344CC33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7" b="23427"/>
          <a:stretch>
            <a:fillRect/>
          </a:stretch>
        </p:blipFill>
        <p:spPr bwMode="auto">
          <a:xfrm>
            <a:off x="6489700" y="838200"/>
            <a:ext cx="3424238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196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 flipV="1">
            <a:off x="0" y="1312863"/>
            <a:ext cx="9906000" cy="46037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F58220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938213" y="757238"/>
            <a:ext cx="1309687" cy="461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>
              <a:defRPr/>
            </a:pPr>
            <a:r>
              <a:rPr lang="ko-KR" altLang="en-US" sz="2999" dirty="0">
                <a:solidFill>
                  <a:schemeClr val="accent2"/>
                </a:solidFill>
                <a:latin typeface="KoPub돋움체_Pro Bold" panose="02020603020101020101" pitchFamily="18" charset="-127"/>
              </a:rPr>
              <a:t>목차</a:t>
            </a:r>
            <a:endParaRPr lang="ko-KR" altLang="en-US" sz="2999" dirty="0">
              <a:solidFill>
                <a:schemeClr val="accent2"/>
              </a:solidFill>
            </a:endParaRP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285" y="1725715"/>
            <a:ext cx="8460019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950" marR="0" indent="-251950" algn="l" defTabSz="457109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529" indent="136498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47366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857" y="3143391"/>
            <a:ext cx="8458645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24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93713" y="6494463"/>
            <a:ext cx="4543425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D845EB2A-307E-48F7-AC0E-842A20A97BCE}" type="slidenum">
              <a:rPr lang="en-US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8950" y="896938"/>
            <a:ext cx="89265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51600" y="6494463"/>
            <a:ext cx="2963863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spc="2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spc="2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79425" y="6359525"/>
            <a:ext cx="8945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88922" y="1031108"/>
            <a:ext cx="892657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109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109" indent="0">
              <a:buFontTx/>
              <a:buNone/>
              <a:defRPr sz="2000">
                <a:latin typeface="Noto Sans"/>
                <a:cs typeface="Noto Sans"/>
              </a:defRPr>
            </a:lvl2pPr>
            <a:lvl3pPr marL="914217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326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434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11" y="567302"/>
            <a:ext cx="6478962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46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5648325"/>
            <a:ext cx="17081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831" y="2935288"/>
            <a:ext cx="8418751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8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0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0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1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5746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 판매사 사내한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1" y="691286"/>
            <a:ext cx="9904413" cy="153487"/>
            <a:chOff x="0" y="827999"/>
            <a:chExt cx="9904413" cy="153523"/>
          </a:xfrm>
        </p:grpSpPr>
        <p:sp>
          <p:nvSpPr>
            <p:cNvPr id="17" name="직사각형 16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0" dirty="0"/>
            </a:p>
          </p:txBody>
        </p:sp>
        <p:pic>
          <p:nvPicPr>
            <p:cNvPr id="18" name="그림 17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9" name="직선 연결선 18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80000" y="1007768"/>
            <a:ext cx="8946000" cy="11401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효과를 배제하여 인쇄 환경에서의 호환성을 높일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80000" y="6358688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9601" y="6492827"/>
            <a:ext cx="454415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7710" y="449897"/>
            <a:ext cx="6840000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8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7710" y="189391"/>
            <a:ext cx="6840000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928" indent="-179928" latinLnBrk="0">
              <a:spcBef>
                <a:spcPts val="0"/>
              </a:spcBef>
              <a:buFont typeface="+mj-lt"/>
              <a:buAutoNum type="romanUcPeriod"/>
              <a:defRPr sz="1300">
                <a:latin typeface="+mj-ea"/>
                <a:ea typeface="+mj-ea"/>
              </a:defRPr>
            </a:lvl1pPr>
            <a:lvl2pPr marL="478668" indent="0">
              <a:buNone/>
              <a:defRPr sz="1000"/>
            </a:lvl2pPr>
            <a:lvl3pPr marL="957333" indent="0">
              <a:buNone/>
              <a:defRPr sz="1000"/>
            </a:lvl3pPr>
            <a:lvl4pPr marL="1436001" indent="0">
              <a:buNone/>
              <a:defRPr sz="1000"/>
            </a:lvl4pPr>
            <a:lvl5pPr marL="1914668" indent="0">
              <a:buNone/>
              <a:defRPr sz="1000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452713" y="6492827"/>
            <a:ext cx="2964337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</p:spTree>
    <p:extLst>
      <p:ext uri="{BB962C8B-B14F-4D97-AF65-F5344CB8AC3E}">
        <p14:creationId xmlns:p14="http://schemas.microsoft.com/office/powerpoint/2010/main" val="2302338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6"/>
            <a:ext cx="9904413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0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6000" y="269938"/>
            <a:ext cx="1620000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80000" y="1007768"/>
            <a:ext cx="8937050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80000" y="6358688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9601" y="6492828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7109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7109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52713" y="6492827"/>
            <a:ext cx="2964337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7710" y="449897"/>
            <a:ext cx="6840000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8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7710" y="189391"/>
            <a:ext cx="6840000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928" indent="-179928" latinLnBrk="0">
              <a:spcBef>
                <a:spcPts val="0"/>
              </a:spcBef>
              <a:buFont typeface="+mj-lt"/>
              <a:buAutoNum type="romanUcPeriod"/>
              <a:defRPr sz="1300">
                <a:latin typeface="+mj-ea"/>
                <a:ea typeface="+mj-ea"/>
              </a:defRPr>
            </a:lvl1pPr>
            <a:lvl2pPr marL="478668" indent="0">
              <a:buNone/>
              <a:defRPr sz="1000"/>
            </a:lvl2pPr>
            <a:lvl3pPr marL="957333" indent="0">
              <a:buNone/>
              <a:defRPr sz="1000"/>
            </a:lvl3pPr>
            <a:lvl4pPr marL="1436001" indent="0">
              <a:buNone/>
              <a:defRPr sz="1000"/>
            </a:lvl4pPr>
            <a:lvl5pPr marL="1914668" indent="0">
              <a:buNone/>
              <a:defRPr sz="1000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22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6"/>
            <a:ext cx="9904413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0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6000" y="269938"/>
            <a:ext cx="1620000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80000" y="1007768"/>
            <a:ext cx="8937050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80000" y="6358688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9601" y="6492828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7109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7109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52713" y="6492827"/>
            <a:ext cx="2964337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7710" y="449897"/>
            <a:ext cx="6840000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8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7710" y="189391"/>
            <a:ext cx="6840000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928" indent="-179928" latinLnBrk="0">
              <a:spcBef>
                <a:spcPts val="0"/>
              </a:spcBef>
              <a:buFont typeface="+mj-lt"/>
              <a:buAutoNum type="romanUcPeriod"/>
              <a:defRPr sz="1300">
                <a:latin typeface="+mj-ea"/>
                <a:ea typeface="+mj-ea"/>
              </a:defRPr>
            </a:lvl1pPr>
            <a:lvl2pPr marL="478668" indent="0">
              <a:buNone/>
              <a:defRPr sz="1000"/>
            </a:lvl2pPr>
            <a:lvl3pPr marL="957333" indent="0">
              <a:buNone/>
              <a:defRPr sz="1000"/>
            </a:lvl3pPr>
            <a:lvl4pPr marL="1436001" indent="0">
              <a:buNone/>
              <a:defRPr sz="1000"/>
            </a:lvl4pPr>
            <a:lvl5pPr marL="1914668" indent="0">
              <a:buNone/>
              <a:defRPr sz="1000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210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80000" y="983054"/>
            <a:ext cx="8937050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7710" y="425183"/>
            <a:ext cx="6840000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8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7710" y="164677"/>
            <a:ext cx="6840000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928" indent="-179928" latinLnBrk="0">
              <a:spcBef>
                <a:spcPts val="0"/>
              </a:spcBef>
              <a:buFont typeface="+mj-lt"/>
              <a:buAutoNum type="romanUcPeriod"/>
              <a:defRPr sz="1300">
                <a:latin typeface="+mj-ea"/>
                <a:ea typeface="+mj-ea"/>
              </a:defRPr>
            </a:lvl1pPr>
            <a:lvl2pPr marL="478668" indent="0">
              <a:buNone/>
              <a:defRPr sz="1000"/>
            </a:lvl2pPr>
            <a:lvl3pPr marL="957333" indent="0">
              <a:buNone/>
              <a:defRPr sz="1000"/>
            </a:lvl3pPr>
            <a:lvl4pPr marL="1436001" indent="0">
              <a:buNone/>
              <a:defRPr sz="1000"/>
            </a:lvl4pPr>
            <a:lvl5pPr marL="1914668" indent="0">
              <a:buNone/>
              <a:defRPr sz="1000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5" name="Slide Number Placeholder 5"/>
          <p:cNvSpPr txBox="1">
            <a:spLocks/>
          </p:cNvSpPr>
          <p:nvPr userDrawn="1"/>
        </p:nvSpPr>
        <p:spPr>
          <a:xfrm>
            <a:off x="6452713" y="6492827"/>
            <a:ext cx="2964337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489601" y="6497276"/>
            <a:ext cx="454415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28" name="직선 연결선[R] 11">
            <a:extLst>
              <a:ext uri="{FF2B5EF4-FFF2-40B4-BE49-F238E27FC236}">
                <a16:creationId xmlns:a16="http://schemas.microsoft.com/office/drawing/2014/main" id="{A6FA0130-74BE-5E5A-09E0-3D4E7352D96A}"/>
              </a:ext>
            </a:extLst>
          </p:cNvPr>
          <p:cNvCxnSpPr>
            <a:cxnSpLocks/>
          </p:cNvCxnSpPr>
          <p:nvPr userDrawn="1"/>
        </p:nvCxnSpPr>
        <p:spPr>
          <a:xfrm>
            <a:off x="-10100" y="859732"/>
            <a:ext cx="9914514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65772FF5-A371-BDBF-EEBF-63F0E4A59D91}"/>
              </a:ext>
            </a:extLst>
          </p:cNvPr>
          <p:cNvCxnSpPr>
            <a:cxnSpLocks/>
          </p:cNvCxnSpPr>
          <p:nvPr userDrawn="1"/>
        </p:nvCxnSpPr>
        <p:spPr>
          <a:xfrm>
            <a:off x="-10100" y="6363137"/>
            <a:ext cx="9914514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272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147" r:id="rId1"/>
    <p:sldLayoutId id="2147485149" r:id="rId2"/>
    <p:sldLayoutId id="2147485145" r:id="rId3"/>
    <p:sldLayoutId id="2147485150" r:id="rId4"/>
    <p:sldLayoutId id="2147485152" r:id="rId5"/>
    <p:sldLayoutId id="2147485154" r:id="rId6"/>
    <p:sldLayoutId id="2147485155" r:id="rId7"/>
    <p:sldLayoutId id="2147485156" r:id="rId8"/>
    <p:sldLayoutId id="2147485157" r:id="rId9"/>
  </p:sldLayoutIdLst>
  <p:txStyles>
    <p:titleStyle>
      <a:lvl1pPr algn="l" defTabSz="9128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28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2pPr>
      <a:lvl3pPr algn="l" defTabSz="9128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3pPr>
      <a:lvl4pPr algn="l" defTabSz="9128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4pPr>
      <a:lvl5pPr algn="l" defTabSz="9128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5pPr>
      <a:lvl6pPr marL="457200" algn="l" defTabSz="912813" rtl="0" fontAlgn="base" latinLnBrk="1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6pPr>
      <a:lvl7pPr marL="914400" algn="l" defTabSz="912813" rtl="0" fontAlgn="base" latinLnBrk="1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7pPr>
      <a:lvl8pPr marL="1371600" algn="l" defTabSz="912813" rtl="0" fontAlgn="base" latinLnBrk="1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8pPr>
      <a:lvl9pPr marL="1828800" algn="l" defTabSz="912813" rtl="0" fontAlgn="base" latinLnBrk="1">
        <a:lnSpc>
          <a:spcPct val="90000"/>
        </a:lnSpc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9pPr>
    </p:titleStyle>
    <p:bodyStyle>
      <a:lvl1pPr marL="227013" indent="-227013" algn="l" defTabSz="912813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4213" indent="-227013" algn="l" defTabSz="912813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 bwMode="auto">
          <a:xfrm>
            <a:off x="631825" y="1447800"/>
            <a:ext cx="5472509" cy="430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z="2800" dirty="0"/>
              <a:t>변동성매매 자문상품 제안</a:t>
            </a:r>
          </a:p>
        </p:txBody>
      </p:sp>
      <p:sp>
        <p:nvSpPr>
          <p:cNvPr id="10244" name="텍스트 개체 틀 3"/>
          <p:cNvSpPr>
            <a:spLocks noGrp="1"/>
          </p:cNvSpPr>
          <p:nvPr>
            <p:ph type="body" sz="quarter" idx="13"/>
          </p:nvPr>
        </p:nvSpPr>
        <p:spPr bwMode="auto">
          <a:xfrm>
            <a:off x="631825" y="4214813"/>
            <a:ext cx="4498975" cy="184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5613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금융공학운용부문 전략운용본부</a:t>
            </a:r>
          </a:p>
        </p:txBody>
      </p:sp>
      <p:sp>
        <p:nvSpPr>
          <p:cNvPr id="10245" name="텍스트 개체 틀 5"/>
          <p:cNvSpPr>
            <a:spLocks noGrp="1"/>
          </p:cNvSpPr>
          <p:nvPr>
            <p:ph type="body" sz="quarter" idx="15"/>
          </p:nvPr>
        </p:nvSpPr>
        <p:spPr bwMode="auto">
          <a:xfrm>
            <a:off x="631825" y="4473575"/>
            <a:ext cx="4498975" cy="185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5613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ko-KR" dirty="0"/>
              <a:t>2026.05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752A20-2DB7-3BAE-D5CD-0070F3FD4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4862-D107-5059-82D4-07B2F5B1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5C2B6-31D3-A786-5CE7-5D0865A7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 개요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DB85E60-EB23-A761-1077-CB8BB0831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676050"/>
              </p:ext>
            </p:extLst>
          </p:nvPr>
        </p:nvGraphicFramePr>
        <p:xfrm>
          <a:off x="487710" y="1268760"/>
          <a:ext cx="8928992" cy="3528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1210746694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781179671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 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내 용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56389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 칭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미래에셋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Target Premium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Replicated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6M/3Y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— SK하이닉스 (가칭)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58942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 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SK하이닉스 현물 비중 조정만으로 6개월 만기 OTM 풋 매도 포지션을 복제하여, 목표 프리미엄을 추구하는 합성 옵션 전략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425735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타겟 수익률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절대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5%(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절대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10%(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 목표 수익률 달성하지 못할 경우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890136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목표 관찰 주기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6개월 단위 / 일별 리밸런싱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579707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 전략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OTM 풋 매도 페이오프의 동적 델타 헤지 복제 (변동성 예측 모델 기반 행사가 역산)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460068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상품유형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국내주식형 (단일 종목 기반)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065848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투자등급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1등급(매우 높은 위험), 적극투자형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75460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최저가입금액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3천만원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528119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운용대상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국내주식 SK하이닉스, 유동성은 MM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투자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74001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수수료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89032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환매 및 입출금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전액 환매 가능, 부분 환매·중도 입출금 불가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4164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A519BB-452E-F952-6D57-FEE5E8847BAA}"/>
              </a:ext>
            </a:extLst>
          </p:cNvPr>
          <p:cNvSpPr txBox="1"/>
          <p:nvPr/>
        </p:nvSpPr>
        <p:spPr>
          <a:xfrm>
            <a:off x="487710" y="4983186"/>
            <a:ext cx="9001000" cy="11821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랩계약은 예금자보호법에 따라 보호되지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랩계약은 자산가격변동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환율변동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신용등급 하락 등에 따라 투자원금의 손실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(0~100%)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 발생할 수 있으며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그 손실은 투자자에게 귀속됩니다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투자자는 랩계약에 대하여 금융회사로부터 충분한 설명을 받을 권리가 있으며 투자 전 랩설명서 및 약관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계약권유문서 등을 반드시 </a:t>
            </a:r>
            <a:r>
              <a:rPr lang="ko-KR" altLang="en-US" sz="8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읽어보시기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바랍니다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당사는 위험성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손익구조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수수료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해지방법 등 랩 계약에 관하여 충분히 설명할 의무가 있으며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투자자는 투자하기 전 반드시 판매직원으로부터 그러한 설명을 충분히 듣고 투자결정을 내리시기 바랍니다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랩계약은 계좌별로 운용되므로 계좌별 운용실적이 상이할 수 있습니다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후취수수료는 분기 단위 후취합니다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10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indent="-179928">
              <a:buFont typeface="+mj-lt"/>
              <a:buAutoNum type="romanUcPeriod"/>
            </a:pPr>
            <a:r>
              <a:rPr lang="ko-KR" altLang="en-US" dirty="0"/>
              <a:t>투자 포인트</a:t>
            </a:r>
            <a:endParaRPr lang="en-US" altLang="ko-KR" dirty="0"/>
          </a:p>
          <a:p>
            <a:pPr indent="-179928">
              <a:buFont typeface="+mj-lt"/>
              <a:buAutoNum type="romanUcPeriod"/>
            </a:pPr>
            <a:endParaRPr lang="en-US" altLang="ko-KR" dirty="0"/>
          </a:p>
          <a:p>
            <a:pPr indent="-179928">
              <a:buFont typeface="+mj-lt"/>
              <a:buAutoNum type="romanUcPeriod"/>
            </a:pPr>
            <a:r>
              <a:rPr lang="ko-KR" altLang="en-US" dirty="0"/>
              <a:t> 전략 소개</a:t>
            </a:r>
            <a:endParaRPr lang="en-US" altLang="ko-KR" dirty="0"/>
          </a:p>
          <a:p>
            <a:pPr indent="-179928">
              <a:buFont typeface="+mj-lt"/>
              <a:buAutoNum type="romanUcPeriod"/>
            </a:pPr>
            <a:endParaRPr lang="ko-KR" altLang="en-US" dirty="0"/>
          </a:p>
          <a:p>
            <a:pPr indent="-179928">
              <a:buFont typeface="+mj-lt"/>
              <a:buAutoNum type="romanUcPeriod"/>
            </a:pPr>
            <a:r>
              <a:rPr lang="en-US" altLang="ko-KR" dirty="0"/>
              <a:t> </a:t>
            </a:r>
            <a:r>
              <a:rPr lang="ko-KR" altLang="en-US" dirty="0"/>
              <a:t>시뮬레이션 및 운용 성과</a:t>
            </a:r>
            <a:endParaRPr lang="en-US" altLang="ko-KR" dirty="0"/>
          </a:p>
          <a:p>
            <a:pPr indent="-179928">
              <a:buFont typeface="+mj-lt"/>
              <a:buAutoNum type="romanUcPeriod"/>
            </a:pPr>
            <a:endParaRPr lang="en-US" altLang="ko-KR" dirty="0"/>
          </a:p>
          <a:p>
            <a:pPr indent="-179928">
              <a:buFont typeface="+mj-lt"/>
              <a:buAutoNum type="romanUcPeriod"/>
            </a:pPr>
            <a:r>
              <a:rPr lang="ko-KR" altLang="en-US" dirty="0"/>
              <a:t> 운용 부서 소개</a:t>
            </a:r>
          </a:p>
        </p:txBody>
      </p:sp>
    </p:spTree>
    <p:extLst>
      <p:ext uri="{BB962C8B-B14F-4D97-AF65-F5344CB8AC3E}">
        <p14:creationId xmlns:p14="http://schemas.microsoft.com/office/powerpoint/2010/main" val="2201638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568" y="4556501"/>
            <a:ext cx="964094" cy="146102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278" y="2916949"/>
            <a:ext cx="966384" cy="146102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568" y="1277399"/>
            <a:ext cx="964094" cy="146102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79928" indent="-179928">
              <a:buFont typeface="+mj-lt"/>
              <a:buAutoNum type="romanUcPeriod"/>
            </a:pPr>
            <a:r>
              <a:rPr lang="ko-KR" altLang="en-US" dirty="0"/>
              <a:t>투자포인트 </a:t>
            </a:r>
            <a:r>
              <a:rPr lang="en-US" altLang="ko-KR" dirty="0"/>
              <a:t>- </a:t>
            </a:r>
            <a:r>
              <a:rPr lang="ko-KR" altLang="en-US" dirty="0"/>
              <a:t>한 눈에 보는 핵심 투자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8344" y="3174632"/>
            <a:ext cx="6926565" cy="3385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ko-KR" altLang="en-US" sz="2200" dirty="0">
                <a:latin typeface="KoPub돋움체_Pro Bold"/>
                <a:ea typeface="KoPub돋움체_Pro Bold"/>
              </a:rPr>
              <a:t>현물 델타 조절만으로 </a:t>
            </a:r>
            <a:r>
              <a:rPr lang="ko-KR" altLang="en-US" sz="2200" dirty="0" err="1">
                <a:latin typeface="KoPub돋움체_Pro Bold"/>
                <a:ea typeface="KoPub돋움체_Pro Bold"/>
              </a:rPr>
              <a:t>풋</a:t>
            </a:r>
            <a:r>
              <a:rPr lang="ko-KR" altLang="en-US" sz="2200" dirty="0">
                <a:latin typeface="KoPub돋움체_Pro Bold"/>
                <a:ea typeface="KoPub돋움체_Pro Bold"/>
              </a:rPr>
              <a:t> 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9875" y="3572904"/>
            <a:ext cx="7221162" cy="5202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107956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옵션 직접 매도 없이</a:t>
            </a:r>
            <a:r>
              <a:rPr lang="en-US" altLang="ko-KR" sz="1400" dirty="0">
                <a:latin typeface="+mn-ea"/>
                <a:ea typeface="+mn-ea"/>
              </a:rPr>
              <a:t>, SK</a:t>
            </a:r>
            <a:r>
              <a:rPr lang="ko-KR" altLang="en-US" sz="1400" dirty="0">
                <a:latin typeface="+mn-ea"/>
                <a:ea typeface="+mn-ea"/>
              </a:rPr>
              <a:t>하이닉스 현물 비중 조정만으로 원하는 </a:t>
            </a:r>
            <a:r>
              <a:rPr lang="en-US" altLang="ko-KR" sz="1400" dirty="0">
                <a:latin typeface="+mn-ea"/>
                <a:ea typeface="+mn-ea"/>
              </a:rPr>
              <a:t>Payoff </a:t>
            </a:r>
            <a:r>
              <a:rPr lang="ko-KR" altLang="en-US" sz="1400" dirty="0">
                <a:latin typeface="+mn-ea"/>
                <a:ea typeface="+mn-ea"/>
              </a:rPr>
              <a:t>구성</a:t>
            </a:r>
            <a:endParaRPr lang="en-US" altLang="ko-KR" sz="1400" dirty="0">
              <a:latin typeface="+mn-ea"/>
              <a:ea typeface="+mn-ea"/>
            </a:endParaRPr>
          </a:p>
          <a:p>
            <a:pPr indent="-107956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증거금</a:t>
            </a:r>
            <a:r>
              <a:rPr lang="en-US" altLang="ko-KR" sz="1400" dirty="0">
                <a:latin typeface="+mn-ea"/>
                <a:ea typeface="+mn-ea"/>
              </a:rPr>
              <a:t>·</a:t>
            </a:r>
            <a:r>
              <a:rPr lang="ko-KR" altLang="en-US" sz="1400" dirty="0">
                <a:latin typeface="+mn-ea"/>
                <a:ea typeface="+mn-ea"/>
              </a:rPr>
              <a:t>유동성 제약 없이 파생 상품 복제 운용 노하우 적용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69875" y="5204710"/>
            <a:ext cx="7221162" cy="5202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107956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다수의 </a:t>
            </a:r>
            <a:r>
              <a:rPr lang="ko-KR" altLang="en-US" sz="1400" dirty="0" err="1">
                <a:latin typeface="+mn-ea"/>
                <a:ea typeface="+mn-ea"/>
              </a:rPr>
              <a:t>퀀트</a:t>
            </a:r>
            <a:r>
              <a:rPr lang="ko-KR" altLang="en-US" sz="1400" dirty="0">
                <a:latin typeface="+mn-ea"/>
                <a:ea typeface="+mn-ea"/>
              </a:rPr>
              <a:t> 모델 펀드</a:t>
            </a:r>
            <a:r>
              <a:rPr lang="en-US" altLang="ko-KR" sz="1400" dirty="0">
                <a:latin typeface="+mn-ea"/>
                <a:ea typeface="+mn-ea"/>
              </a:rPr>
              <a:t>·</a:t>
            </a:r>
            <a:r>
              <a:rPr lang="ko-KR" altLang="en-US" sz="1400" dirty="0">
                <a:latin typeface="+mn-ea"/>
                <a:ea typeface="+mn-ea"/>
              </a:rPr>
              <a:t>알고리즘 운용 경험을 기반으로 예측 변동성 및 최적의 델타 산출</a:t>
            </a:r>
            <a:endParaRPr lang="en-US" altLang="ko-KR" sz="1400" dirty="0">
              <a:latin typeface="+mn-ea"/>
              <a:ea typeface="+mn-ea"/>
            </a:endParaRPr>
          </a:p>
          <a:p>
            <a:pPr indent="-107956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"</a:t>
            </a:r>
            <a:r>
              <a:rPr lang="ko-KR" altLang="en-US" sz="1400" dirty="0">
                <a:latin typeface="+mn-ea"/>
                <a:ea typeface="+mn-ea"/>
              </a:rPr>
              <a:t>감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感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  <a:r>
              <a:rPr lang="ko-KR" altLang="en-US" sz="1400" dirty="0">
                <a:latin typeface="+mn-ea"/>
                <a:ea typeface="+mn-ea"/>
              </a:rPr>
              <a:t>이 아닌 모델 기반</a:t>
            </a:r>
            <a:r>
              <a:rPr lang="en-US" altLang="ko-KR" sz="1400" dirty="0">
                <a:latin typeface="+mn-ea"/>
                <a:ea typeface="+mn-ea"/>
              </a:rPr>
              <a:t>" </a:t>
            </a:r>
            <a:r>
              <a:rPr lang="ko-KR" altLang="en-US" sz="1400" dirty="0">
                <a:latin typeface="+mn-ea"/>
                <a:ea typeface="+mn-ea"/>
              </a:rPr>
              <a:t>운용 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8345" y="1542827"/>
            <a:ext cx="475807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200" dirty="0">
                <a:latin typeface="KoPub돋움체_Pro Bold"/>
                <a:ea typeface="KoPub돋움체_Pro Bold"/>
              </a:rPr>
              <a:t>목표가 뚜렷한 타겟 프리미엄 상품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9875" y="1941916"/>
            <a:ext cx="7221162" cy="5202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107956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최초 </a:t>
            </a: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개월</a:t>
            </a:r>
            <a:r>
              <a:rPr lang="en-US" altLang="ko-KR" sz="1400" dirty="0">
                <a:latin typeface="+mn-ea"/>
                <a:ea typeface="+mn-ea"/>
              </a:rPr>
              <a:t>: </a:t>
            </a:r>
            <a:r>
              <a:rPr lang="ko-KR" altLang="en-US" sz="1400" dirty="0">
                <a:latin typeface="+mn-ea"/>
                <a:ea typeface="+mn-ea"/>
              </a:rPr>
              <a:t>목표 수익률 </a:t>
            </a:r>
            <a:r>
              <a:rPr lang="en-US" altLang="ko-KR" sz="1400" dirty="0">
                <a:latin typeface="+mn-ea"/>
                <a:ea typeface="+mn-ea"/>
              </a:rPr>
              <a:t>5%. </a:t>
            </a:r>
            <a:r>
              <a:rPr lang="ko-KR" altLang="en-US" sz="1400" dirty="0">
                <a:latin typeface="+mn-ea"/>
                <a:ea typeface="+mn-ea"/>
              </a:rPr>
              <a:t>목표 수익률 달성 시 즉시 자문 계약 종료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</a:p>
          <a:p>
            <a:pPr indent="-107956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최초 </a:t>
            </a: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개월에 목표 수익률 </a:t>
            </a:r>
            <a:r>
              <a:rPr lang="ko-KR" altLang="en-US" sz="1400" dirty="0" err="1">
                <a:latin typeface="+mn-ea"/>
                <a:ea typeface="+mn-ea"/>
              </a:rPr>
              <a:t>미달성</a:t>
            </a:r>
            <a:r>
              <a:rPr lang="en-US" altLang="ko-KR" sz="1400" dirty="0">
                <a:latin typeface="+mn-ea"/>
                <a:ea typeface="+mn-ea"/>
              </a:rPr>
              <a:t>: </a:t>
            </a:r>
            <a:r>
              <a:rPr lang="ko-KR" altLang="en-US" sz="1400" dirty="0">
                <a:latin typeface="+mn-ea"/>
                <a:ea typeface="+mn-ea"/>
              </a:rPr>
              <a:t>목표 수익률 </a:t>
            </a:r>
            <a:r>
              <a:rPr lang="en-US" altLang="ko-KR" sz="1400" dirty="0">
                <a:latin typeface="+mn-ea"/>
                <a:ea typeface="+mn-ea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4880" y="4812669"/>
            <a:ext cx="6810259" cy="3385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ko-KR" altLang="en-US" sz="2200" dirty="0">
                <a:latin typeface="KoPub돋움체_Pro Bold"/>
                <a:ea typeface="KoPub돋움체_Pro Bold"/>
              </a:rPr>
              <a:t>다양한 금융공학 모델 기반 정량 헤지</a:t>
            </a:r>
          </a:p>
        </p:txBody>
      </p:sp>
    </p:spTree>
    <p:extLst>
      <p:ext uri="{BB962C8B-B14F-4D97-AF65-F5344CB8AC3E}">
        <p14:creationId xmlns:p14="http://schemas.microsoft.com/office/powerpoint/2010/main" val="229539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CC6F-C500-D762-C3AF-5A22FE7E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88455C0-40A5-EEBF-35DB-0AD56F83C9E0}"/>
              </a:ext>
            </a:extLst>
          </p:cNvPr>
          <p:cNvSpPr txBox="1"/>
          <p:nvPr/>
        </p:nvSpPr>
        <p:spPr>
          <a:xfrm>
            <a:off x="417503" y="5981084"/>
            <a:ext cx="4285633" cy="2154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sp>
        <p:nvSpPr>
          <p:cNvPr id="16" name="제목 8">
            <a:extLst>
              <a:ext uri="{FF2B5EF4-FFF2-40B4-BE49-F238E27FC236}">
                <a16:creationId xmlns:a16="http://schemas.microsoft.com/office/drawing/2014/main" id="{9C7641A3-5D46-FEA7-8A1A-4EA54919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8" y="449896"/>
            <a:ext cx="7627774" cy="249940"/>
          </a:xfrm>
        </p:spPr>
        <p:txBody>
          <a:bodyPr/>
          <a:lstStyle/>
          <a:p>
            <a:r>
              <a:rPr lang="en-US" altLang="ko-KR" dirty="0">
                <a:latin typeface="+mj-ea"/>
                <a:cs typeface="맑은 고딕" pitchFamily="34" charset="-120"/>
              </a:rPr>
              <a:t>TPRP 6M/3Y : </a:t>
            </a:r>
            <a:r>
              <a:rPr lang="ko-KR" altLang="en-US" dirty="0">
                <a:latin typeface="+mj-ea"/>
                <a:cs typeface="맑은 고딕" pitchFamily="34" charset="-120"/>
              </a:rPr>
              <a:t>타겟 프리미엄 </a:t>
            </a:r>
            <a:r>
              <a:rPr lang="ko-KR" altLang="en-US" dirty="0" err="1">
                <a:latin typeface="+mj-ea"/>
                <a:cs typeface="맑은 고딕" pitchFamily="34" charset="-120"/>
              </a:rPr>
              <a:t>풋</a:t>
            </a:r>
            <a:r>
              <a:rPr lang="ko-KR" altLang="en-US" dirty="0">
                <a:latin typeface="+mj-ea"/>
                <a:cs typeface="맑은 고딕" pitchFamily="34" charset="-120"/>
              </a:rPr>
              <a:t> 매도 페이오프 복제 구조의 상품</a:t>
            </a:r>
            <a:endParaRPr lang="ko-KR" altLang="en-US" dirty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62A3875A-1440-9EB0-D46C-9366B54210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2"/>
            </a:pPr>
            <a:r>
              <a:rPr lang="ko-KR" altLang="en-US" dirty="0"/>
              <a:t>전략 소개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33856-90DC-E476-7E73-96A394FE91A5}"/>
              </a:ext>
            </a:extLst>
          </p:cNvPr>
          <p:cNvSpPr txBox="1"/>
          <p:nvPr/>
        </p:nvSpPr>
        <p:spPr>
          <a:xfrm>
            <a:off x="404440" y="1234440"/>
            <a:ext cx="4533320" cy="251795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400" b="1" i="0" dirty="0">
                <a:latin typeface="+mn-ea"/>
                <a:ea typeface="+mn-ea"/>
              </a:rPr>
              <a:t>6개월 </a:t>
            </a:r>
            <a:r>
              <a:rPr sz="1400" b="1" i="0" dirty="0" err="1">
                <a:latin typeface="+mn-ea"/>
                <a:ea typeface="+mn-ea"/>
              </a:rPr>
              <a:t>단위</a:t>
            </a:r>
            <a:r>
              <a:rPr sz="1400" b="1" i="0" dirty="0">
                <a:latin typeface="+mn-ea"/>
                <a:ea typeface="+mn-ea"/>
              </a:rPr>
              <a:t> </a:t>
            </a:r>
            <a:r>
              <a:rPr sz="1400" b="1" i="0" dirty="0" err="1">
                <a:latin typeface="+mn-ea"/>
                <a:ea typeface="+mn-ea"/>
              </a:rPr>
              <a:t>페이오프</a:t>
            </a:r>
            <a:r>
              <a:rPr sz="1400" b="1" i="0" dirty="0">
                <a:latin typeface="+mn-ea"/>
                <a:ea typeface="+mn-ea"/>
              </a:rPr>
              <a:t> (</a:t>
            </a:r>
            <a:r>
              <a:rPr sz="1400" b="1" i="0" dirty="0" err="1">
                <a:latin typeface="+mn-ea"/>
                <a:ea typeface="+mn-ea"/>
              </a:rPr>
              <a:t>가상</a:t>
            </a:r>
            <a:r>
              <a:rPr sz="1400" b="1" i="0" dirty="0">
                <a:latin typeface="+mn-ea"/>
                <a:ea typeface="+mn-ea"/>
              </a:rPr>
              <a:t> 풋 </a:t>
            </a:r>
            <a:r>
              <a:rPr sz="1400" b="1" i="0" dirty="0" err="1">
                <a:latin typeface="+mn-ea"/>
                <a:ea typeface="+mn-ea"/>
              </a:rPr>
              <a:t>매도</a:t>
            </a:r>
            <a:r>
              <a:rPr sz="1400" b="1" i="0" dirty="0">
                <a:latin typeface="+mn-ea"/>
                <a:ea typeface="+mn-ea"/>
              </a:rPr>
              <a:t> </a:t>
            </a:r>
            <a:r>
              <a:rPr sz="1400" b="1" i="0" dirty="0" err="1">
                <a:latin typeface="+mn-ea"/>
                <a:ea typeface="+mn-ea"/>
              </a:rPr>
              <a:t>복제</a:t>
            </a:r>
            <a:r>
              <a:rPr sz="1400" b="1" i="0" dirty="0">
                <a:latin typeface="+mn-ea"/>
                <a:ea typeface="+mn-ea"/>
              </a:rPr>
              <a:t> </a:t>
            </a:r>
            <a:r>
              <a:rPr sz="1400" b="1" i="0" dirty="0" err="1">
                <a:latin typeface="+mn-ea"/>
                <a:ea typeface="+mn-ea"/>
              </a:rPr>
              <a:t>손익</a:t>
            </a:r>
            <a:r>
              <a:rPr sz="1400" b="1" i="0" dirty="0">
                <a:latin typeface="+mn-ea"/>
                <a:ea typeface="+mn-ea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8B6FB4-357F-EA5D-DC25-F213696A1881}"/>
              </a:ext>
            </a:extLst>
          </p:cNvPr>
          <p:cNvSpPr txBox="1"/>
          <p:nvPr/>
        </p:nvSpPr>
        <p:spPr>
          <a:xfrm>
            <a:off x="3466004" y="2155770"/>
            <a:ext cx="1067967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r"/>
            <a:r>
              <a:rPr sz="1000" b="1" i="0" dirty="0">
                <a:solidFill>
                  <a:srgbClr val="F58220"/>
                </a:solidFill>
                <a:latin typeface="+mn-ea"/>
                <a:ea typeface="+mn-ea"/>
              </a:rPr>
              <a:t>+ 5% (Target)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F10325-C428-674C-2E80-E2C24542CFB3}"/>
              </a:ext>
            </a:extLst>
          </p:cNvPr>
          <p:cNvSpPr txBox="1"/>
          <p:nvPr/>
        </p:nvSpPr>
        <p:spPr>
          <a:xfrm>
            <a:off x="5120640" y="1234440"/>
            <a:ext cx="4206240" cy="251795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400" b="1" i="0" dirty="0">
                <a:latin typeface="+mn-ea"/>
                <a:ea typeface="+mn-ea"/>
              </a:rPr>
              <a:t>6개월 × 6회 </a:t>
            </a:r>
            <a:r>
              <a:rPr lang="ko-KR" altLang="en-US" sz="1400" b="1" i="0" dirty="0">
                <a:latin typeface="+mn-ea"/>
                <a:ea typeface="+mn-ea"/>
              </a:rPr>
              <a:t>타겟 </a:t>
            </a:r>
            <a:r>
              <a:rPr sz="1400" b="1" i="0" dirty="0" err="1">
                <a:latin typeface="+mn-ea"/>
                <a:ea typeface="+mn-ea"/>
              </a:rPr>
              <a:t>흐름</a:t>
            </a:r>
            <a:endParaRPr sz="1400" b="1" i="0" dirty="0">
              <a:latin typeface="+mn-ea"/>
              <a:ea typeface="+mn-ea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395EB540-901E-13E0-C5C1-2EB82186CE52}"/>
              </a:ext>
            </a:extLst>
          </p:cNvPr>
          <p:cNvSpPr/>
          <p:nvPr/>
        </p:nvSpPr>
        <p:spPr>
          <a:xfrm>
            <a:off x="5166360" y="1663080"/>
            <a:ext cx="1325880" cy="685800"/>
          </a:xfrm>
          <a:prstGeom prst="rect">
            <a:avLst/>
          </a:prstGeom>
          <a:solidFill>
            <a:srgbClr val="FDE6CF"/>
          </a:solidFill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415F41-A41C-453B-43D6-C8FEB306F844}"/>
              </a:ext>
            </a:extLst>
          </p:cNvPr>
          <p:cNvSpPr txBox="1"/>
          <p:nvPr/>
        </p:nvSpPr>
        <p:spPr>
          <a:xfrm>
            <a:off x="5166360" y="1746504"/>
            <a:ext cx="13258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+mn-ea"/>
                <a:ea typeface="+mn-ea"/>
              </a:rPr>
              <a:t>1회차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49A6B8-9B2D-DC7E-3206-793CD66CD905}"/>
              </a:ext>
            </a:extLst>
          </p:cNvPr>
          <p:cNvSpPr txBox="1"/>
          <p:nvPr/>
        </p:nvSpPr>
        <p:spPr>
          <a:xfrm>
            <a:off x="5166360" y="2020824"/>
            <a:ext cx="132588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i="0">
                <a:solidFill>
                  <a:srgbClr val="363636"/>
                </a:solidFill>
                <a:latin typeface="+mn-ea"/>
                <a:ea typeface="+mn-ea"/>
              </a:rPr>
              <a:t>목표 5%</a:t>
            </a: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D55889B9-CC4E-BB62-B64F-21F5BDB69790}"/>
              </a:ext>
            </a:extLst>
          </p:cNvPr>
          <p:cNvSpPr/>
          <p:nvPr/>
        </p:nvSpPr>
        <p:spPr>
          <a:xfrm>
            <a:off x="6583680" y="1663080"/>
            <a:ext cx="1325880" cy="685800"/>
          </a:xfrm>
          <a:prstGeom prst="rect">
            <a:avLst/>
          </a:prstGeom>
          <a:solidFill>
            <a:srgbClr val="FDE6CF"/>
          </a:solidFill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0C4AAA-1A12-4C7A-9E4F-8F7FFF724E53}"/>
              </a:ext>
            </a:extLst>
          </p:cNvPr>
          <p:cNvSpPr txBox="1"/>
          <p:nvPr/>
        </p:nvSpPr>
        <p:spPr>
          <a:xfrm>
            <a:off x="6583680" y="1746504"/>
            <a:ext cx="13258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+mn-ea"/>
                <a:ea typeface="+mn-ea"/>
              </a:rPr>
              <a:t>2회차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933507-1E69-4BC8-686A-28D87F7A59D9}"/>
              </a:ext>
            </a:extLst>
          </p:cNvPr>
          <p:cNvSpPr txBox="1"/>
          <p:nvPr/>
        </p:nvSpPr>
        <p:spPr>
          <a:xfrm>
            <a:off x="6583680" y="2020824"/>
            <a:ext cx="132588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i="0" dirty="0" err="1">
                <a:solidFill>
                  <a:srgbClr val="363636"/>
                </a:solidFill>
                <a:latin typeface="+mn-ea"/>
                <a:ea typeface="+mn-ea"/>
              </a:rPr>
              <a:t>목표</a:t>
            </a:r>
            <a:r>
              <a:rPr sz="900" b="0" i="0" dirty="0">
                <a:solidFill>
                  <a:srgbClr val="363636"/>
                </a:solidFill>
                <a:latin typeface="+mn-ea"/>
                <a:ea typeface="+mn-ea"/>
              </a:rPr>
              <a:t> 10%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FD24862-552A-A2F2-1DFE-E8863E76FBDA}"/>
              </a:ext>
            </a:extLst>
          </p:cNvPr>
          <p:cNvSpPr/>
          <p:nvPr/>
        </p:nvSpPr>
        <p:spPr>
          <a:xfrm>
            <a:off x="8001000" y="1663080"/>
            <a:ext cx="1325880" cy="685800"/>
          </a:xfrm>
          <a:prstGeom prst="rect">
            <a:avLst/>
          </a:prstGeom>
          <a:solidFill>
            <a:srgbClr val="FDE6CF"/>
          </a:solidFill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919397-23D5-EF6F-6BCC-2B8D48B18AAE}"/>
              </a:ext>
            </a:extLst>
          </p:cNvPr>
          <p:cNvSpPr txBox="1"/>
          <p:nvPr/>
        </p:nvSpPr>
        <p:spPr>
          <a:xfrm>
            <a:off x="8001000" y="1746504"/>
            <a:ext cx="13258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+mn-ea"/>
                <a:ea typeface="+mn-ea"/>
              </a:rPr>
              <a:t>3회차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861CCE-7E25-5A76-A70C-98104E617334}"/>
              </a:ext>
            </a:extLst>
          </p:cNvPr>
          <p:cNvSpPr txBox="1"/>
          <p:nvPr/>
        </p:nvSpPr>
        <p:spPr>
          <a:xfrm>
            <a:off x="8001000" y="2020824"/>
            <a:ext cx="132588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i="0" dirty="0" err="1">
                <a:solidFill>
                  <a:srgbClr val="363636"/>
                </a:solidFill>
                <a:latin typeface="+mn-ea"/>
                <a:ea typeface="+mn-ea"/>
              </a:rPr>
              <a:t>목표</a:t>
            </a:r>
            <a:r>
              <a:rPr sz="900" b="0" i="0" dirty="0">
                <a:solidFill>
                  <a:srgbClr val="363636"/>
                </a:solidFill>
                <a:latin typeface="+mn-ea"/>
                <a:ea typeface="+mn-ea"/>
              </a:rPr>
              <a:t> 10%</a:t>
            </a:r>
          </a:p>
        </p:txBody>
      </p:sp>
      <p:sp>
        <p:nvSpPr>
          <p:cNvPr id="46" name="Rectangle 31">
            <a:extLst>
              <a:ext uri="{FF2B5EF4-FFF2-40B4-BE49-F238E27FC236}">
                <a16:creationId xmlns:a16="http://schemas.microsoft.com/office/drawing/2014/main" id="{B44360CC-C9CC-8CA8-C8F8-FC95C56E8997}"/>
              </a:ext>
            </a:extLst>
          </p:cNvPr>
          <p:cNvSpPr/>
          <p:nvPr/>
        </p:nvSpPr>
        <p:spPr>
          <a:xfrm>
            <a:off x="5166360" y="2599184"/>
            <a:ext cx="1325880" cy="685800"/>
          </a:xfrm>
          <a:prstGeom prst="rect">
            <a:avLst/>
          </a:prstGeom>
          <a:solidFill>
            <a:srgbClr val="FDE6CF"/>
          </a:solidFill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5E403E-E5B2-2520-73BD-92854BDAD616}"/>
              </a:ext>
            </a:extLst>
          </p:cNvPr>
          <p:cNvSpPr txBox="1"/>
          <p:nvPr/>
        </p:nvSpPr>
        <p:spPr>
          <a:xfrm>
            <a:off x="5166360" y="2706624"/>
            <a:ext cx="13258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+mn-ea"/>
                <a:ea typeface="+mn-ea"/>
              </a:rPr>
              <a:t>4회차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539744-437B-6379-A92E-7B175ACA0BC4}"/>
              </a:ext>
            </a:extLst>
          </p:cNvPr>
          <p:cNvSpPr txBox="1"/>
          <p:nvPr/>
        </p:nvSpPr>
        <p:spPr>
          <a:xfrm>
            <a:off x="5166360" y="2980944"/>
            <a:ext cx="132588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i="0" dirty="0" err="1">
                <a:solidFill>
                  <a:srgbClr val="363636"/>
                </a:solidFill>
                <a:latin typeface="+mn-ea"/>
                <a:ea typeface="+mn-ea"/>
              </a:rPr>
              <a:t>목표</a:t>
            </a:r>
            <a:r>
              <a:rPr sz="900" b="0" i="0" dirty="0">
                <a:solidFill>
                  <a:srgbClr val="363636"/>
                </a:solidFill>
                <a:latin typeface="+mn-ea"/>
                <a:ea typeface="+mn-ea"/>
              </a:rPr>
              <a:t> 10%</a:t>
            </a:r>
          </a:p>
        </p:txBody>
      </p:sp>
      <p:sp>
        <p:nvSpPr>
          <p:cNvPr id="49" name="Rectangle 35">
            <a:extLst>
              <a:ext uri="{FF2B5EF4-FFF2-40B4-BE49-F238E27FC236}">
                <a16:creationId xmlns:a16="http://schemas.microsoft.com/office/drawing/2014/main" id="{AF0FAB40-F29B-B383-8ACB-37ACC8A09AF1}"/>
              </a:ext>
            </a:extLst>
          </p:cNvPr>
          <p:cNvSpPr/>
          <p:nvPr/>
        </p:nvSpPr>
        <p:spPr>
          <a:xfrm>
            <a:off x="6583680" y="2599184"/>
            <a:ext cx="1325880" cy="685800"/>
          </a:xfrm>
          <a:prstGeom prst="rect">
            <a:avLst/>
          </a:prstGeom>
          <a:solidFill>
            <a:srgbClr val="FDE6CF"/>
          </a:solidFill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D86D54-A582-9C93-B56B-DDBFEDFF4D5F}"/>
              </a:ext>
            </a:extLst>
          </p:cNvPr>
          <p:cNvSpPr txBox="1"/>
          <p:nvPr/>
        </p:nvSpPr>
        <p:spPr>
          <a:xfrm>
            <a:off x="6583680" y="2706624"/>
            <a:ext cx="13258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+mn-ea"/>
                <a:ea typeface="+mn-ea"/>
              </a:rPr>
              <a:t>5회차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3C2712-EFF0-179A-9A3A-9DF6738EF92D}"/>
              </a:ext>
            </a:extLst>
          </p:cNvPr>
          <p:cNvSpPr txBox="1"/>
          <p:nvPr/>
        </p:nvSpPr>
        <p:spPr>
          <a:xfrm>
            <a:off x="6583680" y="2980944"/>
            <a:ext cx="132588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i="0" dirty="0" err="1">
                <a:solidFill>
                  <a:srgbClr val="363636"/>
                </a:solidFill>
                <a:latin typeface="+mn-ea"/>
                <a:ea typeface="+mn-ea"/>
              </a:rPr>
              <a:t>목표</a:t>
            </a:r>
            <a:r>
              <a:rPr sz="900" b="0" i="0" dirty="0">
                <a:solidFill>
                  <a:srgbClr val="363636"/>
                </a:solidFill>
                <a:latin typeface="+mn-ea"/>
                <a:ea typeface="+mn-ea"/>
              </a:rPr>
              <a:t> 10%</a:t>
            </a:r>
          </a:p>
        </p:txBody>
      </p:sp>
      <p:sp>
        <p:nvSpPr>
          <p:cNvPr id="52" name="Rectangle 39">
            <a:extLst>
              <a:ext uri="{FF2B5EF4-FFF2-40B4-BE49-F238E27FC236}">
                <a16:creationId xmlns:a16="http://schemas.microsoft.com/office/drawing/2014/main" id="{2AD777F1-4881-CB5E-087A-6B87B5BA0E9F}"/>
              </a:ext>
            </a:extLst>
          </p:cNvPr>
          <p:cNvSpPr/>
          <p:nvPr/>
        </p:nvSpPr>
        <p:spPr>
          <a:xfrm>
            <a:off x="8001000" y="2599184"/>
            <a:ext cx="1325880" cy="685800"/>
          </a:xfrm>
          <a:prstGeom prst="rect">
            <a:avLst/>
          </a:prstGeom>
          <a:solidFill>
            <a:srgbClr val="FDE6CF"/>
          </a:solidFill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4E261E-AA2F-780E-A701-92D20B8D60B5}"/>
              </a:ext>
            </a:extLst>
          </p:cNvPr>
          <p:cNvSpPr txBox="1"/>
          <p:nvPr/>
        </p:nvSpPr>
        <p:spPr>
          <a:xfrm>
            <a:off x="8001000" y="2706624"/>
            <a:ext cx="13258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+mn-ea"/>
                <a:ea typeface="+mn-ea"/>
              </a:rPr>
              <a:t>6회차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1EB141-B5B5-93F8-BA86-CDBCD6955B5D}"/>
              </a:ext>
            </a:extLst>
          </p:cNvPr>
          <p:cNvSpPr txBox="1"/>
          <p:nvPr/>
        </p:nvSpPr>
        <p:spPr>
          <a:xfrm>
            <a:off x="8001000" y="2980944"/>
            <a:ext cx="132588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i="0" dirty="0" err="1">
                <a:solidFill>
                  <a:srgbClr val="363636"/>
                </a:solidFill>
                <a:latin typeface="+mn-ea"/>
                <a:ea typeface="+mn-ea"/>
              </a:rPr>
              <a:t>목표</a:t>
            </a:r>
            <a:r>
              <a:rPr sz="900" b="0" i="0" dirty="0">
                <a:solidFill>
                  <a:srgbClr val="363636"/>
                </a:solidFill>
                <a:latin typeface="+mn-ea"/>
                <a:ea typeface="+mn-ea"/>
              </a:rPr>
              <a:t> 10%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BA6E28-6435-DF10-FAA9-A696549EDB8E}"/>
              </a:ext>
            </a:extLst>
          </p:cNvPr>
          <p:cNvSpPr txBox="1"/>
          <p:nvPr/>
        </p:nvSpPr>
        <p:spPr>
          <a:xfrm>
            <a:off x="5120640" y="3657600"/>
            <a:ext cx="448056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900" b="1" i="0" dirty="0">
                <a:solidFill>
                  <a:srgbClr val="1E3A5F"/>
                </a:solidFill>
                <a:latin typeface="+mn-ea"/>
                <a:ea typeface="+mn-ea"/>
              </a:rPr>
              <a:t>★ </a:t>
            </a:r>
            <a:r>
              <a:rPr lang="ko-KR" altLang="en-US" sz="900" b="1" dirty="0">
                <a:solidFill>
                  <a:srgbClr val="1E3A5F"/>
                </a:solidFill>
                <a:latin typeface="+mn-ea"/>
                <a:ea typeface="+mn-ea"/>
              </a:rPr>
              <a:t>설정 후 </a:t>
            </a:r>
            <a:r>
              <a:rPr lang="en-US" altLang="ko-KR" sz="900" b="1" dirty="0">
                <a:solidFill>
                  <a:srgbClr val="1E3A5F"/>
                </a:solidFill>
                <a:latin typeface="+mn-ea"/>
                <a:ea typeface="+mn-ea"/>
              </a:rPr>
              <a:t>6</a:t>
            </a:r>
            <a:r>
              <a:rPr lang="ko-KR" altLang="en-US" sz="900" b="1" dirty="0">
                <a:solidFill>
                  <a:srgbClr val="1E3A5F"/>
                </a:solidFill>
                <a:latin typeface="+mn-ea"/>
                <a:ea typeface="+mn-ea"/>
              </a:rPr>
              <a:t>개월 이내 </a:t>
            </a:r>
            <a:r>
              <a:rPr sz="900" b="1" i="0" dirty="0">
                <a:solidFill>
                  <a:srgbClr val="1E3A5F"/>
                </a:solidFill>
                <a:latin typeface="+mn-ea"/>
                <a:ea typeface="+mn-ea"/>
              </a:rPr>
              <a:t>5% </a:t>
            </a:r>
            <a:r>
              <a:rPr sz="900" b="1" i="0" dirty="0" err="1">
                <a:solidFill>
                  <a:srgbClr val="1E3A5F"/>
                </a:solidFill>
                <a:latin typeface="+mn-ea"/>
                <a:ea typeface="+mn-ea"/>
              </a:rPr>
              <a:t>달성</a:t>
            </a:r>
            <a:r>
              <a:rPr sz="900" b="1" i="0" dirty="0">
                <a:solidFill>
                  <a:srgbClr val="1E3A5F"/>
                </a:solidFill>
                <a:latin typeface="+mn-ea"/>
                <a:ea typeface="+mn-ea"/>
              </a:rPr>
              <a:t> 시: </a:t>
            </a:r>
            <a:r>
              <a:rPr sz="900" b="1" i="0" dirty="0" err="1">
                <a:solidFill>
                  <a:srgbClr val="1E3A5F"/>
                </a:solidFill>
                <a:latin typeface="+mn-ea"/>
                <a:ea typeface="+mn-ea"/>
              </a:rPr>
              <a:t>포지션</a:t>
            </a:r>
            <a:r>
              <a:rPr sz="90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900" b="1" i="0" dirty="0" err="1">
                <a:solidFill>
                  <a:srgbClr val="1E3A5F"/>
                </a:solidFill>
                <a:latin typeface="+mn-ea"/>
                <a:ea typeface="+mn-ea"/>
              </a:rPr>
              <a:t>정리</a:t>
            </a:r>
            <a:r>
              <a:rPr lang="en-US" sz="90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lang="ko-KR" altLang="en-US" sz="900" b="1" i="0" dirty="0">
                <a:solidFill>
                  <a:srgbClr val="1E3A5F"/>
                </a:solidFill>
                <a:latin typeface="+mn-ea"/>
                <a:ea typeface="+mn-ea"/>
              </a:rPr>
              <a:t>및 자문 계약 종료</a:t>
            </a:r>
            <a:endParaRPr sz="900" b="1" i="0" dirty="0">
              <a:solidFill>
                <a:srgbClr val="1E3A5F"/>
              </a:solidFill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3A500E-A981-59D1-4078-7529C349B3C5}"/>
              </a:ext>
            </a:extLst>
          </p:cNvPr>
          <p:cNvSpPr txBox="1"/>
          <p:nvPr/>
        </p:nvSpPr>
        <p:spPr>
          <a:xfrm>
            <a:off x="5120640" y="3913632"/>
            <a:ext cx="4480560" cy="1748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900" b="1" i="0" dirty="0">
                <a:solidFill>
                  <a:srgbClr val="C0504D"/>
                </a:solidFill>
                <a:latin typeface="+mn-ea"/>
                <a:ea typeface="+mn-ea"/>
              </a:rPr>
              <a:t>★ </a:t>
            </a:r>
            <a:r>
              <a:rPr lang="ko-KR" altLang="en-US" sz="900" b="1" i="0" dirty="0">
                <a:solidFill>
                  <a:srgbClr val="C0504D"/>
                </a:solidFill>
                <a:latin typeface="+mn-ea"/>
                <a:ea typeface="+mn-ea"/>
              </a:rPr>
              <a:t>설정 후 </a:t>
            </a:r>
            <a:r>
              <a:rPr lang="en-US" altLang="ko-KR" sz="900" b="1" i="0" dirty="0">
                <a:solidFill>
                  <a:srgbClr val="C0504D"/>
                </a:solidFill>
                <a:latin typeface="+mn-ea"/>
                <a:ea typeface="+mn-ea"/>
              </a:rPr>
              <a:t>6</a:t>
            </a:r>
            <a:r>
              <a:rPr lang="ko-KR" altLang="en-US" sz="900" b="1" i="0" dirty="0">
                <a:solidFill>
                  <a:srgbClr val="C0504D"/>
                </a:solidFill>
                <a:latin typeface="+mn-ea"/>
                <a:ea typeface="+mn-ea"/>
              </a:rPr>
              <a:t>개월 이내 </a:t>
            </a:r>
            <a:r>
              <a:rPr sz="900" b="1" i="0" dirty="0">
                <a:solidFill>
                  <a:srgbClr val="C0504D"/>
                </a:solidFill>
                <a:latin typeface="+mn-ea"/>
                <a:ea typeface="+mn-ea"/>
              </a:rPr>
              <a:t>5% </a:t>
            </a:r>
            <a:r>
              <a:rPr sz="900" b="1" i="0" dirty="0" err="1">
                <a:solidFill>
                  <a:srgbClr val="C0504D"/>
                </a:solidFill>
                <a:latin typeface="+mn-ea"/>
                <a:ea typeface="+mn-ea"/>
              </a:rPr>
              <a:t>미달</a:t>
            </a:r>
            <a:r>
              <a:rPr sz="900" b="1" i="0" dirty="0">
                <a:solidFill>
                  <a:srgbClr val="C0504D"/>
                </a:solidFill>
                <a:latin typeface="+mn-ea"/>
                <a:ea typeface="+mn-ea"/>
              </a:rPr>
              <a:t> 시: </a:t>
            </a:r>
            <a:r>
              <a:rPr lang="ko-KR" altLang="en-US" sz="900" b="1" i="0" dirty="0">
                <a:solidFill>
                  <a:srgbClr val="C0504D"/>
                </a:solidFill>
                <a:latin typeface="+mn-ea"/>
                <a:ea typeface="+mn-ea"/>
              </a:rPr>
              <a:t>목표 수익률 </a:t>
            </a:r>
            <a:r>
              <a:rPr lang="en-US" altLang="ko-KR" sz="900" b="1" i="0" dirty="0">
                <a:solidFill>
                  <a:srgbClr val="C0504D"/>
                </a:solidFill>
                <a:latin typeface="+mn-ea"/>
                <a:ea typeface="+mn-ea"/>
              </a:rPr>
              <a:t>10%</a:t>
            </a:r>
            <a:r>
              <a:rPr lang="ko-KR" altLang="en-US" sz="900" b="1" i="0" dirty="0">
                <a:solidFill>
                  <a:srgbClr val="C0504D"/>
                </a:solidFill>
                <a:latin typeface="+mn-ea"/>
                <a:ea typeface="+mn-ea"/>
              </a:rPr>
              <a:t>로 상향</a:t>
            </a:r>
            <a:endParaRPr sz="900" b="1" i="0" dirty="0">
              <a:solidFill>
                <a:srgbClr val="C0504D"/>
              </a:solidFill>
              <a:latin typeface="+mn-ea"/>
              <a:ea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6DBCE5-FB46-1BCD-266F-8B907E1948F0}"/>
              </a:ext>
            </a:extLst>
          </p:cNvPr>
          <p:cNvSpPr txBox="1"/>
          <p:nvPr/>
        </p:nvSpPr>
        <p:spPr>
          <a:xfrm>
            <a:off x="487788" y="4422812"/>
            <a:ext cx="9144000" cy="87568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100" b="0" dirty="0" err="1">
                <a:latin typeface="+mn-ea"/>
                <a:ea typeface="+mn-ea"/>
              </a:rPr>
              <a:t>단위</a:t>
            </a:r>
            <a:r>
              <a:rPr sz="1100" b="0" dirty="0">
                <a:latin typeface="+mn-ea"/>
                <a:ea typeface="+mn-ea"/>
              </a:rPr>
              <a:t> </a:t>
            </a:r>
            <a:r>
              <a:rPr sz="1100" b="0" dirty="0" err="1">
                <a:latin typeface="+mn-ea"/>
                <a:ea typeface="+mn-ea"/>
              </a:rPr>
              <a:t>구간</a:t>
            </a:r>
            <a:r>
              <a:rPr sz="1100" b="0" dirty="0">
                <a:latin typeface="+mn-ea"/>
                <a:ea typeface="+mn-ea"/>
              </a:rPr>
              <a:t> = 6개월, 총 6구간 = 3년 </a:t>
            </a:r>
            <a:r>
              <a:rPr sz="1100" b="0" dirty="0" err="1">
                <a:latin typeface="+mn-ea"/>
                <a:ea typeface="+mn-ea"/>
              </a:rPr>
              <a:t>만기</a:t>
            </a:r>
            <a:r>
              <a:rPr sz="1100" b="0" dirty="0">
                <a:latin typeface="+mn-ea"/>
                <a:ea typeface="+mn-ea"/>
              </a:rPr>
              <a:t> </a:t>
            </a:r>
            <a:r>
              <a:rPr sz="1100" b="0" dirty="0" err="1">
                <a:latin typeface="+mn-ea"/>
                <a:ea typeface="+mn-ea"/>
              </a:rPr>
              <a:t>상품</a:t>
            </a:r>
            <a:endParaRPr sz="11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100" b="0" dirty="0" err="1">
                <a:latin typeface="+mn-ea"/>
                <a:ea typeface="+mn-ea"/>
              </a:rPr>
              <a:t>달성</a:t>
            </a:r>
            <a:r>
              <a:rPr sz="1100" b="0" dirty="0">
                <a:latin typeface="+mn-ea"/>
                <a:ea typeface="+mn-ea"/>
              </a:rPr>
              <a:t> 시 </a:t>
            </a:r>
            <a:r>
              <a:rPr lang="ko-KR" altLang="en-US" sz="1100" b="0" dirty="0">
                <a:latin typeface="+mn-ea"/>
                <a:ea typeface="+mn-ea"/>
              </a:rPr>
              <a:t>자문 계약 종료 </a:t>
            </a:r>
            <a:r>
              <a:rPr sz="1100" b="0" dirty="0">
                <a:latin typeface="+mn-ea"/>
                <a:ea typeface="+mn-ea"/>
              </a:rPr>
              <a:t>/ </a:t>
            </a:r>
            <a:r>
              <a:rPr sz="1100" b="0" dirty="0" err="1">
                <a:latin typeface="+mn-ea"/>
                <a:ea typeface="+mn-ea"/>
              </a:rPr>
              <a:t>미달</a:t>
            </a:r>
            <a:r>
              <a:rPr sz="1100" b="0" dirty="0">
                <a:latin typeface="+mn-ea"/>
                <a:ea typeface="+mn-ea"/>
              </a:rPr>
              <a:t> 시 </a:t>
            </a:r>
            <a:r>
              <a:rPr sz="1100" b="0" dirty="0" err="1">
                <a:latin typeface="+mn-ea"/>
                <a:ea typeface="+mn-ea"/>
              </a:rPr>
              <a:t>다음</a:t>
            </a:r>
            <a:r>
              <a:rPr sz="1100" b="0" dirty="0">
                <a:latin typeface="+mn-ea"/>
                <a:ea typeface="+mn-ea"/>
              </a:rPr>
              <a:t> </a:t>
            </a:r>
            <a:r>
              <a:rPr sz="1100" b="0" dirty="0" err="1">
                <a:latin typeface="+mn-ea"/>
                <a:ea typeface="+mn-ea"/>
              </a:rPr>
              <a:t>회차</a:t>
            </a:r>
            <a:r>
              <a:rPr sz="1100" b="0" dirty="0">
                <a:latin typeface="+mn-ea"/>
                <a:ea typeface="+mn-ea"/>
              </a:rPr>
              <a:t> 10% </a:t>
            </a:r>
            <a:r>
              <a:rPr sz="1100" b="0" dirty="0" err="1">
                <a:latin typeface="+mn-ea"/>
                <a:ea typeface="+mn-ea"/>
              </a:rPr>
              <a:t>목표로</a:t>
            </a:r>
            <a:r>
              <a:rPr sz="1100" b="0" dirty="0">
                <a:latin typeface="+mn-ea"/>
                <a:ea typeface="+mn-ea"/>
              </a:rPr>
              <a:t> </a:t>
            </a:r>
            <a:r>
              <a:rPr sz="1100" b="0" dirty="0" err="1">
                <a:latin typeface="+mn-ea"/>
                <a:ea typeface="+mn-ea"/>
              </a:rPr>
              <a:t>상향</a:t>
            </a:r>
            <a:endParaRPr sz="11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상방은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목표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프리미엄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수준에서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cap, </a:t>
            </a:r>
            <a:r>
              <a:rPr lang="ko-KR" altLang="en-US" sz="1100" dirty="0">
                <a:solidFill>
                  <a:srgbClr val="C00000"/>
                </a:solidFill>
                <a:latin typeface="+mn-ea"/>
                <a:ea typeface="+mn-ea"/>
              </a:rPr>
              <a:t>다만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하방은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행사가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이하부터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손실</a:t>
            </a:r>
            <a:r>
              <a:rPr lang="en-US"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C00000"/>
                </a:solidFill>
                <a:latin typeface="+mn-ea"/>
                <a:ea typeface="+mn-ea"/>
              </a:rPr>
              <a:t>누적</a:t>
            </a:r>
            <a:r>
              <a:rPr sz="11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100" dirty="0">
                <a:solidFill>
                  <a:srgbClr val="C00000"/>
                </a:solidFill>
                <a:latin typeface="+mn-ea"/>
                <a:ea typeface="+mn-ea"/>
              </a:rPr>
              <a:t>가능성 존재</a:t>
            </a:r>
            <a:endParaRPr sz="11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F243D0A-0D56-57B3-9A1D-427E5FC15F81}"/>
              </a:ext>
            </a:extLst>
          </p:cNvPr>
          <p:cNvGrpSpPr/>
          <p:nvPr/>
        </p:nvGrpSpPr>
        <p:grpSpPr>
          <a:xfrm>
            <a:off x="442421" y="1627598"/>
            <a:ext cx="4687363" cy="2532922"/>
            <a:chOff x="1378704" y="2471726"/>
            <a:chExt cx="5911499" cy="3663196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2DF2D8D1-89A9-5F3C-148B-45642EFAD64E}"/>
                </a:ext>
              </a:extLst>
            </p:cNvPr>
            <p:cNvGrpSpPr/>
            <p:nvPr/>
          </p:nvGrpSpPr>
          <p:grpSpPr>
            <a:xfrm>
              <a:off x="1378704" y="2471726"/>
              <a:ext cx="5661734" cy="3663196"/>
              <a:chOff x="5226599" y="2861293"/>
              <a:chExt cx="3868562" cy="3066798"/>
            </a:xfrm>
          </p:grpSpPr>
          <p:sp>
            <p:nvSpPr>
              <p:cNvPr id="65" name="Line 9">
                <a:extLst>
                  <a:ext uri="{FF2B5EF4-FFF2-40B4-BE49-F238E27FC236}">
                    <a16:creationId xmlns:a16="http://schemas.microsoft.com/office/drawing/2014/main" id="{457505C3-1184-8EEA-43F3-334988ABC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77646" y="4526625"/>
                <a:ext cx="278382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tx1"/>
                    </a:solidFill>
                    <a:latin typeface="Arial" charset="0"/>
                    <a:ea typeface="HY그래픽M" pitchFamily="18" charset="-127"/>
                    <a:cs typeface="+mn-cs"/>
                  </a:defRPr>
                </a:lvl9pPr>
              </a:lstStyle>
              <a:p>
                <a:pPr>
                  <a:defRPr/>
                </a:pPr>
                <a:endParaRPr lang="ko-KR" altLang="en-US" sz="1000" b="0" dirty="0">
                  <a:latin typeface="+mn-ea"/>
                  <a:ea typeface="+mn-ea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D9435E8-DEA3-FE83-E5B2-8AA4A45B9DB8}"/>
                  </a:ext>
                </a:extLst>
              </p:cNvPr>
              <p:cNvSpPr txBox="1"/>
              <p:nvPr/>
            </p:nvSpPr>
            <p:spPr bwMode="auto">
              <a:xfrm>
                <a:off x="7859852" y="4515684"/>
                <a:ext cx="1235309" cy="379624"/>
              </a:xfrm>
              <a:prstGeom prst="rect">
                <a:avLst/>
              </a:prstGeom>
              <a:noFill/>
            </p:spPr>
            <p:txBody>
              <a:bodyPr tIns="72000">
                <a:spAutoFit/>
              </a:bodyPr>
              <a:lstStyle/>
              <a:p>
                <a:pPr marL="162000" indent="-162000" algn="ctr">
                  <a:lnSpc>
                    <a:spcPct val="123000"/>
                  </a:lnSpc>
                  <a:spcBef>
                    <a:spcPts val="200"/>
                  </a:spcBef>
                  <a:buClr>
                    <a:schemeClr val="tx1">
                      <a:lumMod val="65000"/>
                      <a:lumOff val="35000"/>
                    </a:schemeClr>
                  </a:buClr>
                  <a:buSzPct val="110000"/>
                  <a:defRPr/>
                </a:pPr>
                <a:r>
                  <a:rPr lang="ko-KR" altLang="en-US" sz="1100" spc="-30" dirty="0">
                    <a:latin typeface="KoPub돋움체_Pro Medium" panose="02020603020101020101" pitchFamily="18" charset="-127"/>
                    <a:ea typeface="KoPub돋움체_Pro Medium" panose="02020603020101020101" pitchFamily="18" charset="-127"/>
                    <a:cs typeface="Arial" pitchFamily="34" charset="0"/>
                  </a:rPr>
                  <a:t>기초 상품 주가</a:t>
                </a:r>
              </a:p>
            </p:txBody>
          </p: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D30D9D10-AE47-9A8C-793B-50650E3C61DB}"/>
                  </a:ext>
                </a:extLst>
              </p:cNvPr>
              <p:cNvCxnSpPr/>
              <p:nvPr/>
            </p:nvCxnSpPr>
            <p:spPr bwMode="auto">
              <a:xfrm flipV="1">
                <a:off x="5859483" y="3029269"/>
                <a:ext cx="2372293" cy="229566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8606AA2-554C-1A91-FCBA-0718E305993F}"/>
                  </a:ext>
                </a:extLst>
              </p:cNvPr>
              <p:cNvSpPr txBox="1"/>
              <p:nvPr/>
            </p:nvSpPr>
            <p:spPr bwMode="auto">
              <a:xfrm>
                <a:off x="6498830" y="4515683"/>
                <a:ext cx="1235309" cy="262491"/>
              </a:xfrm>
              <a:prstGeom prst="rect">
                <a:avLst/>
              </a:prstGeom>
              <a:noFill/>
            </p:spPr>
            <p:txBody>
              <a:bodyPr tIns="72000">
                <a:spAutoFit/>
              </a:bodyPr>
              <a:lstStyle/>
              <a:p>
                <a:pPr marL="162000" indent="-162000" algn="ctr">
                  <a:lnSpc>
                    <a:spcPct val="123000"/>
                  </a:lnSpc>
                  <a:spcBef>
                    <a:spcPts val="200"/>
                  </a:spcBef>
                  <a:buClr>
                    <a:schemeClr val="tx1">
                      <a:lumMod val="65000"/>
                      <a:lumOff val="35000"/>
                    </a:schemeClr>
                  </a:buClr>
                  <a:buSzPct val="110000"/>
                  <a:defRPr/>
                </a:pPr>
                <a:r>
                  <a:rPr lang="ko-KR" altLang="en-US" sz="1100" spc="-30" dirty="0">
                    <a:latin typeface="KoPub돋움체_Pro Medium" panose="02020603020101020101" pitchFamily="18" charset="-127"/>
                    <a:ea typeface="KoPub돋움체_Pro Medium" panose="02020603020101020101" pitchFamily="18" charset="-127"/>
                    <a:cs typeface="Arial" pitchFamily="34" charset="0"/>
                  </a:rPr>
                  <a:t>행사가격</a:t>
                </a:r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4ED6DD99-3451-2B98-5429-F150C737B6ED}"/>
                  </a:ext>
                </a:extLst>
              </p:cNvPr>
              <p:cNvCxnSpPr/>
              <p:nvPr/>
            </p:nvCxnSpPr>
            <p:spPr>
              <a:xfrm>
                <a:off x="7131522" y="2881024"/>
                <a:ext cx="0" cy="2443901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화살표 연결선 69">
                <a:extLst>
                  <a:ext uri="{FF2B5EF4-FFF2-40B4-BE49-F238E27FC236}">
                    <a16:creationId xmlns:a16="http://schemas.microsoft.com/office/drawing/2014/main" id="{F68D74D2-9F31-244D-E926-01002D543246}"/>
                  </a:ext>
                </a:extLst>
              </p:cNvPr>
              <p:cNvCxnSpPr/>
              <p:nvPr/>
            </p:nvCxnSpPr>
            <p:spPr>
              <a:xfrm flipV="1">
                <a:off x="5777646" y="2881027"/>
                <a:ext cx="0" cy="304706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795950F-A7F7-8A86-764F-6FA1443EA194}"/>
                  </a:ext>
                </a:extLst>
              </p:cNvPr>
              <p:cNvSpPr txBox="1"/>
              <p:nvPr/>
            </p:nvSpPr>
            <p:spPr bwMode="auto">
              <a:xfrm>
                <a:off x="5226599" y="2862669"/>
                <a:ext cx="646831" cy="262491"/>
              </a:xfrm>
              <a:prstGeom prst="rect">
                <a:avLst/>
              </a:prstGeom>
              <a:noFill/>
            </p:spPr>
            <p:txBody>
              <a:bodyPr wrap="square" tIns="72000">
                <a:spAutoFit/>
              </a:bodyPr>
              <a:lstStyle/>
              <a:p>
                <a:pPr marL="162000" indent="-162000" algn="ctr">
                  <a:lnSpc>
                    <a:spcPct val="123000"/>
                  </a:lnSpc>
                  <a:spcBef>
                    <a:spcPts val="200"/>
                  </a:spcBef>
                  <a:buClr>
                    <a:schemeClr val="tx1">
                      <a:lumMod val="65000"/>
                      <a:lumOff val="35000"/>
                    </a:schemeClr>
                  </a:buClr>
                  <a:buSzPct val="110000"/>
                  <a:defRPr/>
                </a:pPr>
                <a:r>
                  <a:rPr lang="ko-KR" altLang="en-US" sz="1100" spc="-30" dirty="0">
                    <a:latin typeface="KoPub돋움체_Pro Medium" panose="02020603020101020101" pitchFamily="18" charset="-127"/>
                    <a:ea typeface="KoPub돋움체_Pro Medium" panose="02020603020101020101" pitchFamily="18" charset="-127"/>
                    <a:cs typeface="Arial" pitchFamily="34" charset="0"/>
                  </a:rPr>
                  <a:t>수익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AA5673D5-0897-E217-AC00-093D6D62F245}"/>
                  </a:ext>
                </a:extLst>
              </p:cNvPr>
              <p:cNvCxnSpPr/>
              <p:nvPr/>
            </p:nvCxnSpPr>
            <p:spPr bwMode="auto">
              <a:xfrm flipV="1">
                <a:off x="5860151" y="3810595"/>
                <a:ext cx="1277358" cy="1236105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9068EC36-A391-6AAC-588E-F2E0EF5B9E0A}"/>
                  </a:ext>
                </a:extLst>
              </p:cNvPr>
              <p:cNvCxnSpPr/>
              <p:nvPr/>
            </p:nvCxnSpPr>
            <p:spPr bwMode="auto">
              <a:xfrm>
                <a:off x="7129369" y="3810595"/>
                <a:ext cx="122604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1F198894-451F-39F8-3A19-FB40DA5243F9}"/>
                  </a:ext>
                </a:extLst>
              </p:cNvPr>
              <p:cNvCxnSpPr/>
              <p:nvPr/>
            </p:nvCxnSpPr>
            <p:spPr>
              <a:xfrm>
                <a:off x="7448707" y="2861293"/>
                <a:ext cx="0" cy="2456847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AE7EF48-EDDD-9260-7339-2874B0E21B6A}"/>
                  </a:ext>
                </a:extLst>
              </p:cNvPr>
              <p:cNvSpPr txBox="1"/>
              <p:nvPr/>
            </p:nvSpPr>
            <p:spPr bwMode="auto">
              <a:xfrm>
                <a:off x="7305742" y="4515204"/>
                <a:ext cx="819740" cy="262491"/>
              </a:xfrm>
              <a:prstGeom prst="rect">
                <a:avLst/>
              </a:prstGeom>
              <a:noFill/>
            </p:spPr>
            <p:txBody>
              <a:bodyPr wrap="square" tIns="72000">
                <a:spAutoFit/>
              </a:bodyPr>
              <a:lstStyle/>
              <a:p>
                <a:pPr marL="162000" indent="-162000" algn="ctr">
                  <a:lnSpc>
                    <a:spcPct val="123000"/>
                  </a:lnSpc>
                  <a:spcBef>
                    <a:spcPts val="200"/>
                  </a:spcBef>
                  <a:buClr>
                    <a:schemeClr val="tx1">
                      <a:lumMod val="65000"/>
                      <a:lumOff val="35000"/>
                    </a:schemeClr>
                  </a:buClr>
                  <a:buSzPct val="110000"/>
                  <a:defRPr/>
                </a:pPr>
                <a:r>
                  <a:rPr lang="ko-KR" altLang="en-US" sz="1100" spc="-30" dirty="0">
                    <a:latin typeface="KoPub돋움체_Pro Medium" panose="02020603020101020101" pitchFamily="18" charset="-127"/>
                    <a:ea typeface="KoPub돋움체_Pro Medium" panose="02020603020101020101" pitchFamily="18" charset="-127"/>
                    <a:cs typeface="Arial" pitchFamily="34" charset="0"/>
                  </a:rPr>
                  <a:t>손익분기점</a:t>
                </a:r>
              </a:p>
            </p:txBody>
          </p:sp>
          <p:sp>
            <p:nvSpPr>
              <p:cNvPr id="76" name="오른쪽 화살표 22">
                <a:extLst>
                  <a:ext uri="{FF2B5EF4-FFF2-40B4-BE49-F238E27FC236}">
                    <a16:creationId xmlns:a16="http://schemas.microsoft.com/office/drawing/2014/main" id="{CE5CDB81-BB14-B29D-E6D4-6B16F90BE67F}"/>
                  </a:ext>
                </a:extLst>
              </p:cNvPr>
              <p:cNvSpPr/>
              <p:nvPr/>
            </p:nvSpPr>
            <p:spPr>
              <a:xfrm>
                <a:off x="7448708" y="5425175"/>
                <a:ext cx="1284802" cy="488146"/>
              </a:xfrm>
              <a:prstGeom prst="rightArrow">
                <a:avLst>
                  <a:gd name="adj1" fmla="val 50000"/>
                  <a:gd name="adj2" fmla="val 68846"/>
                </a:avLst>
              </a:prstGeom>
              <a:solidFill>
                <a:srgbClr val="F5822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dirty="0">
                    <a:solidFill>
                      <a:schemeClr val="tx1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</a:rPr>
                  <a:t>   목표 </a:t>
                </a:r>
                <a:r>
                  <a:rPr lang="ko-KR" altLang="en-US" sz="1200">
                    <a:solidFill>
                      <a:schemeClr val="tx1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</a:rPr>
                  <a:t>수익 달성</a:t>
                </a:r>
                <a:endParaRPr lang="ko-KR" altLang="en-US" sz="1200" dirty="0">
                  <a:solidFill>
                    <a:schemeClr val="tx1"/>
                  </a:solidFill>
                  <a:latin typeface="KoPub돋움체_Pro Bold" panose="02020603020101020101" pitchFamily="18" charset="-127"/>
                  <a:ea typeface="KoPub돋움체_Pro Bold" panose="02020603020101020101" pitchFamily="18" charset="-127"/>
                </a:endParaRPr>
              </a:p>
            </p:txBody>
          </p:sp>
          <p:sp>
            <p:nvSpPr>
              <p:cNvPr id="77" name="왼쪽 화살표 23">
                <a:extLst>
                  <a:ext uri="{FF2B5EF4-FFF2-40B4-BE49-F238E27FC236}">
                    <a16:creationId xmlns:a16="http://schemas.microsoft.com/office/drawing/2014/main" id="{6F7C1040-91DF-2432-A135-D7094B7D1F3D}"/>
                  </a:ext>
                </a:extLst>
              </p:cNvPr>
              <p:cNvSpPr/>
              <p:nvPr/>
            </p:nvSpPr>
            <p:spPr>
              <a:xfrm>
                <a:off x="5811559" y="5424696"/>
                <a:ext cx="1637148" cy="486455"/>
              </a:xfrm>
              <a:prstGeom prst="left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</a:rPr>
                  <a:t>초과수익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8FEBDFB-566F-ECF7-ADC8-ADF62C14AB62}"/>
                </a:ext>
              </a:extLst>
            </p:cNvPr>
            <p:cNvSpPr txBox="1"/>
            <p:nvPr/>
          </p:nvSpPr>
          <p:spPr>
            <a:xfrm>
              <a:off x="5191916" y="3725377"/>
              <a:ext cx="2098287" cy="378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err="1">
                  <a:solidFill>
                    <a:srgbClr val="FF0000"/>
                  </a:solidFill>
                  <a:latin typeface="KoPub돋움체_Pro Bold" panose="02020603020101020101" pitchFamily="18" charset="-127"/>
                  <a:ea typeface="KoPub돋움체_Pro Bold" panose="02020603020101020101" pitchFamily="18" charset="-127"/>
                </a:rPr>
                <a:t>풋</a:t>
              </a:r>
              <a:r>
                <a:rPr lang="ko-KR" altLang="en-US" sz="1100" dirty="0">
                  <a:solidFill>
                    <a:srgbClr val="FF0000"/>
                  </a:solidFill>
                  <a:latin typeface="KoPub돋움체_Pro Bold" panose="02020603020101020101" pitchFamily="18" charset="-127"/>
                  <a:ea typeface="KoPub돋움체_Pro Bold" panose="02020603020101020101" pitchFamily="18" charset="-127"/>
                </a:rPr>
                <a:t> 매도 복제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505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882E6-945B-A202-1807-39D79807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8">
            <a:extLst>
              <a:ext uri="{FF2B5EF4-FFF2-40B4-BE49-F238E27FC236}">
                <a16:creationId xmlns:a16="http://schemas.microsoft.com/office/drawing/2014/main" id="{1CF68F6B-525C-367B-3226-CE9CA360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8" y="449896"/>
            <a:ext cx="7627774" cy="249940"/>
          </a:xfrm>
        </p:spPr>
        <p:txBody>
          <a:bodyPr/>
          <a:lstStyle/>
          <a:p>
            <a:r>
              <a:rPr lang="en-US" altLang="ko-KR" dirty="0">
                <a:latin typeface="+mj-ea"/>
                <a:cs typeface="맑은 고딕" pitchFamily="34" charset="-120"/>
              </a:rPr>
              <a:t>TPRP 6M/3Y : </a:t>
            </a:r>
            <a:r>
              <a:rPr lang="ko-KR" altLang="en-US" dirty="0">
                <a:latin typeface="+mj-ea"/>
                <a:cs typeface="맑은 고딕" pitchFamily="34" charset="-120"/>
              </a:rPr>
              <a:t>타겟 프리미엄 </a:t>
            </a:r>
            <a:r>
              <a:rPr lang="ko-KR" altLang="en-US" dirty="0" err="1">
                <a:latin typeface="+mj-ea"/>
                <a:cs typeface="맑은 고딕" pitchFamily="34" charset="-120"/>
              </a:rPr>
              <a:t>풋</a:t>
            </a:r>
            <a:r>
              <a:rPr lang="ko-KR" altLang="en-US" dirty="0">
                <a:latin typeface="+mj-ea"/>
                <a:cs typeface="맑은 고딕" pitchFamily="34" charset="-120"/>
              </a:rPr>
              <a:t> 매도 페이오프 복제 구조의 상품</a:t>
            </a:r>
            <a:endParaRPr lang="ko-KR" altLang="en-US" dirty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65F12417-6448-6C4D-3BBF-4311997B0D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2"/>
            </a:pPr>
            <a:r>
              <a:rPr lang="ko-KR" altLang="en-US" dirty="0"/>
              <a:t>전략 소개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6F6A82F-E362-8409-0AA6-8F6EA2F87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33258"/>
              </p:ext>
            </p:extLst>
          </p:nvPr>
        </p:nvGraphicFramePr>
        <p:xfrm>
          <a:off x="546143" y="4564064"/>
          <a:ext cx="8927999" cy="1158668"/>
        </p:xfrm>
        <a:graphic>
          <a:graphicData uri="http://schemas.openxmlformats.org/drawingml/2006/table">
            <a:tbl>
              <a:tblPr firstRow="1" bandRow="1"/>
              <a:tblGrid>
                <a:gridCol w="1648027">
                  <a:extLst>
                    <a:ext uri="{9D8B030D-6E8A-4147-A177-3AD203B41FA5}">
                      <a16:colId xmlns:a16="http://schemas.microsoft.com/office/drawing/2014/main" val="3348874406"/>
                    </a:ext>
                  </a:extLst>
                </a:gridCol>
                <a:gridCol w="1819993">
                  <a:extLst>
                    <a:ext uri="{9D8B030D-6E8A-4147-A177-3AD203B41FA5}">
                      <a16:colId xmlns:a16="http://schemas.microsoft.com/office/drawing/2014/main" val="514152109"/>
                    </a:ext>
                  </a:extLst>
                </a:gridCol>
                <a:gridCol w="1819993">
                  <a:extLst>
                    <a:ext uri="{9D8B030D-6E8A-4147-A177-3AD203B41FA5}">
                      <a16:colId xmlns:a16="http://schemas.microsoft.com/office/drawing/2014/main" val="2917356912"/>
                    </a:ext>
                  </a:extLst>
                </a:gridCol>
                <a:gridCol w="1819993">
                  <a:extLst>
                    <a:ext uri="{9D8B030D-6E8A-4147-A177-3AD203B41FA5}">
                      <a16:colId xmlns:a16="http://schemas.microsoft.com/office/drawing/2014/main" val="316241903"/>
                    </a:ext>
                  </a:extLst>
                </a:gridCol>
                <a:gridCol w="1819993">
                  <a:extLst>
                    <a:ext uri="{9D8B030D-6E8A-4147-A177-3AD203B41FA5}">
                      <a16:colId xmlns:a16="http://schemas.microsoft.com/office/drawing/2014/main" val="3197308424"/>
                    </a:ext>
                  </a:extLst>
                </a:gridCol>
              </a:tblGrid>
              <a:tr h="289667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주가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상승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추세선 </a:t>
                      </a:r>
                      <a:r>
                        <a:rPr lang="ko-KR" altLang="en-US" sz="1100" dirty="0" err="1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상향이탈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  <a:endParaRPr lang="ko-KR" altLang="en-US" sz="1100" dirty="0">
                        <a:latin typeface="KoPub돋움체_Pro Medium" panose="02020603020101020101" pitchFamily="18" charset="-127"/>
                        <a:ea typeface="KoPub돋움체_Pro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하락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추세선 </a:t>
                      </a:r>
                      <a:r>
                        <a:rPr lang="ko-KR" altLang="en-US" sz="1100" dirty="0" err="1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하향이탈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  <a:endParaRPr lang="ko-KR" altLang="en-US" sz="1100" dirty="0">
                        <a:latin typeface="KoPub돋움체_Pro Medium" panose="02020603020101020101" pitchFamily="18" charset="-127"/>
                        <a:ea typeface="KoPub돋움체_Pro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상승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추세선 </a:t>
                      </a:r>
                      <a:r>
                        <a:rPr lang="ko-KR" altLang="en-US" sz="1100" dirty="0" err="1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상향이탈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  <a:endParaRPr lang="ko-KR" altLang="en-US" sz="1100" dirty="0">
                        <a:latin typeface="KoPub돋움체_Pro Medium" panose="02020603020101020101" pitchFamily="18" charset="-127"/>
                        <a:ea typeface="KoPub돋움체_Pro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하락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추세선 </a:t>
                      </a:r>
                      <a:r>
                        <a:rPr lang="ko-KR" altLang="en-US" sz="1100" dirty="0" err="1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하향이탈</a:t>
                      </a:r>
                      <a:r>
                        <a:rPr lang="en-US" altLang="ko-KR" sz="11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  <a:endParaRPr lang="ko-KR" altLang="en-US" sz="1100" dirty="0">
                        <a:latin typeface="KoPub돋움체_Pro Medium" panose="02020603020101020101" pitchFamily="18" charset="-127"/>
                        <a:ea typeface="KoPub돋움체_Pro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423831"/>
                  </a:ext>
                </a:extLst>
              </a:tr>
              <a:tr h="289667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변동성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大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大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小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小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299328"/>
                  </a:ext>
                </a:extLst>
              </a:tr>
              <a:tr h="289667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 err="1"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편입비</a:t>
                      </a:r>
                      <a:endParaRPr lang="ko-KR" altLang="en-US" sz="1300" dirty="0"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rgbClr val="043B72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▼▼ </a:t>
                      </a:r>
                      <a:r>
                        <a:rPr lang="en-US" altLang="ko-KR" sz="1100" kern="1200" baseline="0" dirty="0">
                          <a:solidFill>
                            <a:srgbClr val="043B72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kern="1200" baseline="0" dirty="0">
                          <a:solidFill>
                            <a:srgbClr val="043B72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 매도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rgbClr val="E12F00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▲▲ </a:t>
                      </a:r>
                      <a:r>
                        <a:rPr lang="en-US" altLang="ko-KR" sz="1100" kern="1200" baseline="0" dirty="0">
                          <a:solidFill>
                            <a:srgbClr val="E12F00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baseline="0" dirty="0">
                          <a:solidFill>
                            <a:srgbClr val="E12F00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매수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rgbClr val="043B72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▼ </a:t>
                      </a:r>
                      <a:r>
                        <a:rPr lang="en-US" altLang="ko-KR" sz="1100" kern="1200" baseline="0" dirty="0">
                          <a:solidFill>
                            <a:srgbClr val="043B72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baseline="0" dirty="0">
                          <a:solidFill>
                            <a:srgbClr val="043B72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매도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rgbClr val="E12F00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▲ </a:t>
                      </a:r>
                      <a:r>
                        <a:rPr lang="en-US" altLang="ko-KR" sz="1100" kern="1200" baseline="0" dirty="0">
                          <a:solidFill>
                            <a:srgbClr val="E12F00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baseline="0" dirty="0">
                          <a:solidFill>
                            <a:srgbClr val="E12F00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매수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874434"/>
                  </a:ext>
                </a:extLst>
              </a:tr>
              <a:tr h="289667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 err="1"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편입비</a:t>
                      </a:r>
                      <a:r>
                        <a:rPr lang="ko-KR" altLang="en-US" sz="1300" dirty="0"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조정 이유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단기급등 이후 급락 대비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 err="1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단기급락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 이후 </a:t>
                      </a:r>
                      <a:r>
                        <a:rPr lang="ko-KR" altLang="en-US" sz="1100" kern="1200" baseline="0" dirty="0" err="1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급반등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 대비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상승 이후 </a:t>
                      </a:r>
                      <a:r>
                        <a:rPr lang="ko-KR" altLang="en-US" sz="1100" kern="1200" baseline="0" dirty="0" err="1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소폭조정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 대비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하락 이후 </a:t>
                      </a:r>
                      <a:r>
                        <a:rPr lang="ko-KR" altLang="en-US" sz="1100" kern="1200" baseline="0" dirty="0" err="1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소폭반등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  <a:cs typeface="+mn-cs"/>
                        </a:rPr>
                        <a:t> 대비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166760"/>
                  </a:ext>
                </a:extLst>
              </a:tr>
            </a:tbl>
          </a:graphicData>
        </a:graphic>
      </p:graphicFrame>
      <p:sp>
        <p:nvSpPr>
          <p:cNvPr id="3" name="자유형 11">
            <a:extLst>
              <a:ext uri="{FF2B5EF4-FFF2-40B4-BE49-F238E27FC236}">
                <a16:creationId xmlns:a16="http://schemas.microsoft.com/office/drawing/2014/main" id="{0A95AF1D-BF44-03F8-E984-88C8CF61B25B}"/>
              </a:ext>
            </a:extLst>
          </p:cNvPr>
          <p:cNvSpPr/>
          <p:nvPr/>
        </p:nvSpPr>
        <p:spPr>
          <a:xfrm>
            <a:off x="890316" y="1880495"/>
            <a:ext cx="2904654" cy="1432984"/>
          </a:xfrm>
          <a:custGeom>
            <a:avLst/>
            <a:gdLst>
              <a:gd name="connsiteX0" fmla="*/ 3346 w 3195119"/>
              <a:gd name="connsiteY0" fmla="*/ 1733910 h 1733910"/>
              <a:gd name="connsiteX1" fmla="*/ 512304 w 3195119"/>
              <a:gd name="connsiteY1" fmla="*/ 940280 h 1733910"/>
              <a:gd name="connsiteX2" fmla="*/ 3195119 w 3195119"/>
              <a:gd name="connsiteY2" fmla="*/ 0 h 1733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5119" h="1733910">
                <a:moveTo>
                  <a:pt x="3346" y="1733910"/>
                </a:moveTo>
                <a:cubicBezTo>
                  <a:pt x="-8156" y="1481587"/>
                  <a:pt x="-19658" y="1229265"/>
                  <a:pt x="512304" y="940280"/>
                </a:cubicBezTo>
                <a:cubicBezTo>
                  <a:pt x="1044266" y="651295"/>
                  <a:pt x="2940640" y="38819"/>
                  <a:pt x="3195119" y="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4" name="자유형 12">
            <a:extLst>
              <a:ext uri="{FF2B5EF4-FFF2-40B4-BE49-F238E27FC236}">
                <a16:creationId xmlns:a16="http://schemas.microsoft.com/office/drawing/2014/main" id="{0BFC0BEC-3428-7FB8-20D4-9188833514E9}"/>
              </a:ext>
            </a:extLst>
          </p:cNvPr>
          <p:cNvSpPr/>
          <p:nvPr/>
        </p:nvSpPr>
        <p:spPr>
          <a:xfrm>
            <a:off x="885647" y="1998425"/>
            <a:ext cx="1537070" cy="1782326"/>
          </a:xfrm>
          <a:custGeom>
            <a:avLst/>
            <a:gdLst>
              <a:gd name="connsiteX0" fmla="*/ 0 w 1690777"/>
              <a:gd name="connsiteY0" fmla="*/ 2156615 h 2156615"/>
              <a:gd name="connsiteX1" fmla="*/ 379562 w 1690777"/>
              <a:gd name="connsiteY1" fmla="*/ 11 h 2156615"/>
              <a:gd name="connsiteX2" fmla="*/ 1224951 w 1690777"/>
              <a:gd name="connsiteY2" fmla="*/ 2122109 h 2156615"/>
              <a:gd name="connsiteX3" fmla="*/ 1690777 w 1690777"/>
              <a:gd name="connsiteY3" fmla="*/ 129407 h 215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0777" h="2156615">
                <a:moveTo>
                  <a:pt x="0" y="2156615"/>
                </a:moveTo>
                <a:cubicBezTo>
                  <a:pt x="87702" y="1081188"/>
                  <a:pt x="175404" y="5762"/>
                  <a:pt x="379562" y="11"/>
                </a:cubicBezTo>
                <a:cubicBezTo>
                  <a:pt x="583720" y="-5740"/>
                  <a:pt x="1006415" y="2100543"/>
                  <a:pt x="1224951" y="2122109"/>
                </a:cubicBezTo>
                <a:cubicBezTo>
                  <a:pt x="1443487" y="2143675"/>
                  <a:pt x="1522562" y="358007"/>
                  <a:pt x="1690777" y="12940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2A4D8-E940-E0B2-DF01-38ED66ECB542}"/>
              </a:ext>
            </a:extLst>
          </p:cNvPr>
          <p:cNvSpPr txBox="1"/>
          <p:nvPr/>
        </p:nvSpPr>
        <p:spPr>
          <a:xfrm>
            <a:off x="2657799" y="2102650"/>
            <a:ext cx="407795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E3E17-C743-0E6E-BFDE-621452570632}"/>
              </a:ext>
            </a:extLst>
          </p:cNvPr>
          <p:cNvSpPr txBox="1"/>
          <p:nvPr/>
        </p:nvSpPr>
        <p:spPr>
          <a:xfrm>
            <a:off x="4215422" y="3198653"/>
            <a:ext cx="407795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EBE02-E5F5-C4BD-9CB5-50B17679814D}"/>
              </a:ext>
            </a:extLst>
          </p:cNvPr>
          <p:cNvSpPr txBox="1"/>
          <p:nvPr/>
        </p:nvSpPr>
        <p:spPr>
          <a:xfrm>
            <a:off x="5766595" y="1951725"/>
            <a:ext cx="407795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828AF-8CA0-4295-8D57-2B06E6C909E6}"/>
              </a:ext>
            </a:extLst>
          </p:cNvPr>
          <p:cNvSpPr txBox="1"/>
          <p:nvPr/>
        </p:nvSpPr>
        <p:spPr>
          <a:xfrm>
            <a:off x="7041123" y="2474632"/>
            <a:ext cx="407795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④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D7A52F18-0E17-53C1-9D53-0D4DFEA96DB9}"/>
              </a:ext>
            </a:extLst>
          </p:cNvPr>
          <p:cNvSpPr txBox="1"/>
          <p:nvPr/>
        </p:nvSpPr>
        <p:spPr>
          <a:xfrm>
            <a:off x="7922572" y="1877663"/>
            <a:ext cx="807745" cy="33387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>
                <a:solidFill>
                  <a:srgbClr val="043B72"/>
                </a:solidFill>
                <a:latin typeface="KoPub돋움체_Pro Bold"/>
                <a:ea typeface="KoPub돋움체_Pro Bold"/>
              </a:rPr>
              <a:t>주가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94995-2F7E-38D3-3C9C-703825622639}"/>
              </a:ext>
            </a:extLst>
          </p:cNvPr>
          <p:cNvSpPr txBox="1"/>
          <p:nvPr/>
        </p:nvSpPr>
        <p:spPr>
          <a:xfrm>
            <a:off x="465666" y="5733836"/>
            <a:ext cx="428632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sp>
        <p:nvSpPr>
          <p:cNvPr id="15" name="자유형 21">
            <a:extLst>
              <a:ext uri="{FF2B5EF4-FFF2-40B4-BE49-F238E27FC236}">
                <a16:creationId xmlns:a16="http://schemas.microsoft.com/office/drawing/2014/main" id="{C8D9A679-9E28-F835-2EB4-3177E126E2B9}"/>
              </a:ext>
            </a:extLst>
          </p:cNvPr>
          <p:cNvSpPr/>
          <p:nvPr/>
        </p:nvSpPr>
        <p:spPr>
          <a:xfrm>
            <a:off x="1649672" y="1966566"/>
            <a:ext cx="6465890" cy="1725282"/>
          </a:xfrm>
          <a:custGeom>
            <a:avLst/>
            <a:gdLst>
              <a:gd name="connsiteX0" fmla="*/ 0 w 6538822"/>
              <a:gd name="connsiteY0" fmla="*/ 2156603 h 2156603"/>
              <a:gd name="connsiteX1" fmla="*/ 1268083 w 6538822"/>
              <a:gd name="connsiteY1" fmla="*/ 0 h 2156603"/>
              <a:gd name="connsiteX2" fmla="*/ 2751826 w 6538822"/>
              <a:gd name="connsiteY2" fmla="*/ 2147977 h 2156603"/>
              <a:gd name="connsiteX3" fmla="*/ 4244196 w 6538822"/>
              <a:gd name="connsiteY3" fmla="*/ 34505 h 2156603"/>
              <a:gd name="connsiteX4" fmla="*/ 5607170 w 6538822"/>
              <a:gd name="connsiteY4" fmla="*/ 1035169 h 2156603"/>
              <a:gd name="connsiteX5" fmla="*/ 6538822 w 6538822"/>
              <a:gd name="connsiteY5" fmla="*/ 163901 h 215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8822" h="2156603">
                <a:moveTo>
                  <a:pt x="0" y="2156603"/>
                </a:moveTo>
                <a:cubicBezTo>
                  <a:pt x="404722" y="1079020"/>
                  <a:pt x="809445" y="1438"/>
                  <a:pt x="1268083" y="0"/>
                </a:cubicBezTo>
                <a:cubicBezTo>
                  <a:pt x="1726721" y="-1438"/>
                  <a:pt x="2255807" y="2142226"/>
                  <a:pt x="2751826" y="2147977"/>
                </a:cubicBezTo>
                <a:cubicBezTo>
                  <a:pt x="3247845" y="2153728"/>
                  <a:pt x="3768305" y="219973"/>
                  <a:pt x="4244196" y="34505"/>
                </a:cubicBezTo>
                <a:cubicBezTo>
                  <a:pt x="4720087" y="-150963"/>
                  <a:pt x="5224732" y="1013603"/>
                  <a:pt x="5607170" y="1035169"/>
                </a:cubicBezTo>
                <a:cubicBezTo>
                  <a:pt x="5989608" y="1056735"/>
                  <a:pt x="6264215" y="610318"/>
                  <a:pt x="6538822" y="163901"/>
                </a:cubicBezTo>
              </a:path>
            </a:pathLst>
          </a:custGeom>
          <a:noFill/>
          <a:ln w="22225" cap="flat" cmpd="sng" algn="ctr">
            <a:solidFill>
              <a:srgbClr val="043B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8825759D-C27E-605E-BA99-8A17497FB7E2}"/>
              </a:ext>
            </a:extLst>
          </p:cNvPr>
          <p:cNvSpPr/>
          <p:nvPr/>
        </p:nvSpPr>
        <p:spPr>
          <a:xfrm>
            <a:off x="2705554" y="1378109"/>
            <a:ext cx="360040" cy="499554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AB9D33D8-0E81-F49E-9104-4153F5FA6DCC}"/>
              </a:ext>
            </a:extLst>
          </p:cNvPr>
          <p:cNvSpPr/>
          <p:nvPr/>
        </p:nvSpPr>
        <p:spPr>
          <a:xfrm>
            <a:off x="5766595" y="1386133"/>
            <a:ext cx="360040" cy="499554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E3E12651-F1A3-D950-E716-770C9B251B34}"/>
              </a:ext>
            </a:extLst>
          </p:cNvPr>
          <p:cNvSpPr/>
          <p:nvPr/>
        </p:nvSpPr>
        <p:spPr>
          <a:xfrm rot="10800000">
            <a:off x="4227391" y="3729645"/>
            <a:ext cx="360040" cy="49955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236A3443-E966-EA05-8086-14B4E2DE702B}"/>
              </a:ext>
            </a:extLst>
          </p:cNvPr>
          <p:cNvSpPr/>
          <p:nvPr/>
        </p:nvSpPr>
        <p:spPr>
          <a:xfrm rot="10800000">
            <a:off x="7065000" y="2868768"/>
            <a:ext cx="360040" cy="49955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7484E7BF-7B48-0E86-7B54-F184ABE21B46}"/>
              </a:ext>
            </a:extLst>
          </p:cNvPr>
          <p:cNvSpPr/>
          <p:nvPr/>
        </p:nvSpPr>
        <p:spPr>
          <a:xfrm rot="10800000">
            <a:off x="1469652" y="3720912"/>
            <a:ext cx="360040" cy="49955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55B905-420D-368D-E17F-34A7F23FD81A}"/>
              </a:ext>
            </a:extLst>
          </p:cNvPr>
          <p:cNvSpPr txBox="1"/>
          <p:nvPr/>
        </p:nvSpPr>
        <p:spPr>
          <a:xfrm>
            <a:off x="808312" y="3514856"/>
            <a:ext cx="943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운용 시작</a:t>
            </a:r>
          </a:p>
        </p:txBody>
      </p:sp>
    </p:spTree>
    <p:extLst>
      <p:ext uri="{BB962C8B-B14F-4D97-AF65-F5344CB8AC3E}">
        <p14:creationId xmlns:p14="http://schemas.microsoft.com/office/powerpoint/2010/main" val="102920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60DB4B7-2D65-F24F-CDF8-AE9AE2D41B97}"/>
              </a:ext>
            </a:extLst>
          </p:cNvPr>
          <p:cNvSpPr txBox="1"/>
          <p:nvPr/>
        </p:nvSpPr>
        <p:spPr>
          <a:xfrm>
            <a:off x="404440" y="6021288"/>
            <a:ext cx="4285633" cy="2154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sp>
        <p:nvSpPr>
          <p:cNvPr id="4" name="제목 8">
            <a:extLst>
              <a:ext uri="{FF2B5EF4-FFF2-40B4-BE49-F238E27FC236}">
                <a16:creationId xmlns:a16="http://schemas.microsoft.com/office/drawing/2014/main" id="{9A9C2528-91C7-2170-1BFC-F802B14C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8" y="449896"/>
            <a:ext cx="7627774" cy="249299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일별 운용 프로세스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변동성 예측 → 행사가 산출 → 델타 헤지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803B8313-313B-6625-90A5-60AB3259DE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2"/>
            </a:pPr>
            <a:r>
              <a:rPr lang="ko-KR" altLang="en-US" dirty="0"/>
              <a:t>전략 소개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31B290A-9EA4-211F-D6A2-E672327D7CF6}"/>
              </a:ext>
            </a:extLst>
          </p:cNvPr>
          <p:cNvSpPr/>
          <p:nvPr/>
        </p:nvSpPr>
        <p:spPr>
          <a:xfrm>
            <a:off x="464686" y="1340768"/>
            <a:ext cx="1188720" cy="914400"/>
          </a:xfrm>
          <a:prstGeom prst="rect">
            <a:avLst/>
          </a:prstGeom>
          <a:solidFill>
            <a:srgbClr val="E97C1F"/>
          </a:solidFill>
          <a:ln w="15875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7ADC8-D59B-D486-EE7C-37A9D012F198}"/>
              </a:ext>
            </a:extLst>
          </p:cNvPr>
          <p:cNvSpPr txBox="1"/>
          <p:nvPr/>
        </p:nvSpPr>
        <p:spPr>
          <a:xfrm>
            <a:off x="464686" y="1432208"/>
            <a:ext cx="1188720" cy="22101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n-ea"/>
                <a:ea typeface="+mn-ea"/>
              </a:rPr>
              <a:t>Step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AEA7B-6795-E289-C6A3-E881CF2275E1}"/>
              </a:ext>
            </a:extLst>
          </p:cNvPr>
          <p:cNvSpPr txBox="1"/>
          <p:nvPr/>
        </p:nvSpPr>
        <p:spPr>
          <a:xfrm>
            <a:off x="464686" y="1779680"/>
            <a:ext cx="1188720" cy="19793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+mn-ea"/>
                <a:ea typeface="+mn-ea"/>
              </a:rPr>
              <a:t>변동성 예측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3B1920A-6459-671A-B891-94066DB569F4}"/>
              </a:ext>
            </a:extLst>
          </p:cNvPr>
          <p:cNvSpPr/>
          <p:nvPr/>
        </p:nvSpPr>
        <p:spPr>
          <a:xfrm>
            <a:off x="1836286" y="1340768"/>
            <a:ext cx="7772400" cy="914400"/>
          </a:xfrm>
          <a:prstGeom prst="rect">
            <a:avLst/>
          </a:prstGeom>
          <a:noFill/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95478A-28E0-3151-1BDD-9BB1E4913017}"/>
              </a:ext>
            </a:extLst>
          </p:cNvPr>
          <p:cNvSpPr txBox="1"/>
          <p:nvPr/>
        </p:nvSpPr>
        <p:spPr>
          <a:xfrm>
            <a:off x="1973446" y="1695153"/>
            <a:ext cx="7498080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100" b="0" i="0" dirty="0" err="1">
                <a:latin typeface="+mn-ea"/>
                <a:ea typeface="+mn-ea"/>
              </a:rPr>
              <a:t>다중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lang="ko-KR" altLang="en-US" sz="1100" b="0" i="0" dirty="0">
                <a:latin typeface="+mn-ea"/>
                <a:ea typeface="+mn-ea"/>
              </a:rPr>
              <a:t>금융공학 </a:t>
            </a:r>
            <a:r>
              <a:rPr sz="1100" b="0" i="0" dirty="0" err="1">
                <a:latin typeface="+mn-ea"/>
                <a:ea typeface="+mn-ea"/>
              </a:rPr>
              <a:t>모델을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블렌딩하여</a:t>
            </a:r>
            <a:r>
              <a:rPr sz="1100" b="0" i="0" dirty="0">
                <a:latin typeface="+mn-ea"/>
                <a:ea typeface="+mn-ea"/>
              </a:rPr>
              <a:t> 6개월 </a:t>
            </a:r>
            <a:r>
              <a:rPr sz="1100" b="0" i="0" dirty="0" err="1">
                <a:latin typeface="+mn-ea"/>
                <a:ea typeface="+mn-ea"/>
              </a:rPr>
              <a:t>잔존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만기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변동성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σ̂를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산출</a:t>
            </a:r>
            <a:endParaRPr sz="1100" b="0" i="0" dirty="0">
              <a:latin typeface="+mn-ea"/>
              <a:ea typeface="+mn-ea"/>
            </a:endParaRP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452F49E9-3D76-E1B8-0636-03D4988D4FE0}"/>
              </a:ext>
            </a:extLst>
          </p:cNvPr>
          <p:cNvSpPr/>
          <p:nvPr/>
        </p:nvSpPr>
        <p:spPr>
          <a:xfrm>
            <a:off x="464686" y="2419760"/>
            <a:ext cx="1188720" cy="914400"/>
          </a:xfrm>
          <a:prstGeom prst="rect">
            <a:avLst/>
          </a:prstGeom>
          <a:solidFill>
            <a:srgbClr val="E97C1F"/>
          </a:solidFill>
          <a:ln w="15875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27F645-025D-AE9A-380B-39344A92C987}"/>
              </a:ext>
            </a:extLst>
          </p:cNvPr>
          <p:cNvSpPr txBox="1"/>
          <p:nvPr/>
        </p:nvSpPr>
        <p:spPr>
          <a:xfrm>
            <a:off x="464686" y="2511200"/>
            <a:ext cx="1188720" cy="22101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n-ea"/>
                <a:ea typeface="+mn-ea"/>
              </a:rPr>
              <a:t>Step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F77291-1EB0-BB0D-D6C6-B172EACCEC85}"/>
              </a:ext>
            </a:extLst>
          </p:cNvPr>
          <p:cNvSpPr txBox="1"/>
          <p:nvPr/>
        </p:nvSpPr>
        <p:spPr>
          <a:xfrm>
            <a:off x="464686" y="2858672"/>
            <a:ext cx="1188720" cy="19793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+mn-ea"/>
                <a:ea typeface="+mn-ea"/>
              </a:rPr>
              <a:t>행사가 역산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A82B1BB-2E51-68ED-136D-7013DD5B018C}"/>
              </a:ext>
            </a:extLst>
          </p:cNvPr>
          <p:cNvSpPr/>
          <p:nvPr/>
        </p:nvSpPr>
        <p:spPr>
          <a:xfrm>
            <a:off x="1836286" y="2419760"/>
            <a:ext cx="7772400" cy="914400"/>
          </a:xfrm>
          <a:prstGeom prst="rect">
            <a:avLst/>
          </a:prstGeom>
          <a:noFill/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2849D-D39A-5559-28E5-B8C25C324ABA}"/>
              </a:ext>
            </a:extLst>
          </p:cNvPr>
          <p:cNvSpPr txBox="1"/>
          <p:nvPr/>
        </p:nvSpPr>
        <p:spPr>
          <a:xfrm>
            <a:off x="1973446" y="2774145"/>
            <a:ext cx="7635240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100" b="0" i="0" dirty="0" err="1">
                <a:latin typeface="+mn-ea"/>
                <a:ea typeface="+mn-ea"/>
              </a:rPr>
              <a:t>회차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목표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프리미엄</a:t>
            </a:r>
            <a:r>
              <a:rPr sz="1100" b="0" i="0" dirty="0">
                <a:latin typeface="+mn-ea"/>
                <a:ea typeface="+mn-ea"/>
              </a:rPr>
              <a:t>(5% or 10%)을 </a:t>
            </a:r>
            <a:r>
              <a:rPr sz="1100" b="0" i="0" dirty="0" err="1">
                <a:latin typeface="+mn-ea"/>
                <a:ea typeface="+mn-ea"/>
              </a:rPr>
              <a:t>만족하는</a:t>
            </a:r>
            <a:r>
              <a:rPr sz="1100" b="0" i="0" dirty="0">
                <a:latin typeface="+mn-ea"/>
                <a:ea typeface="+mn-ea"/>
              </a:rPr>
              <a:t> OTM </a:t>
            </a:r>
            <a:r>
              <a:rPr sz="1100" b="0" i="0" dirty="0" err="1">
                <a:latin typeface="+mn-ea"/>
                <a:ea typeface="+mn-ea"/>
              </a:rPr>
              <a:t>행사가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K를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lang="en-US" sz="1100" b="0" i="0" dirty="0">
                <a:latin typeface="+mn-ea"/>
                <a:ea typeface="+mn-ea"/>
              </a:rPr>
              <a:t>Option Pricing </a:t>
            </a:r>
            <a:r>
              <a:rPr lang="en-US" sz="1100" b="0" i="0" dirty="0" err="1">
                <a:latin typeface="+mn-ea"/>
                <a:ea typeface="+mn-ea"/>
              </a:rPr>
              <a:t>Model</a:t>
            </a:r>
            <a:r>
              <a:rPr sz="1100" b="0" i="0" dirty="0" err="1">
                <a:latin typeface="+mn-ea"/>
                <a:ea typeface="+mn-ea"/>
              </a:rPr>
              <a:t>로</a:t>
            </a:r>
            <a:r>
              <a:rPr sz="1100" b="0" i="0" dirty="0">
                <a:latin typeface="+mn-ea"/>
                <a:ea typeface="+mn-ea"/>
              </a:rPr>
              <a:t> </a:t>
            </a:r>
            <a:r>
              <a:rPr sz="1100" b="0" i="0" dirty="0" err="1">
                <a:latin typeface="+mn-ea"/>
                <a:ea typeface="+mn-ea"/>
              </a:rPr>
              <a:t>역산</a:t>
            </a:r>
            <a:r>
              <a:rPr sz="1100" b="0" i="0" dirty="0">
                <a:latin typeface="+mn-ea"/>
                <a:ea typeface="+mn-ea"/>
              </a:rPr>
              <a:t> — P(S₀, K, T, σ̂) = Target Premium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4D0A598C-11B5-1AD3-F5FD-8E7B4D09EABA}"/>
              </a:ext>
            </a:extLst>
          </p:cNvPr>
          <p:cNvSpPr/>
          <p:nvPr/>
        </p:nvSpPr>
        <p:spPr>
          <a:xfrm>
            <a:off x="464686" y="3498752"/>
            <a:ext cx="1188720" cy="914400"/>
          </a:xfrm>
          <a:prstGeom prst="rect">
            <a:avLst/>
          </a:prstGeom>
          <a:solidFill>
            <a:srgbClr val="E97C1F"/>
          </a:solidFill>
          <a:ln w="15875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9038CF-9AEA-C44A-9D9F-30D09665F2E7}"/>
              </a:ext>
            </a:extLst>
          </p:cNvPr>
          <p:cNvSpPr txBox="1"/>
          <p:nvPr/>
        </p:nvSpPr>
        <p:spPr>
          <a:xfrm>
            <a:off x="464686" y="3590192"/>
            <a:ext cx="1188720" cy="22101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n-ea"/>
                <a:ea typeface="+mn-ea"/>
              </a:rPr>
              <a:t>Step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DA2B6B-AA40-C70B-B691-D6C01A757B6B}"/>
              </a:ext>
            </a:extLst>
          </p:cNvPr>
          <p:cNvSpPr txBox="1"/>
          <p:nvPr/>
        </p:nvSpPr>
        <p:spPr>
          <a:xfrm>
            <a:off x="464686" y="3937664"/>
            <a:ext cx="1188720" cy="19793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+mn-ea"/>
                <a:ea typeface="+mn-ea"/>
              </a:rPr>
              <a:t>델타 산출</a:t>
            </a: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929ABF44-BF6F-047A-ABDE-C412CA087FA1}"/>
              </a:ext>
            </a:extLst>
          </p:cNvPr>
          <p:cNvSpPr/>
          <p:nvPr/>
        </p:nvSpPr>
        <p:spPr>
          <a:xfrm>
            <a:off x="1836286" y="3498752"/>
            <a:ext cx="7772400" cy="914400"/>
          </a:xfrm>
          <a:prstGeom prst="rect">
            <a:avLst/>
          </a:prstGeom>
          <a:noFill/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E59A5C-C212-D428-3629-0B0E14CF850D}"/>
              </a:ext>
            </a:extLst>
          </p:cNvPr>
          <p:cNvSpPr txBox="1"/>
          <p:nvPr/>
        </p:nvSpPr>
        <p:spPr>
          <a:xfrm>
            <a:off x="1973446" y="3853137"/>
            <a:ext cx="7498080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100" b="0" i="0">
                <a:latin typeface="+mn-ea"/>
                <a:ea typeface="+mn-ea"/>
              </a:rPr>
              <a:t>Short Put 헤지 델타 = +|Δ_put| (현물 매수). 주가↓ → 비중↑ (Buy Low), 주가↑ → 비중↓ (Sell High)</a:t>
            </a:r>
          </a:p>
        </p:txBody>
      </p:sp>
      <p:sp>
        <p:nvSpPr>
          <p:cNvPr id="33" name="Rectangle 19">
            <a:extLst>
              <a:ext uri="{FF2B5EF4-FFF2-40B4-BE49-F238E27FC236}">
                <a16:creationId xmlns:a16="http://schemas.microsoft.com/office/drawing/2014/main" id="{959AA5CF-7340-44DF-591E-5F4CBA9F711A}"/>
              </a:ext>
            </a:extLst>
          </p:cNvPr>
          <p:cNvSpPr/>
          <p:nvPr/>
        </p:nvSpPr>
        <p:spPr>
          <a:xfrm>
            <a:off x="464686" y="4577744"/>
            <a:ext cx="1188720" cy="914400"/>
          </a:xfrm>
          <a:prstGeom prst="rect">
            <a:avLst/>
          </a:prstGeom>
          <a:solidFill>
            <a:srgbClr val="E97C1F"/>
          </a:solidFill>
          <a:ln w="15875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4A16E8-8740-B2EF-45C9-D4F238CCEAEB}"/>
              </a:ext>
            </a:extLst>
          </p:cNvPr>
          <p:cNvSpPr txBox="1"/>
          <p:nvPr/>
        </p:nvSpPr>
        <p:spPr>
          <a:xfrm>
            <a:off x="464686" y="4669184"/>
            <a:ext cx="1188720" cy="22101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+mn-ea"/>
                <a:ea typeface="+mn-ea"/>
              </a:rPr>
              <a:t>Step 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482864-51BE-111B-353F-4174D79E3360}"/>
              </a:ext>
            </a:extLst>
          </p:cNvPr>
          <p:cNvSpPr txBox="1"/>
          <p:nvPr/>
        </p:nvSpPr>
        <p:spPr>
          <a:xfrm>
            <a:off x="464686" y="5016656"/>
            <a:ext cx="1188720" cy="19793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+mn-ea"/>
                <a:ea typeface="+mn-ea"/>
              </a:rPr>
              <a:t>리밸런싱·모니터링</a:t>
            </a:r>
          </a:p>
        </p:txBody>
      </p:sp>
      <p:sp>
        <p:nvSpPr>
          <p:cNvPr id="36" name="Rectangle 22">
            <a:extLst>
              <a:ext uri="{FF2B5EF4-FFF2-40B4-BE49-F238E27FC236}">
                <a16:creationId xmlns:a16="http://schemas.microsoft.com/office/drawing/2014/main" id="{EEC3769B-469E-2133-DB5C-76A1FDE75A63}"/>
              </a:ext>
            </a:extLst>
          </p:cNvPr>
          <p:cNvSpPr/>
          <p:nvPr/>
        </p:nvSpPr>
        <p:spPr>
          <a:xfrm>
            <a:off x="1836286" y="4577744"/>
            <a:ext cx="7772400" cy="914400"/>
          </a:xfrm>
          <a:prstGeom prst="rect">
            <a:avLst/>
          </a:prstGeom>
          <a:noFill/>
          <a:ln w="12700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8D156F-CD63-5C89-EF1D-905DDCA97161}"/>
              </a:ext>
            </a:extLst>
          </p:cNvPr>
          <p:cNvSpPr txBox="1"/>
          <p:nvPr/>
        </p:nvSpPr>
        <p:spPr>
          <a:xfrm>
            <a:off x="1973446" y="4932129"/>
            <a:ext cx="7498080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100" b="0" i="0">
                <a:latin typeface="+mn-ea"/>
                <a:ea typeface="+mn-ea"/>
              </a:rPr>
              <a:t>일별 종가 기준 델타 재산출 → 비중 조정. 목표 5% 도달 시 즉시 청산. 미달 만기 시 다음 회차 10% 모드 진입</a:t>
            </a:r>
          </a:p>
        </p:txBody>
      </p:sp>
      <p:cxnSp>
        <p:nvCxnSpPr>
          <p:cNvPr id="38" name="Connector 24">
            <a:extLst>
              <a:ext uri="{FF2B5EF4-FFF2-40B4-BE49-F238E27FC236}">
                <a16:creationId xmlns:a16="http://schemas.microsoft.com/office/drawing/2014/main" id="{93EEF4A1-B526-3EB8-0C42-ED0F3BAA1DBD}"/>
              </a:ext>
            </a:extLst>
          </p:cNvPr>
          <p:cNvCxnSpPr/>
          <p:nvPr/>
        </p:nvCxnSpPr>
        <p:spPr>
          <a:xfrm>
            <a:off x="1059046" y="2282600"/>
            <a:ext cx="0" cy="118872"/>
          </a:xfrm>
          <a:prstGeom prst="line">
            <a:avLst/>
          </a:prstGeom>
          <a:ln w="25400">
            <a:solidFill>
              <a:srgbClr val="E97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5">
            <a:extLst>
              <a:ext uri="{FF2B5EF4-FFF2-40B4-BE49-F238E27FC236}">
                <a16:creationId xmlns:a16="http://schemas.microsoft.com/office/drawing/2014/main" id="{A124D300-701A-F944-10A0-D9FB066003C2}"/>
              </a:ext>
            </a:extLst>
          </p:cNvPr>
          <p:cNvCxnSpPr/>
          <p:nvPr/>
        </p:nvCxnSpPr>
        <p:spPr>
          <a:xfrm>
            <a:off x="1059046" y="3361592"/>
            <a:ext cx="0" cy="118872"/>
          </a:xfrm>
          <a:prstGeom prst="line">
            <a:avLst/>
          </a:prstGeom>
          <a:ln w="25400">
            <a:solidFill>
              <a:srgbClr val="E97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6">
            <a:extLst>
              <a:ext uri="{FF2B5EF4-FFF2-40B4-BE49-F238E27FC236}">
                <a16:creationId xmlns:a16="http://schemas.microsoft.com/office/drawing/2014/main" id="{67CD37CF-169E-5170-791F-8448C05842B9}"/>
              </a:ext>
            </a:extLst>
          </p:cNvPr>
          <p:cNvCxnSpPr/>
          <p:nvPr/>
        </p:nvCxnSpPr>
        <p:spPr>
          <a:xfrm>
            <a:off x="1059046" y="4440584"/>
            <a:ext cx="0" cy="118872"/>
          </a:xfrm>
          <a:prstGeom prst="line">
            <a:avLst/>
          </a:prstGeom>
          <a:ln w="25400">
            <a:solidFill>
              <a:srgbClr val="E97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11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C54F0-04F9-03ED-2859-9E03F61E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5DF7F6-9AEF-56BC-25FA-6F26B3F226FA}"/>
              </a:ext>
            </a:extLst>
          </p:cNvPr>
          <p:cNvSpPr txBox="1"/>
          <p:nvPr/>
        </p:nvSpPr>
        <p:spPr>
          <a:xfrm>
            <a:off x="404440" y="6165919"/>
            <a:ext cx="4285633" cy="2154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sp>
        <p:nvSpPr>
          <p:cNvPr id="7" name="텍스트 개체 틀 10">
            <a:extLst>
              <a:ext uri="{FF2B5EF4-FFF2-40B4-BE49-F238E27FC236}">
                <a16:creationId xmlns:a16="http://schemas.microsoft.com/office/drawing/2014/main" id="{075904F0-4967-784F-2B4A-4C1889FC7E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2"/>
            </a:pPr>
            <a:r>
              <a:rPr lang="ko-KR" altLang="en-US" dirty="0"/>
              <a:t>전략 소개</a:t>
            </a:r>
          </a:p>
        </p:txBody>
      </p:sp>
      <p:sp>
        <p:nvSpPr>
          <p:cNvPr id="8" name="제목 8">
            <a:extLst>
              <a:ext uri="{FF2B5EF4-FFF2-40B4-BE49-F238E27FC236}">
                <a16:creationId xmlns:a16="http://schemas.microsoft.com/office/drawing/2014/main" id="{6CD45186-2E18-2337-13B6-F76410B818F5}"/>
              </a:ext>
            </a:extLst>
          </p:cNvPr>
          <p:cNvSpPr txBox="1">
            <a:spLocks/>
          </p:cNvSpPr>
          <p:nvPr/>
        </p:nvSpPr>
        <p:spPr>
          <a:xfrm>
            <a:off x="487788" y="449896"/>
            <a:ext cx="7627774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defTabSz="91281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2pPr>
            <a:lvl3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3pPr>
            <a:lvl4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4pPr>
            <a:lvl5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5pPr>
            <a:lvl6pPr marL="4572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6pPr>
            <a:lvl7pPr marL="9144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7pPr>
            <a:lvl8pPr marL="13716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8pPr>
            <a:lvl9pPr marL="18288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9pPr>
          </a:lstStyle>
          <a:p>
            <a:r>
              <a:rPr lang="ko-KR" altLang="en-US" b="1" dirty="0">
                <a:solidFill>
                  <a:srgbClr val="363636"/>
                </a:solidFill>
                <a:latin typeface="맑은 고딕"/>
              </a:rPr>
              <a:t>장단점 및 적용 이론 예시</a:t>
            </a:r>
            <a:endParaRPr kumimoji="0" lang="ko-KR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7A24C38-3D78-D564-07BD-A5807C3138CD}"/>
              </a:ext>
            </a:extLst>
          </p:cNvPr>
          <p:cNvSpPr/>
          <p:nvPr/>
        </p:nvSpPr>
        <p:spPr>
          <a:xfrm>
            <a:off x="365760" y="1234440"/>
            <a:ext cx="4572000" cy="2286000"/>
          </a:xfrm>
          <a:prstGeom prst="rect">
            <a:avLst/>
          </a:prstGeom>
          <a:noFill/>
          <a:ln w="15875">
            <a:solidFill>
              <a:srgbClr val="E9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8BB37-671A-910A-0630-17E43CF63275}"/>
              </a:ext>
            </a:extLst>
          </p:cNvPr>
          <p:cNvSpPr txBox="1"/>
          <p:nvPr/>
        </p:nvSpPr>
        <p:spPr>
          <a:xfrm>
            <a:off x="502920" y="1280160"/>
            <a:ext cx="1828800" cy="22871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250" b="1" i="0">
                <a:solidFill>
                  <a:srgbClr val="E97C1F"/>
                </a:solidFill>
                <a:latin typeface="+mn-ea"/>
                <a:ea typeface="+mn-ea"/>
              </a:rPr>
              <a:t>장점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D2B25-3068-3EF4-85B6-D18D3A9BE0CA}"/>
              </a:ext>
            </a:extLst>
          </p:cNvPr>
          <p:cNvSpPr txBox="1"/>
          <p:nvPr/>
        </p:nvSpPr>
        <p:spPr>
          <a:xfrm>
            <a:off x="502920" y="1618488"/>
            <a:ext cx="4297680" cy="1372936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단일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종목으로도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명확한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수익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목표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설정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가능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ELS의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자동상환·녹인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같은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복잡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조건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없음</a:t>
            </a:r>
            <a:r>
              <a:rPr sz="1000" b="0" dirty="0">
                <a:latin typeface="+mn-ea"/>
                <a:ea typeface="+mn-ea"/>
              </a:rPr>
              <a:t>, </a:t>
            </a:r>
            <a:r>
              <a:rPr sz="1000" b="0" dirty="0" err="1">
                <a:latin typeface="+mn-ea"/>
                <a:ea typeface="+mn-ea"/>
              </a:rPr>
              <a:t>페이오프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단순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프리미엄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수취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효과로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횡보·소폭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상승장에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강함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변동성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상승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국면에서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목표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달성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속도</a:t>
            </a:r>
            <a:r>
              <a:rPr sz="1000" b="0" dirty="0">
                <a:latin typeface="+mn-ea"/>
                <a:ea typeface="+mn-ea"/>
              </a:rPr>
              <a:t> ↑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옵션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직접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매도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대비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증거금·유동성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제약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없음</a:t>
            </a:r>
            <a:endParaRPr sz="1000" b="0" dirty="0">
              <a:latin typeface="+mn-ea"/>
              <a:ea typeface="+mn-ea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ACA26B79-3426-6C8B-2436-3EC41EADD423}"/>
              </a:ext>
            </a:extLst>
          </p:cNvPr>
          <p:cNvSpPr/>
          <p:nvPr/>
        </p:nvSpPr>
        <p:spPr>
          <a:xfrm>
            <a:off x="365760" y="3657600"/>
            <a:ext cx="4572000" cy="2286000"/>
          </a:xfrm>
          <a:prstGeom prst="rect">
            <a:avLst/>
          </a:prstGeom>
          <a:noFill/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C512FE-9CF9-CCC1-4F2B-34A1F07B0F94}"/>
              </a:ext>
            </a:extLst>
          </p:cNvPr>
          <p:cNvSpPr txBox="1"/>
          <p:nvPr/>
        </p:nvSpPr>
        <p:spPr>
          <a:xfrm>
            <a:off x="502920" y="3703320"/>
            <a:ext cx="2286000" cy="22871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250" b="1" i="0">
                <a:solidFill>
                  <a:srgbClr val="C0504D"/>
                </a:solidFill>
                <a:latin typeface="+mn-ea"/>
                <a:ea typeface="+mn-ea"/>
              </a:rPr>
              <a:t>단점 · 리스크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882257-93B3-F841-8CE4-239D36B8B8CB}"/>
              </a:ext>
            </a:extLst>
          </p:cNvPr>
          <p:cNvSpPr txBox="1"/>
          <p:nvPr/>
        </p:nvSpPr>
        <p:spPr>
          <a:xfrm>
            <a:off x="502920" y="4041648"/>
            <a:ext cx="4297680" cy="1372936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하방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손실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무제한</a:t>
            </a:r>
            <a:r>
              <a:rPr sz="1000" b="0" dirty="0">
                <a:latin typeface="+mn-ea"/>
                <a:ea typeface="+mn-ea"/>
              </a:rPr>
              <a:t> (풋 </a:t>
            </a:r>
            <a:r>
              <a:rPr sz="1000" b="0" dirty="0" err="1">
                <a:latin typeface="+mn-ea"/>
                <a:ea typeface="+mn-ea"/>
              </a:rPr>
              <a:t>매도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본질</a:t>
            </a:r>
            <a:r>
              <a:rPr sz="1000" b="0" dirty="0">
                <a:latin typeface="+mn-ea"/>
                <a:ea typeface="+mn-ea"/>
              </a:rPr>
              <a:t>) — </a:t>
            </a:r>
            <a:r>
              <a:rPr sz="1000" b="0" dirty="0" err="1">
                <a:latin typeface="+mn-ea"/>
                <a:ea typeface="+mn-ea"/>
              </a:rPr>
              <a:t>최대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위험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요소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단일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종목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노출</a:t>
            </a:r>
            <a:r>
              <a:rPr sz="1000" b="0" dirty="0">
                <a:latin typeface="+mn-ea"/>
                <a:ea typeface="+mn-ea"/>
              </a:rPr>
              <a:t>: </a:t>
            </a:r>
            <a:r>
              <a:rPr sz="1000" b="0" dirty="0" err="1">
                <a:latin typeface="+mn-ea"/>
                <a:ea typeface="+mn-ea"/>
              </a:rPr>
              <a:t>반도체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사이클·SK하이닉스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펀더멘털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영향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변동성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예측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오차</a:t>
            </a:r>
            <a:r>
              <a:rPr sz="1000" b="0" dirty="0">
                <a:latin typeface="+mn-ea"/>
                <a:ea typeface="+mn-ea"/>
              </a:rPr>
              <a:t> 시 </a:t>
            </a:r>
            <a:r>
              <a:rPr sz="1000" b="0" dirty="0" err="1">
                <a:latin typeface="+mn-ea"/>
                <a:ea typeface="+mn-ea"/>
              </a:rPr>
              <a:t>헤지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손익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변동</a:t>
            </a:r>
            <a:r>
              <a:rPr sz="1000" b="0" dirty="0">
                <a:latin typeface="+mn-ea"/>
                <a:ea typeface="+mn-ea"/>
              </a:rPr>
              <a:t> (gamma P&amp;L)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갭다운</a:t>
            </a:r>
            <a:r>
              <a:rPr sz="1000" b="0" dirty="0">
                <a:latin typeface="+mn-ea"/>
                <a:ea typeface="+mn-ea"/>
              </a:rPr>
              <a:t> 시 </a:t>
            </a:r>
            <a:r>
              <a:rPr sz="1000" b="0" dirty="0" err="1">
                <a:latin typeface="+mn-ea"/>
                <a:ea typeface="+mn-ea"/>
              </a:rPr>
              <a:t>일별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리밸런싱으로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흡수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불가한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손실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>
                <a:latin typeface="+mn-ea"/>
                <a:ea typeface="+mn-ea"/>
              </a:rPr>
              <a:t>5% </a:t>
            </a:r>
            <a:r>
              <a:rPr sz="1000" b="0" dirty="0" err="1">
                <a:latin typeface="+mn-ea"/>
                <a:ea typeface="+mn-ea"/>
              </a:rPr>
              <a:t>미달</a:t>
            </a:r>
            <a:r>
              <a:rPr sz="1000" b="0" dirty="0">
                <a:latin typeface="+mn-ea"/>
                <a:ea typeface="+mn-ea"/>
              </a:rPr>
              <a:t> → 10% </a:t>
            </a:r>
            <a:r>
              <a:rPr sz="1000" b="0" dirty="0" err="1">
                <a:latin typeface="+mn-ea"/>
                <a:ea typeface="+mn-ea"/>
              </a:rPr>
              <a:t>모드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진입</a:t>
            </a:r>
            <a:r>
              <a:rPr sz="1000" b="0" dirty="0">
                <a:latin typeface="+mn-ea"/>
                <a:ea typeface="+mn-ea"/>
              </a:rPr>
              <a:t> 시 </a:t>
            </a:r>
            <a:r>
              <a:rPr sz="1000" b="0" dirty="0" err="1">
                <a:latin typeface="+mn-ea"/>
                <a:ea typeface="+mn-ea"/>
              </a:rPr>
              <a:t>자동으로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위험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노출</a:t>
            </a:r>
            <a:r>
              <a:rPr sz="1000" b="0" dirty="0">
                <a:latin typeface="+mn-ea"/>
                <a:ea typeface="+mn-ea"/>
              </a:rPr>
              <a:t> 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A87325-12D8-2329-5547-AA34E45EC02F}"/>
              </a:ext>
            </a:extLst>
          </p:cNvPr>
          <p:cNvSpPr txBox="1"/>
          <p:nvPr/>
        </p:nvSpPr>
        <p:spPr>
          <a:xfrm>
            <a:off x="5120640" y="1234440"/>
            <a:ext cx="4572000" cy="22871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lang="ko-KR" altLang="en-US" sz="1250" b="1" i="0" dirty="0">
                <a:solidFill>
                  <a:srgbClr val="1E3A5F"/>
                </a:solidFill>
                <a:latin typeface="+mn-ea"/>
                <a:ea typeface="+mn-ea"/>
              </a:rPr>
              <a:t>델타 산출 이론 예시</a:t>
            </a:r>
            <a:r>
              <a:rPr lang="en-US" altLang="ko-KR" sz="1250" b="1" i="0" dirty="0">
                <a:solidFill>
                  <a:srgbClr val="1E3A5F"/>
                </a:solidFill>
                <a:latin typeface="+mn-ea"/>
                <a:ea typeface="+mn-ea"/>
              </a:rPr>
              <a:t>: </a:t>
            </a:r>
            <a:r>
              <a:rPr sz="1250" b="1" i="0" dirty="0">
                <a:solidFill>
                  <a:srgbClr val="1E3A5F"/>
                </a:solidFill>
                <a:latin typeface="+mn-ea"/>
                <a:ea typeface="+mn-ea"/>
              </a:rPr>
              <a:t>Black-Scholes </a:t>
            </a:r>
            <a:r>
              <a:rPr sz="1250" b="1" i="0" dirty="0" err="1">
                <a:solidFill>
                  <a:srgbClr val="1E3A5F"/>
                </a:solidFill>
                <a:latin typeface="+mn-ea"/>
                <a:ea typeface="+mn-ea"/>
              </a:rPr>
              <a:t>동적</a:t>
            </a:r>
            <a:r>
              <a:rPr sz="12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250" b="1" i="0" dirty="0" err="1">
                <a:solidFill>
                  <a:srgbClr val="1E3A5F"/>
                </a:solidFill>
                <a:latin typeface="+mn-ea"/>
                <a:ea typeface="+mn-ea"/>
              </a:rPr>
              <a:t>복제</a:t>
            </a:r>
            <a:r>
              <a:rPr sz="12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250" b="1" i="0" dirty="0" err="1">
                <a:solidFill>
                  <a:srgbClr val="1E3A5F"/>
                </a:solidFill>
                <a:latin typeface="+mn-ea"/>
                <a:ea typeface="+mn-ea"/>
              </a:rPr>
              <a:t>이론</a:t>
            </a:r>
            <a:endParaRPr sz="1250" b="1" i="0" dirty="0">
              <a:solidFill>
                <a:srgbClr val="1E3A5F"/>
              </a:solidFill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CED1D-5E0C-04E1-1ABD-7FCC216E3CD4}"/>
              </a:ext>
            </a:extLst>
          </p:cNvPr>
          <p:cNvSpPr txBox="1"/>
          <p:nvPr/>
        </p:nvSpPr>
        <p:spPr>
          <a:xfrm>
            <a:off x="5120640" y="1600200"/>
            <a:ext cx="4572000" cy="13216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옵션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페이오프는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현물</a:t>
            </a:r>
            <a:r>
              <a:rPr sz="1000" b="0" dirty="0">
                <a:latin typeface="+mn-ea"/>
                <a:ea typeface="+mn-ea"/>
              </a:rPr>
              <a:t> + </a:t>
            </a:r>
            <a:r>
              <a:rPr sz="1000" b="0" dirty="0" err="1">
                <a:latin typeface="+mn-ea"/>
                <a:ea typeface="+mn-ea"/>
              </a:rPr>
              <a:t>무위험자산의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동적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포트폴리오로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복제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가능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>
                <a:latin typeface="+mn-ea"/>
                <a:ea typeface="+mn-ea"/>
              </a:rPr>
              <a:t>Short Put </a:t>
            </a:r>
            <a:r>
              <a:rPr sz="1000" b="0" dirty="0" err="1">
                <a:latin typeface="+mn-ea"/>
                <a:ea typeface="+mn-ea"/>
              </a:rPr>
              <a:t>헤지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비중</a:t>
            </a:r>
            <a:r>
              <a:rPr sz="1000" b="0" dirty="0">
                <a:latin typeface="+mn-ea"/>
                <a:ea typeface="+mn-ea"/>
              </a:rPr>
              <a:t> = N(−d₁) × (</a:t>
            </a:r>
            <a:r>
              <a:rPr sz="1000" b="0" dirty="0" err="1">
                <a:latin typeface="+mn-ea"/>
                <a:ea typeface="+mn-ea"/>
              </a:rPr>
              <a:t>현물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환산</a:t>
            </a:r>
            <a:r>
              <a:rPr sz="1000" b="0" dirty="0">
                <a:latin typeface="+mn-ea"/>
                <a:ea typeface="+mn-ea"/>
              </a:rPr>
              <a:t>)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행사가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K를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미리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정하지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않고</a:t>
            </a:r>
            <a:r>
              <a:rPr sz="1000" b="0" dirty="0">
                <a:latin typeface="+mn-ea"/>
                <a:ea typeface="+mn-ea"/>
              </a:rPr>
              <a:t>, </a:t>
            </a:r>
            <a:r>
              <a:rPr sz="1000" b="0" dirty="0" err="1">
                <a:latin typeface="+mn-ea"/>
                <a:ea typeface="+mn-ea"/>
              </a:rPr>
              <a:t>목표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프리미엄을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충족하는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K를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역산하는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것이</a:t>
            </a:r>
            <a:r>
              <a:rPr sz="1000" b="0" dirty="0">
                <a:latin typeface="+mn-ea"/>
                <a:ea typeface="+mn-ea"/>
              </a:rPr>
              <a:t> 본 </a:t>
            </a:r>
            <a:r>
              <a:rPr sz="1000" b="0" dirty="0" err="1">
                <a:latin typeface="+mn-ea"/>
                <a:ea typeface="+mn-ea"/>
              </a:rPr>
              <a:t>전략의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차별점</a:t>
            </a:r>
            <a:endParaRPr sz="1000" b="0" dirty="0">
              <a:latin typeface="+mn-ea"/>
              <a:ea typeface="+mn-ea"/>
            </a:endParaRP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Font typeface="Arial"/>
              <a:buChar char="•"/>
            </a:pPr>
            <a:r>
              <a:rPr sz="1000" b="0" dirty="0" err="1">
                <a:latin typeface="+mn-ea"/>
                <a:ea typeface="+mn-ea"/>
              </a:rPr>
              <a:t>옵션이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아닌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합성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페이오프의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cashflow만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수취</a:t>
            </a:r>
            <a:r>
              <a:rPr sz="1000" b="0" dirty="0">
                <a:latin typeface="+mn-ea"/>
                <a:ea typeface="+mn-ea"/>
              </a:rPr>
              <a:t> → </a:t>
            </a:r>
            <a:r>
              <a:rPr sz="1000" b="0" dirty="0" err="1">
                <a:latin typeface="+mn-ea"/>
                <a:ea typeface="+mn-ea"/>
              </a:rPr>
              <a:t>거래비용·증거금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부담</a:t>
            </a:r>
            <a:r>
              <a:rPr sz="1000" b="0" dirty="0">
                <a:latin typeface="+mn-ea"/>
                <a:ea typeface="+mn-ea"/>
              </a:rPr>
              <a:t> </a:t>
            </a:r>
            <a:r>
              <a:rPr sz="1000" b="0" dirty="0" err="1">
                <a:latin typeface="+mn-ea"/>
                <a:ea typeface="+mn-ea"/>
              </a:rPr>
              <a:t>해소</a:t>
            </a:r>
            <a:endParaRPr sz="1000" b="0" dirty="0">
              <a:latin typeface="+mn-ea"/>
              <a:ea typeface="+mn-ea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F3871D63-6641-76AC-797E-D8A9688A3A52}"/>
              </a:ext>
            </a:extLst>
          </p:cNvPr>
          <p:cNvSpPr/>
          <p:nvPr/>
        </p:nvSpPr>
        <p:spPr>
          <a:xfrm>
            <a:off x="5120640" y="3291840"/>
            <a:ext cx="45720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A6327-57F0-4F08-6718-317536384EA6}"/>
              </a:ext>
            </a:extLst>
          </p:cNvPr>
          <p:cNvSpPr txBox="1"/>
          <p:nvPr/>
        </p:nvSpPr>
        <p:spPr>
          <a:xfrm>
            <a:off x="5120640" y="3436638"/>
            <a:ext cx="4572000" cy="213323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50" b="1" i="0" dirty="0">
                <a:solidFill>
                  <a:srgbClr val="1E3A5F"/>
                </a:solidFill>
                <a:latin typeface="+mn-ea"/>
                <a:ea typeface="+mn-ea"/>
              </a:rPr>
              <a:t>∂V/∂t + ½σ²S²(∂²V/∂S²) + </a:t>
            </a:r>
            <a:r>
              <a:rPr sz="1150" b="1" i="0" dirty="0" err="1">
                <a:solidFill>
                  <a:srgbClr val="1E3A5F"/>
                </a:solidFill>
                <a:latin typeface="+mn-ea"/>
                <a:ea typeface="+mn-ea"/>
              </a:rPr>
              <a:t>rS</a:t>
            </a:r>
            <a:r>
              <a:rPr sz="1150" b="1" i="0" dirty="0">
                <a:solidFill>
                  <a:srgbClr val="1E3A5F"/>
                </a:solidFill>
                <a:latin typeface="+mn-ea"/>
                <a:ea typeface="+mn-ea"/>
              </a:rPr>
              <a:t>(∂V/∂S) − </a:t>
            </a:r>
            <a:r>
              <a:rPr sz="1150" b="1" i="0" dirty="0" err="1">
                <a:solidFill>
                  <a:srgbClr val="1E3A5F"/>
                </a:solidFill>
                <a:latin typeface="+mn-ea"/>
                <a:ea typeface="+mn-ea"/>
              </a:rPr>
              <a:t>rV</a:t>
            </a:r>
            <a:r>
              <a:rPr sz="1150" b="1" i="0" dirty="0">
                <a:solidFill>
                  <a:srgbClr val="1E3A5F"/>
                </a:solidFill>
                <a:latin typeface="+mn-ea"/>
                <a:ea typeface="+mn-ea"/>
              </a:rPr>
              <a:t> = 0</a:t>
            </a:r>
          </a:p>
        </p:txBody>
      </p:sp>
      <p:graphicFrame>
        <p:nvGraphicFramePr>
          <p:cNvPr id="21" name="Table 14">
            <a:extLst>
              <a:ext uri="{FF2B5EF4-FFF2-40B4-BE49-F238E27FC236}">
                <a16:creationId xmlns:a16="http://schemas.microsoft.com/office/drawing/2014/main" id="{FD4C3159-5B49-5B7A-C089-EF19A7FA3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717712"/>
              </p:ext>
            </p:extLst>
          </p:nvPr>
        </p:nvGraphicFramePr>
        <p:xfrm>
          <a:off x="5120640" y="3977640"/>
          <a:ext cx="45720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직접</a:t>
                      </a:r>
                      <a:r>
                        <a:rPr sz="950" b="1" dirty="0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 OTC 풋 </a:t>
                      </a:r>
                      <a:r>
                        <a:rPr sz="950" b="1" dirty="0" err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매도</a:t>
                      </a:r>
                      <a:endParaRPr sz="950" b="1" dirty="0">
                        <a:solidFill>
                          <a:srgbClr val="1E3A5F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TPRP (본 전략)</a:t>
                      </a:r>
                    </a:p>
                  </a:txBody>
                  <a:tcPr marL="36000" marR="36000" marT="18000" marB="18000" anchor="ctr"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거래 도구</a:t>
                      </a:r>
                    </a:p>
                  </a:txBody>
                  <a:tcPr marL="36000" marR="36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직접 매도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현물 비중 조정 복제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증거금</a:t>
                      </a:r>
                    </a:p>
                  </a:txBody>
                  <a:tcPr marL="36000" marR="36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필요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불필요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행사가</a:t>
                      </a:r>
                    </a:p>
                  </a:txBody>
                  <a:tcPr marL="36000" marR="36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 고정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 프리미엄으로 역산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5F"/>
                          </a:solidFill>
                          <a:latin typeface="+mn-ea"/>
                          <a:ea typeface="+mn-ea"/>
                        </a:rPr>
                        <a:t>청산 유연성</a:t>
                      </a:r>
                    </a:p>
                  </a:txBody>
                  <a:tcPr marL="36000" marR="36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낮음 (옵션시장 의존)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높음</a:t>
                      </a:r>
                      <a:r>
                        <a:rPr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현물</a:t>
                      </a:r>
                      <a:r>
                        <a:rPr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매도</a:t>
                      </a:r>
                      <a:r>
                        <a:rPr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7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11CE-1CE4-D8F6-9561-0CC14068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799C25BA-AC47-4A21-BA91-DFF5EC4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8" y="449896"/>
            <a:ext cx="6841096" cy="249299"/>
          </a:xfrm>
        </p:spPr>
        <p:txBody>
          <a:bodyPr/>
          <a:lstStyle/>
          <a:p>
            <a:pPr marL="400050" indent="-400050">
              <a:buFont typeface="+mj-lt"/>
              <a:buAutoNum type="romanUcPeriod" startAt="3"/>
            </a:pPr>
            <a:r>
              <a:rPr lang="ko-KR" altLang="en-US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시뮬레이션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및 운용 성과</a:t>
            </a:r>
            <a:endParaRPr lang="ko-KR" altLang="en-US" dirty="0"/>
          </a:p>
        </p:txBody>
      </p:sp>
      <p:sp>
        <p:nvSpPr>
          <p:cNvPr id="25" name="텍스트 개체 틀 1">
            <a:extLst>
              <a:ext uri="{FF2B5EF4-FFF2-40B4-BE49-F238E27FC236}">
                <a16:creationId xmlns:a16="http://schemas.microsoft.com/office/drawing/2014/main" id="{53098458-40BF-1F08-64C7-0E7D60703B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983054"/>
            <a:ext cx="8937050" cy="231089"/>
          </a:xfrm>
        </p:spPr>
        <p:txBody>
          <a:bodyPr/>
          <a:lstStyle/>
          <a:p>
            <a:r>
              <a:rPr lang="ko-KR" altLang="en-US" sz="1400" b="1" dirty="0">
                <a:latin typeface="+mn-ea"/>
                <a:ea typeface="+mn-ea"/>
              </a:rPr>
              <a:t>전체 백테스트 트랙 레코드</a:t>
            </a:r>
            <a:r>
              <a:rPr lang="en-US" altLang="ko-KR" sz="1400" b="1" dirty="0">
                <a:latin typeface="+mn-ea"/>
                <a:ea typeface="+mn-ea"/>
              </a:rPr>
              <a:t>: </a:t>
            </a:r>
            <a:r>
              <a:rPr lang="ko-KR" altLang="en-US" sz="1400" b="1" dirty="0">
                <a:latin typeface="+mn-ea"/>
                <a:ea typeface="+mn-ea"/>
              </a:rPr>
              <a:t>다년</a:t>
            </a:r>
            <a:r>
              <a:rPr lang="en-US" altLang="ko-KR" sz="1400" b="1" dirty="0">
                <a:latin typeface="+mn-ea"/>
                <a:ea typeface="+mn-ea"/>
              </a:rPr>
              <a:t>·</a:t>
            </a:r>
            <a:r>
              <a:rPr lang="ko-KR" altLang="en-US" sz="1400" b="1" dirty="0" err="1">
                <a:latin typeface="+mn-ea"/>
                <a:ea typeface="+mn-ea"/>
              </a:rPr>
              <a:t>다회차</a:t>
            </a:r>
            <a:r>
              <a:rPr lang="ko-KR" altLang="en-US" sz="1400" b="1" dirty="0">
                <a:latin typeface="+mn-ea"/>
                <a:ea typeface="+mn-ea"/>
              </a:rPr>
              <a:t> 통계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ECA5F-A410-7745-D2A7-3D3117E70873}"/>
              </a:ext>
            </a:extLst>
          </p:cNvPr>
          <p:cNvSpPr txBox="1"/>
          <p:nvPr/>
        </p:nvSpPr>
        <p:spPr>
          <a:xfrm>
            <a:off x="457200" y="1318984"/>
            <a:ext cx="9144000" cy="359517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lang="ko-KR" alt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기초자산</a:t>
            </a:r>
            <a:r>
              <a:rPr lang="en-US" altLang="ko-KR" sz="1050" b="1" i="0" dirty="0">
                <a:solidFill>
                  <a:srgbClr val="1E3A5F"/>
                </a:solidFill>
                <a:latin typeface="+mn-ea"/>
                <a:ea typeface="+mn-ea"/>
              </a:rPr>
              <a:t>: SK</a:t>
            </a:r>
            <a:r>
              <a:rPr lang="ko-KR" alt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하이닉스</a:t>
            </a:r>
            <a:r>
              <a:rPr lang="en-US" altLang="ko-KR" sz="1050" b="1" i="0" dirty="0">
                <a:solidFill>
                  <a:srgbClr val="1E3A5F"/>
                </a:solidFill>
                <a:latin typeface="+mn-ea"/>
                <a:ea typeface="+mn-ea"/>
              </a:rPr>
              <a:t>(000660 </a:t>
            </a:r>
            <a:r>
              <a:rPr lang="en-US" altLang="ko-KR" sz="1050" b="1" dirty="0">
                <a:solidFill>
                  <a:srgbClr val="1E3A5F"/>
                </a:solidFill>
                <a:latin typeface="+mn-ea"/>
                <a:ea typeface="+mn-ea"/>
              </a:rPr>
              <a:t>KS)</a:t>
            </a:r>
            <a:endParaRPr lang="en-US" sz="1050" b="1" i="0" dirty="0">
              <a:solidFill>
                <a:srgbClr val="1E3A5F"/>
              </a:solidFill>
              <a:latin typeface="+mn-ea"/>
              <a:ea typeface="+mn-ea"/>
            </a:endParaRPr>
          </a:p>
          <a:p>
            <a:pPr algn="l"/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백테스트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기간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: 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2007-01-02 ~ 2026-05-12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(약 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19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년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 4</a:t>
            </a:r>
            <a:r>
              <a:rPr lang="ko-KR" alt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개월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) /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시뮬레이션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수: 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4,926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4C7D72-4F46-FB2E-D6DE-6F03B3B7AAB7}"/>
              </a:ext>
            </a:extLst>
          </p:cNvPr>
          <p:cNvSpPr txBox="1"/>
          <p:nvPr/>
        </p:nvSpPr>
        <p:spPr>
          <a:xfrm>
            <a:off x="404440" y="6165919"/>
            <a:ext cx="4285633" cy="2154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365DD3-2328-3A8F-3A16-AE416678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438" y="2552700"/>
            <a:ext cx="2447925" cy="1752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56313B-578B-CCE9-04B7-2B378C080852}"/>
              </a:ext>
            </a:extLst>
          </p:cNvPr>
          <p:cNvSpPr txBox="1"/>
          <p:nvPr/>
        </p:nvSpPr>
        <p:spPr>
          <a:xfrm>
            <a:off x="7040438" y="4437112"/>
            <a:ext cx="2447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목표수익률 달성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: </a:t>
            </a:r>
            <a:r>
              <a:rPr lang="en-US" altLang="ko-KR" sz="12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94.52%</a:t>
            </a:r>
          </a:p>
          <a:p>
            <a:pPr marL="228600" indent="-228600">
              <a:buFont typeface="+mj-ea"/>
              <a:buAutoNum type="circleNumDbPlain"/>
            </a:pPr>
            <a:endParaRPr lang="en-US" altLang="ko-KR" sz="12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6</a:t>
            </a:r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개월 이내 달성</a:t>
            </a:r>
            <a:r>
              <a:rPr lang="en-US" altLang="ko-KR" sz="12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: 76.86%</a:t>
            </a:r>
            <a:endParaRPr lang="ko-KR" altLang="en-US" sz="12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4FDB684D-C778-42DA-8819-6DF81261FC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4609"/>
              </p:ext>
            </p:extLst>
          </p:nvPr>
        </p:nvGraphicFramePr>
        <p:xfrm>
          <a:off x="408781" y="1678501"/>
          <a:ext cx="6487641" cy="4487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1854096-C087-E870-6FEB-CB7D711CB02D}"/>
              </a:ext>
            </a:extLst>
          </p:cNvPr>
          <p:cNvCxnSpPr>
            <a:cxnSpLocks/>
          </p:cNvCxnSpPr>
          <p:nvPr/>
        </p:nvCxnSpPr>
        <p:spPr>
          <a:xfrm>
            <a:off x="703734" y="4067928"/>
            <a:ext cx="59046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4643F33-85A4-223A-94A4-3B817B05C2B6}"/>
              </a:ext>
            </a:extLst>
          </p:cNvPr>
          <p:cNvCxnSpPr>
            <a:cxnSpLocks/>
          </p:cNvCxnSpPr>
          <p:nvPr/>
        </p:nvCxnSpPr>
        <p:spPr>
          <a:xfrm>
            <a:off x="703734" y="4958312"/>
            <a:ext cx="5904656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6E1554D-E26C-C9A7-A9BD-9F81472D10D3}"/>
              </a:ext>
            </a:extLst>
          </p:cNvPr>
          <p:cNvSpPr txBox="1"/>
          <p:nvPr/>
        </p:nvSpPr>
        <p:spPr>
          <a:xfrm>
            <a:off x="4665639" y="4094431"/>
            <a:ext cx="2162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목표 수익률 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10%(6</a:t>
            </a:r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개월 이후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)</a:t>
            </a:r>
            <a:endParaRPr lang="en-US" altLang="ko-KR" sz="12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352C9A-0BEC-31EF-5219-551A44DF43EA}"/>
              </a:ext>
            </a:extLst>
          </p:cNvPr>
          <p:cNvSpPr txBox="1"/>
          <p:nvPr/>
        </p:nvSpPr>
        <p:spPr>
          <a:xfrm>
            <a:off x="4665638" y="4998536"/>
            <a:ext cx="2162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목표 수익률 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6%(</a:t>
            </a:r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최초 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6</a:t>
            </a:r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개월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)</a:t>
            </a:r>
            <a:endParaRPr lang="en-US" altLang="ko-KR" sz="12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24AE911-D2AC-669B-50DA-D482B8FCB240}"/>
              </a:ext>
            </a:extLst>
          </p:cNvPr>
          <p:cNvSpPr/>
          <p:nvPr/>
        </p:nvSpPr>
        <p:spPr>
          <a:xfrm>
            <a:off x="1096715" y="3645024"/>
            <a:ext cx="1296144" cy="1438418"/>
          </a:xfrm>
          <a:prstGeom prst="rect">
            <a:avLst/>
          </a:prstGeom>
          <a:solidFill>
            <a:srgbClr val="FFFFCC">
              <a:alpha val="20000"/>
            </a:srgbClr>
          </a:solidFill>
          <a:ln w="31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B647A7-B87C-C41F-FBB3-A1D70A138D04}"/>
              </a:ext>
            </a:extLst>
          </p:cNvPr>
          <p:cNvSpPr txBox="1"/>
          <p:nvPr/>
        </p:nvSpPr>
        <p:spPr>
          <a:xfrm>
            <a:off x="286124" y="5100450"/>
            <a:ext cx="2162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주가 하락에도 </a:t>
            </a:r>
            <a:endParaRPr lang="en-US" altLang="ko-KR" sz="1200" dirty="0">
              <a:solidFill>
                <a:srgbClr val="000000"/>
              </a:solidFill>
              <a:latin typeface="KoPub돋움체_Pro Bold"/>
              <a:ea typeface="KoPub돋움체_Pro Bold"/>
            </a:endParaRPr>
          </a:p>
          <a:p>
            <a:pPr algn="ctr"/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목표 수익률 달성</a:t>
            </a:r>
            <a:endParaRPr lang="en-US" altLang="ko-KR" sz="12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381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2DA9-B4DC-DC43-D27A-325E895B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1EB7F5A9-4BD2-4D48-0E17-D3F3A656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8" y="449896"/>
            <a:ext cx="6841096" cy="249299"/>
          </a:xfrm>
        </p:spPr>
        <p:txBody>
          <a:bodyPr/>
          <a:lstStyle/>
          <a:p>
            <a:pPr marL="400050" indent="-400050">
              <a:buFont typeface="+mj-lt"/>
              <a:buAutoNum type="romanUcPeriod" startAt="3"/>
            </a:pPr>
            <a:r>
              <a:rPr lang="ko-KR" altLang="en-US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시뮬레이션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및 운용 성과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4A422-95C5-16C8-2DD7-B0C5859EF437}"/>
              </a:ext>
            </a:extLst>
          </p:cNvPr>
          <p:cNvSpPr txBox="1"/>
          <p:nvPr/>
        </p:nvSpPr>
        <p:spPr>
          <a:xfrm>
            <a:off x="553650" y="1464216"/>
            <a:ext cx="9144000" cy="19793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운용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시작일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:2008-10-13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/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기초자산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SK하이닉스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/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목표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프리미엄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5%</a:t>
            </a:r>
          </a:p>
        </p:txBody>
      </p:sp>
      <p:sp>
        <p:nvSpPr>
          <p:cNvPr id="25" name="텍스트 개체 틀 1">
            <a:extLst>
              <a:ext uri="{FF2B5EF4-FFF2-40B4-BE49-F238E27FC236}">
                <a16:creationId xmlns:a16="http://schemas.microsoft.com/office/drawing/2014/main" id="{353F21AE-6EC2-A25C-949A-AABC2A229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983054"/>
            <a:ext cx="8937050" cy="231089"/>
          </a:xfrm>
        </p:spPr>
        <p:txBody>
          <a:bodyPr/>
          <a:lstStyle/>
          <a:p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단일 </a:t>
            </a:r>
            <a:r>
              <a:rPr lang="ko-KR" altLang="en-US" sz="1400" dirty="0" err="1">
                <a:latin typeface="+mj-ea"/>
                <a:ea typeface="+mj-ea"/>
                <a:cs typeface="맑은 고딕" pitchFamily="34" charset="-120"/>
              </a:rPr>
              <a:t>회차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 상세 운용 사례</a:t>
            </a:r>
            <a:r>
              <a:rPr lang="en-US" altLang="ko-KR" sz="1400" dirty="0">
                <a:latin typeface="+mj-ea"/>
                <a:ea typeface="+mj-ea"/>
                <a:cs typeface="맑은 고딕" pitchFamily="34" charset="-120"/>
              </a:rPr>
              <a:t>: 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주가 하락 시 목표 수익률 달성 사례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72DE1E-607A-18BE-6ED4-0B3FE58D2971}"/>
              </a:ext>
            </a:extLst>
          </p:cNvPr>
          <p:cNvSpPr txBox="1"/>
          <p:nvPr/>
        </p:nvSpPr>
        <p:spPr>
          <a:xfrm>
            <a:off x="404440" y="6165919"/>
            <a:ext cx="4285633" cy="2154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4950EBC4-C060-43D1-8444-43FA543E22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1203137"/>
              </p:ext>
            </p:extLst>
          </p:nvPr>
        </p:nvGraphicFramePr>
        <p:xfrm>
          <a:off x="410400" y="1677600"/>
          <a:ext cx="6487200" cy="448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347180A-DBE7-87A4-C613-5F7A3107A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43185"/>
              </p:ext>
            </p:extLst>
          </p:nvPr>
        </p:nvGraphicFramePr>
        <p:xfrm>
          <a:off x="7256462" y="2228850"/>
          <a:ext cx="2088232" cy="1704206"/>
        </p:xfrm>
        <a:graphic>
          <a:graphicData uri="http://schemas.openxmlformats.org/drawingml/2006/table">
            <a:tbl>
              <a:tblPr/>
              <a:tblGrid>
                <a:gridCol w="1044116">
                  <a:extLst>
                    <a:ext uri="{9D8B030D-6E8A-4147-A177-3AD203B41FA5}">
                      <a16:colId xmlns:a16="http://schemas.microsoft.com/office/drawing/2014/main" val="2121393189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3134126888"/>
                    </a:ext>
                  </a:extLst>
                </a:gridCol>
              </a:tblGrid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설정일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2028-10-13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352535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목표달성일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2009-03-30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704827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소요 영업일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31607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93614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613378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운용성과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422988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주식수익률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-25.75%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25070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CB0A317-8E93-1DFF-385F-67B75771C0AC}"/>
              </a:ext>
            </a:extLst>
          </p:cNvPr>
          <p:cNvSpPr txBox="1"/>
          <p:nvPr/>
        </p:nvSpPr>
        <p:spPr>
          <a:xfrm>
            <a:off x="7040438" y="4437112"/>
            <a:ext cx="2447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주가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: </a:t>
            </a:r>
            <a:r>
              <a:rPr lang="en-US" altLang="ko-KR" sz="12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16,700 -&gt; 12,400, </a:t>
            </a:r>
            <a:r>
              <a:rPr lang="en-US" altLang="ko-KR" sz="1200" dirty="0">
                <a:solidFill>
                  <a:srgbClr val="0000FF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-25.75%</a:t>
            </a:r>
          </a:p>
          <a:p>
            <a:endParaRPr lang="en-US" altLang="ko-KR" sz="1200" dirty="0">
              <a:solidFill>
                <a:srgbClr val="000000"/>
              </a:solidFill>
              <a:latin typeface="+mj-ea"/>
              <a:ea typeface="+mj-ea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운용성과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+5.00%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 /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목표 달성</a:t>
            </a:r>
          </a:p>
        </p:txBody>
      </p:sp>
    </p:spTree>
    <p:extLst>
      <p:ext uri="{BB962C8B-B14F-4D97-AF65-F5344CB8AC3E}">
        <p14:creationId xmlns:p14="http://schemas.microsoft.com/office/powerpoint/2010/main" val="47533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BF760-2DC2-FED4-52EB-3AAE2ADC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29D5267E-47EC-FB12-7293-85A5C746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8" y="449896"/>
            <a:ext cx="6841096" cy="249299"/>
          </a:xfrm>
        </p:spPr>
        <p:txBody>
          <a:bodyPr/>
          <a:lstStyle/>
          <a:p>
            <a:pPr marL="400050" indent="-400050">
              <a:buFont typeface="+mj-lt"/>
              <a:buAutoNum type="romanUcPeriod" startAt="3"/>
            </a:pPr>
            <a:r>
              <a:rPr lang="ko-KR" altLang="en-US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시뮬레이션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effectLst/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및 운용 성과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5A4B5-9F69-3BC7-F297-B8B8BF12E907}"/>
              </a:ext>
            </a:extLst>
          </p:cNvPr>
          <p:cNvSpPr txBox="1"/>
          <p:nvPr/>
        </p:nvSpPr>
        <p:spPr>
          <a:xfrm>
            <a:off x="553650" y="1464216"/>
            <a:ext cx="9144000" cy="19793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운용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시작일</a:t>
            </a:r>
            <a:r>
              <a:rPr lang="en-US" sz="1050" b="1" i="0" dirty="0">
                <a:solidFill>
                  <a:srgbClr val="1E3A5F"/>
                </a:solidFill>
                <a:latin typeface="+mn-ea"/>
                <a:ea typeface="+mn-ea"/>
              </a:rPr>
              <a:t>:2007-01-05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/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기초자산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SK하이닉스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/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목표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1E3A5F"/>
                </a:solidFill>
                <a:latin typeface="+mn-ea"/>
                <a:ea typeface="+mn-ea"/>
              </a:rPr>
              <a:t>프리미엄</a:t>
            </a:r>
            <a:r>
              <a:rPr sz="1050" b="1" i="0" dirty="0">
                <a:solidFill>
                  <a:srgbClr val="1E3A5F"/>
                </a:solidFill>
                <a:latin typeface="+mn-ea"/>
                <a:ea typeface="+mn-ea"/>
              </a:rPr>
              <a:t> 5%</a:t>
            </a:r>
          </a:p>
        </p:txBody>
      </p:sp>
      <p:sp>
        <p:nvSpPr>
          <p:cNvPr id="25" name="텍스트 개체 틀 1">
            <a:extLst>
              <a:ext uri="{FF2B5EF4-FFF2-40B4-BE49-F238E27FC236}">
                <a16:creationId xmlns:a16="http://schemas.microsoft.com/office/drawing/2014/main" id="{2697B5B4-0C01-A780-934A-37B2B50CEC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983054"/>
            <a:ext cx="8937050" cy="231089"/>
          </a:xfrm>
        </p:spPr>
        <p:txBody>
          <a:bodyPr/>
          <a:lstStyle/>
          <a:p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단일 </a:t>
            </a:r>
            <a:r>
              <a:rPr lang="ko-KR" altLang="en-US" sz="1400" dirty="0" err="1">
                <a:latin typeface="+mj-ea"/>
                <a:ea typeface="+mj-ea"/>
                <a:cs typeface="맑은 고딕" pitchFamily="34" charset="-120"/>
              </a:rPr>
              <a:t>회차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 상세 운용 사례</a:t>
            </a:r>
            <a:r>
              <a:rPr lang="en-US" altLang="ko-KR" sz="1400" dirty="0">
                <a:latin typeface="+mj-ea"/>
                <a:ea typeface="+mj-ea"/>
                <a:cs typeface="맑은 고딕" pitchFamily="34" charset="-120"/>
              </a:rPr>
              <a:t>: 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주가 하락 시 목표 수익률 </a:t>
            </a:r>
            <a:r>
              <a:rPr lang="ko-KR" altLang="en-US" sz="1400" dirty="0" err="1">
                <a:latin typeface="+mj-ea"/>
                <a:ea typeface="+mj-ea"/>
                <a:cs typeface="맑은 고딕" pitchFamily="34" charset="-120"/>
              </a:rPr>
              <a:t>미달성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 사례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B136FD-9A6B-B676-7569-CF4CAF3A9B6C}"/>
              </a:ext>
            </a:extLst>
          </p:cNvPr>
          <p:cNvSpPr txBox="1"/>
          <p:nvPr/>
        </p:nvSpPr>
        <p:spPr>
          <a:xfrm>
            <a:off x="404440" y="6165919"/>
            <a:ext cx="4285633" cy="2154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*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상기 자료는 이해를 돕기 위한 예시이며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투자내용을 의미하지 않습니다</a:t>
            </a:r>
            <a:r>
              <a:rPr lang="en-US" altLang="ko-KR" sz="8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endParaRPr lang="ko-KR" altLang="en-US" sz="80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A639432-6159-1726-4C77-F0D270DFA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83918"/>
              </p:ext>
            </p:extLst>
          </p:nvPr>
        </p:nvGraphicFramePr>
        <p:xfrm>
          <a:off x="7256462" y="2228850"/>
          <a:ext cx="2088232" cy="1704206"/>
        </p:xfrm>
        <a:graphic>
          <a:graphicData uri="http://schemas.openxmlformats.org/drawingml/2006/table">
            <a:tbl>
              <a:tblPr/>
              <a:tblGrid>
                <a:gridCol w="1044116">
                  <a:extLst>
                    <a:ext uri="{9D8B030D-6E8A-4147-A177-3AD203B41FA5}">
                      <a16:colId xmlns:a16="http://schemas.microsoft.com/office/drawing/2014/main" val="2121393189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3134126888"/>
                    </a:ext>
                  </a:extLst>
                </a:gridCol>
              </a:tblGrid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설정일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2007-01-05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352535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만기일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2009-11-27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704827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소요 영업일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31607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93614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613378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운용성과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-28.40%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422988"/>
                  </a:ext>
                </a:extLst>
              </a:tr>
              <a:tr h="243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주식수익률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-50.67%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25070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9E4677B-2825-5E5B-1A92-9A618DEA186C}"/>
              </a:ext>
            </a:extLst>
          </p:cNvPr>
          <p:cNvSpPr txBox="1"/>
          <p:nvPr/>
        </p:nvSpPr>
        <p:spPr>
          <a:xfrm>
            <a:off x="7040438" y="4437112"/>
            <a:ext cx="2447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주가</a:t>
            </a:r>
            <a:r>
              <a:rPr lang="en-US" altLang="ko-KR" sz="1200" dirty="0">
                <a:solidFill>
                  <a:srgbClr val="000000"/>
                </a:solidFill>
                <a:latin typeface="KoPub돋움체_Pro Bold"/>
                <a:ea typeface="KoPub돋움체_Pro Bold"/>
              </a:rPr>
              <a:t>: </a:t>
            </a:r>
            <a:r>
              <a:rPr lang="en-US" altLang="ko-KR" sz="12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37,400 -&gt; 18,450, </a:t>
            </a:r>
            <a:r>
              <a:rPr lang="en-US" altLang="ko-KR" sz="1200" dirty="0">
                <a:solidFill>
                  <a:srgbClr val="0000FF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-50.67%</a:t>
            </a:r>
          </a:p>
          <a:p>
            <a:endParaRPr lang="en-US" altLang="ko-KR" sz="1200" dirty="0">
              <a:solidFill>
                <a:srgbClr val="000000"/>
              </a:solidFill>
              <a:latin typeface="+mj-ea"/>
              <a:ea typeface="+mj-ea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운용성과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+mj-ea"/>
                <a:ea typeface="+mj-ea"/>
              </a:rPr>
              <a:t>-28.40%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 /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목표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미달성</a:t>
            </a:r>
            <a:endParaRPr lang="ko-KR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950EBC4-C060-43D1-8444-43FA543E22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3943121"/>
              </p:ext>
            </p:extLst>
          </p:nvPr>
        </p:nvGraphicFramePr>
        <p:xfrm>
          <a:off x="410400" y="1677600"/>
          <a:ext cx="6487200" cy="448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5468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9B86-E8AD-FA16-9713-F2A54CAB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308F8B-6FDF-F1B3-F848-311312610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983054"/>
            <a:ext cx="8937050" cy="809902"/>
          </a:xfrm>
        </p:spPr>
        <p:txBody>
          <a:bodyPr/>
          <a:lstStyle/>
          <a:p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알고리즘 백테스트부터 모니터링까지 모두 시스템화 하여 관리 및 서비스 제공</a:t>
            </a:r>
            <a:endParaRPr lang="en-US" altLang="ko-KR" sz="1400" dirty="0">
              <a:latin typeface="+mj-ea"/>
              <a:ea typeface="+mj-ea"/>
              <a:cs typeface="맑은 고딕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Database – Backend – </a:t>
            </a:r>
            <a:r>
              <a:rPr lang="en-US" altLang="ko-KR" sz="1200" dirty="0">
                <a:latin typeface="+mn-ea"/>
                <a:cs typeface="Arial" pitchFamily="34" charset="0"/>
              </a:rPr>
              <a:t>Frontend</a:t>
            </a:r>
            <a:r>
              <a:rPr lang="ko-KR" altLang="en-US" sz="1200" dirty="0">
                <a:latin typeface="+mn-ea"/>
                <a:cs typeface="Arial" pitchFamily="34" charset="0"/>
              </a:rPr>
              <a:t>로 시스템을 구성하여 데이터보관</a:t>
            </a:r>
            <a:r>
              <a:rPr lang="en-US" altLang="ko-KR" sz="1200" dirty="0">
                <a:latin typeface="+mn-ea"/>
                <a:cs typeface="Arial" pitchFamily="34" charset="0"/>
              </a:rPr>
              <a:t>, </a:t>
            </a:r>
            <a:r>
              <a:rPr lang="ko-KR" altLang="en-US" sz="1200" dirty="0" err="1">
                <a:latin typeface="+mn-ea"/>
                <a:cs typeface="Arial" pitchFamily="34" charset="0"/>
              </a:rPr>
              <a:t>로직처리</a:t>
            </a:r>
            <a:r>
              <a:rPr lang="en-US" altLang="ko-KR" sz="1200" dirty="0">
                <a:latin typeface="+mn-ea"/>
                <a:cs typeface="Arial" pitchFamily="34" charset="0"/>
              </a:rPr>
              <a:t>, </a:t>
            </a:r>
            <a:r>
              <a:rPr lang="ko-KR" altLang="en-US" sz="1200" dirty="0">
                <a:latin typeface="+mn-ea"/>
                <a:cs typeface="Arial" pitchFamily="34" charset="0"/>
              </a:rPr>
              <a:t>화면을 관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리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Dashboard</a:t>
            </a:r>
            <a:r>
              <a:rPr lang="en-US" altLang="ko-KR" sz="1200" dirty="0">
                <a:latin typeface="+mn-ea"/>
                <a:cs typeface="Arial" pitchFamily="34" charset="0"/>
              </a:rPr>
              <a:t>: </a:t>
            </a:r>
            <a:r>
              <a:rPr lang="ko-KR" altLang="en-US" sz="1200" dirty="0">
                <a:latin typeface="+mn-ea"/>
                <a:cs typeface="Arial" pitchFamily="34" charset="0"/>
              </a:rPr>
              <a:t>알고리즘 성과 </a:t>
            </a:r>
            <a:r>
              <a:rPr lang="en-US" altLang="ko-KR" sz="1200" dirty="0">
                <a:latin typeface="+mn-ea"/>
                <a:cs typeface="Arial" pitchFamily="34" charset="0"/>
              </a:rPr>
              <a:t>/ </a:t>
            </a:r>
            <a:r>
              <a:rPr lang="ko-KR" altLang="en-US" sz="1200" dirty="0">
                <a:latin typeface="+mn-ea"/>
                <a:cs typeface="Arial" pitchFamily="34" charset="0"/>
              </a:rPr>
              <a:t>포트폴리오 현황 </a:t>
            </a:r>
            <a:r>
              <a:rPr lang="en-US" altLang="ko-KR" sz="1200" dirty="0">
                <a:latin typeface="+mn-ea"/>
                <a:cs typeface="Arial" pitchFamily="34" charset="0"/>
              </a:rPr>
              <a:t>/ </a:t>
            </a:r>
            <a:r>
              <a:rPr lang="ko-KR" altLang="en-US" sz="1200" dirty="0">
                <a:latin typeface="+mn-ea"/>
                <a:cs typeface="Arial" pitchFamily="34" charset="0"/>
              </a:rPr>
              <a:t>성과 기여 분해 등</a:t>
            </a:r>
            <a:endParaRPr lang="en-US" altLang="ko-KR" sz="1200" dirty="0">
              <a:latin typeface="+mn-ea"/>
              <a:ea typeface="+mn-ea"/>
              <a:cs typeface="맑은 고딕" pitchFamily="34" charset="-120"/>
            </a:endParaRP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362E14F1-6620-D8EF-75A8-0E27005852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4"/>
            </a:pPr>
            <a:r>
              <a:rPr lang="en-US" altLang="ko-KR" dirty="0"/>
              <a:t> </a:t>
            </a:r>
            <a:r>
              <a:rPr lang="ko-KR" altLang="en-US" dirty="0"/>
              <a:t>운용 부서 소개</a:t>
            </a:r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0943CD95-C92D-6FC5-84FB-14E3A912DE5B}"/>
              </a:ext>
            </a:extLst>
          </p:cNvPr>
          <p:cNvSpPr txBox="1">
            <a:spLocks/>
          </p:cNvSpPr>
          <p:nvPr/>
        </p:nvSpPr>
        <p:spPr>
          <a:xfrm>
            <a:off x="487788" y="449896"/>
            <a:ext cx="7627774" cy="24994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defTabSz="91281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2pPr>
            <a:lvl3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3pPr>
            <a:lvl4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4pPr>
            <a:lvl5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5pPr>
            <a:lvl6pPr marL="4572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6pPr>
            <a:lvl7pPr marL="9144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7pPr>
            <a:lvl8pPr marL="13716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8pPr>
            <a:lvl9pPr marL="18288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9pPr>
          </a:lstStyle>
          <a:p>
            <a:r>
              <a:rPr lang="ko-KR" altLang="en-US" dirty="0"/>
              <a:t>전체 운용 프로세스 시스템화</a:t>
            </a:r>
            <a:endParaRPr kumimoji="0"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AAE9A12-8F27-0317-542C-F7893F94CAB1}"/>
              </a:ext>
            </a:extLst>
          </p:cNvPr>
          <p:cNvGrpSpPr/>
          <p:nvPr/>
        </p:nvGrpSpPr>
        <p:grpSpPr>
          <a:xfrm>
            <a:off x="415702" y="1963799"/>
            <a:ext cx="2370262" cy="2113274"/>
            <a:chOff x="631725" y="1680223"/>
            <a:chExt cx="2786105" cy="383219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AB7090-98D8-AF27-5EB4-A4E0ACCF74F0}"/>
                </a:ext>
              </a:extLst>
            </p:cNvPr>
            <p:cNvGrpSpPr/>
            <p:nvPr/>
          </p:nvGrpSpPr>
          <p:grpSpPr>
            <a:xfrm>
              <a:off x="631725" y="1680223"/>
              <a:ext cx="2786105" cy="1535410"/>
              <a:chOff x="847750" y="2466163"/>
              <a:chExt cx="1440161" cy="1101251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CBA9C53-7F9A-A9D7-6068-2DB60675D0F6}"/>
                  </a:ext>
                </a:extLst>
              </p:cNvPr>
              <p:cNvSpPr/>
              <p:nvPr/>
            </p:nvSpPr>
            <p:spPr bwMode="auto">
              <a:xfrm>
                <a:off x="847750" y="2466163"/>
                <a:ext cx="1440161" cy="40719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2060"/>
                </a:solidFill>
                <a:miter lim="800000"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 fontAlgn="auto" latinLnBrk="0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0000"/>
                  </a:buClr>
                  <a:defRPr/>
                </a:pPr>
                <a:r>
                  <a:rPr kumimoji="0" lang="en-US" altLang="ko-KR" sz="1400" kern="0" dirty="0">
                    <a:solidFill>
                      <a:schemeClr val="bg1"/>
                    </a:solidFill>
                    <a:latin typeface="+mj-ea"/>
                    <a:ea typeface="+mj-ea"/>
                  </a:rPr>
                  <a:t>Backend</a:t>
                </a: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33A968D-4000-1600-9BC7-9AE2813E4F6E}"/>
                  </a:ext>
                </a:extLst>
              </p:cNvPr>
              <p:cNvSpPr/>
              <p:nvPr/>
            </p:nvSpPr>
            <p:spPr bwMode="auto">
              <a:xfrm>
                <a:off x="847750" y="2873356"/>
                <a:ext cx="1440161" cy="69405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2060"/>
                </a:solidFill>
                <a:miter lim="800000"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marL="144000" indent="-144000" latinLnBrk="0">
                  <a:spcBef>
                    <a:spcPct val="5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§"/>
                  <a:defRPr/>
                </a:pPr>
                <a:r>
                  <a:rPr lang="en-US" altLang="ko-KR" sz="1000" kern="0" dirty="0">
                    <a:latin typeface="+mn-ea"/>
                    <a:ea typeface="+mn-ea"/>
                  </a:rPr>
                  <a:t>Python/C++: Logic </a:t>
                </a:r>
                <a:r>
                  <a:rPr lang="ko-KR" altLang="en-US" sz="1000" kern="0" dirty="0">
                    <a:latin typeface="+mn-ea"/>
                    <a:ea typeface="+mn-ea"/>
                  </a:rPr>
                  <a:t>통합 관리</a:t>
                </a:r>
                <a:endParaRPr lang="en-US" altLang="ko-KR" sz="1000" kern="0" dirty="0">
                  <a:latin typeface="+mn-ea"/>
                  <a:ea typeface="+mn-ea"/>
                </a:endParaRPr>
              </a:p>
              <a:p>
                <a:pPr marL="144000" indent="-144000" latinLnBrk="0">
                  <a:spcBef>
                    <a:spcPct val="5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§"/>
                  <a:defRPr/>
                </a:pPr>
                <a:r>
                  <a:rPr lang="en-US" altLang="ko-KR" sz="1000" kern="0" dirty="0">
                    <a:latin typeface="+mn-ea"/>
                    <a:ea typeface="+mn-ea"/>
                  </a:rPr>
                  <a:t>Django: Frontend </a:t>
                </a:r>
                <a:r>
                  <a:rPr lang="ko-KR" altLang="en-US" sz="1000" kern="0" dirty="0">
                    <a:latin typeface="+mn-ea"/>
                    <a:ea typeface="+mn-ea"/>
                  </a:rPr>
                  <a:t>연결용</a:t>
                </a:r>
                <a:endParaRPr lang="en-US" altLang="ko-KR" sz="1000" kern="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9DAB43-E387-59BB-3AD9-BC0A216CFD79}"/>
                </a:ext>
              </a:extLst>
            </p:cNvPr>
            <p:cNvSpPr/>
            <p:nvPr/>
          </p:nvSpPr>
          <p:spPr bwMode="auto">
            <a:xfrm>
              <a:off x="631725" y="3215632"/>
              <a:ext cx="2786105" cy="22967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lIns="90000" tIns="46800" rIns="90000" bIns="46800" anchor="ctr"/>
            <a:lstStyle/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0" lang="en-US" altLang="ko-KR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[Monitoring] </a:t>
              </a:r>
              <a:r>
                <a:rPr kumimoji="0" lang="ko-KR" altLang="en-US" sz="1000" kern="0" dirty="0">
                  <a:latin typeface="+mn-ea"/>
                  <a:ea typeface="+mn-ea"/>
                </a:rPr>
                <a:t>포트폴리오 현황</a:t>
              </a:r>
              <a:r>
                <a:rPr kumimoji="0" lang="en-US" altLang="ko-KR" sz="1000" kern="0" dirty="0">
                  <a:latin typeface="+mn-ea"/>
                  <a:ea typeface="+mn-ea"/>
                </a:rPr>
                <a:t>, </a:t>
              </a:r>
              <a:r>
                <a:rPr kumimoji="0" lang="ko-KR" altLang="en-US" sz="1000" kern="0" dirty="0">
                  <a:latin typeface="+mn-ea"/>
                  <a:ea typeface="+mn-ea"/>
                </a:rPr>
                <a:t>성과 분해</a:t>
              </a:r>
              <a:r>
                <a:rPr kumimoji="0" lang="en-US" altLang="ko-KR" sz="1000" kern="0" dirty="0">
                  <a:latin typeface="+mn-ea"/>
                  <a:ea typeface="+mn-ea"/>
                </a:rPr>
                <a:t>, </a:t>
              </a:r>
              <a:r>
                <a:rPr kumimoji="0" lang="ko-KR" altLang="en-US" sz="1000" kern="0" dirty="0">
                  <a:latin typeface="+mn-ea"/>
                  <a:ea typeface="+mn-ea"/>
                </a:rPr>
                <a:t>성과 추이</a:t>
              </a:r>
              <a:r>
                <a:rPr kumimoji="0" lang="en-US" altLang="ko-KR" sz="1000" kern="0" dirty="0">
                  <a:latin typeface="+mn-ea"/>
                  <a:ea typeface="+mn-ea"/>
                </a:rPr>
                <a:t>, </a:t>
              </a:r>
              <a:r>
                <a:rPr kumimoji="0" lang="ko-KR" altLang="en-US" sz="1000" kern="0" dirty="0">
                  <a:latin typeface="+mn-ea"/>
                  <a:ea typeface="+mn-ea"/>
                </a:rPr>
                <a:t>성과 비교</a:t>
              </a:r>
              <a:endParaRPr kumimoji="0" lang="en-US" altLang="ko-KR" sz="1000" kern="0" dirty="0">
                <a:latin typeface="+mn-ea"/>
                <a:ea typeface="+mn-ea"/>
              </a:endParaRPr>
            </a:p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[Derivatives Pricing] </a:t>
              </a:r>
              <a:r>
                <a:rPr lang="en-US" altLang="ko-KR" sz="1000" kern="0" dirty="0">
                  <a:latin typeface="+mn-ea"/>
                  <a:ea typeface="+mn-ea"/>
                </a:rPr>
                <a:t>Options (Based on QuantLib)</a:t>
              </a:r>
            </a:p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kern="0" dirty="0">
                  <a:latin typeface="+mn-ea"/>
                  <a:ea typeface="+mn-ea"/>
                </a:rPr>
                <a:t>[</a:t>
              </a:r>
              <a:r>
                <a:rPr lang="ko-KR" altLang="en-US" sz="1000" kern="0" dirty="0">
                  <a:latin typeface="+mn-ea"/>
                  <a:ea typeface="+mn-ea"/>
                </a:rPr>
                <a:t>보고서 자동화</a:t>
              </a:r>
              <a:r>
                <a:rPr lang="en-US" altLang="ko-KR" sz="1000" kern="0" dirty="0">
                  <a:latin typeface="+mn-ea"/>
                  <a:ea typeface="+mn-ea"/>
                </a:rPr>
                <a:t>]</a:t>
              </a:r>
            </a:p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kern="0" dirty="0">
                  <a:latin typeface="+mn-ea"/>
                  <a:ea typeface="+mn-ea"/>
                </a:rPr>
                <a:t>기타</a:t>
              </a:r>
              <a:r>
                <a:rPr lang="en-US" altLang="ko-KR" sz="1000" kern="0" dirty="0">
                  <a:latin typeface="+mn-ea"/>
                  <a:ea typeface="+mn-ea"/>
                </a:rPr>
                <a:t>: Regime Change </a:t>
              </a:r>
              <a:r>
                <a:rPr lang="en-US" altLang="ko-KR" sz="1000" kern="0" dirty="0" err="1">
                  <a:latin typeface="+mn-ea"/>
                  <a:ea typeface="+mn-ea"/>
                </a:rPr>
                <a:t>etc</a:t>
              </a:r>
              <a:endParaRPr lang="en-US" altLang="ko-KR" sz="1000" kern="0" dirty="0">
                <a:latin typeface="+mn-ea"/>
                <a:ea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4CD0E0E-724F-025D-2668-A60A144EFAB3}"/>
              </a:ext>
            </a:extLst>
          </p:cNvPr>
          <p:cNvGrpSpPr/>
          <p:nvPr/>
        </p:nvGrpSpPr>
        <p:grpSpPr>
          <a:xfrm>
            <a:off x="415702" y="4221087"/>
            <a:ext cx="2370262" cy="1656185"/>
            <a:chOff x="631725" y="1680223"/>
            <a:chExt cx="2786105" cy="179980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D10F34E-78CE-1995-43CF-3A044F1278CE}"/>
                </a:ext>
              </a:extLst>
            </p:cNvPr>
            <p:cNvGrpSpPr/>
            <p:nvPr/>
          </p:nvGrpSpPr>
          <p:grpSpPr>
            <a:xfrm>
              <a:off x="631725" y="1680223"/>
              <a:ext cx="2786105" cy="939030"/>
              <a:chOff x="847750" y="2466163"/>
              <a:chExt cx="1440161" cy="673506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0934AA6-134F-C23A-ECAB-0CE6A712767D}"/>
                  </a:ext>
                </a:extLst>
              </p:cNvPr>
              <p:cNvSpPr/>
              <p:nvPr/>
            </p:nvSpPr>
            <p:spPr bwMode="auto">
              <a:xfrm>
                <a:off x="847750" y="2466163"/>
                <a:ext cx="1440161" cy="22450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rgbClr val="002060"/>
                </a:solidFill>
                <a:miter lim="800000"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 fontAlgn="auto" latinLnBrk="0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000000"/>
                  </a:buClr>
                  <a:defRPr/>
                </a:pPr>
                <a:r>
                  <a:rPr kumimoji="0" lang="en-US" altLang="ko-KR" sz="1400" kern="0" dirty="0">
                    <a:solidFill>
                      <a:schemeClr val="bg1"/>
                    </a:solidFill>
                    <a:latin typeface="+mj-ea"/>
                    <a:ea typeface="+mj-ea"/>
                  </a:rPr>
                  <a:t>Frontend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9AD6BA6E-DCEA-7A8E-B172-47704EF5F6F4}"/>
                  </a:ext>
                </a:extLst>
              </p:cNvPr>
              <p:cNvSpPr/>
              <p:nvPr/>
            </p:nvSpPr>
            <p:spPr bwMode="auto">
              <a:xfrm>
                <a:off x="847750" y="2690665"/>
                <a:ext cx="1440161" cy="449004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2060"/>
                </a:solidFill>
                <a:miter lim="800000"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marL="144000" indent="-144000" latinLnBrk="0">
                  <a:spcBef>
                    <a:spcPct val="5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§"/>
                  <a:defRPr/>
                </a:pPr>
                <a:r>
                  <a:rPr lang="en-US" altLang="ko-KR" sz="1000" kern="0" dirty="0">
                    <a:latin typeface="+mn-ea"/>
                    <a:ea typeface="+mn-ea"/>
                  </a:rPr>
                  <a:t>Azure: </a:t>
                </a:r>
              </a:p>
              <a:p>
                <a:pPr latinLnBrk="0">
                  <a:spcBef>
                    <a:spcPct val="50000"/>
                  </a:spcBef>
                  <a:buClr>
                    <a:srgbClr val="000000"/>
                  </a:buClr>
                  <a:defRPr/>
                </a:pPr>
                <a:r>
                  <a:rPr lang="en-US" altLang="ko-KR" sz="1000" kern="0" dirty="0">
                    <a:latin typeface="+mn-ea"/>
                    <a:ea typeface="+mn-ea"/>
                  </a:rPr>
                  <a:t>   Remix(JS) + WASM(Rust)</a:t>
                </a:r>
              </a:p>
            </p:txBody>
          </p:sp>
        </p:grp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F1BC50-30AB-96C0-CD0B-7C41C8DC710A}"/>
                </a:ext>
              </a:extLst>
            </p:cNvPr>
            <p:cNvSpPr/>
            <p:nvPr/>
          </p:nvSpPr>
          <p:spPr bwMode="auto">
            <a:xfrm>
              <a:off x="631725" y="2619253"/>
              <a:ext cx="2786105" cy="8607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lIns="90000" tIns="46800" rIns="90000" bIns="46800" anchor="ctr"/>
            <a:lstStyle/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Azure</a:t>
              </a:r>
              <a:r>
                <a:rPr lang="ko-KR" altLang="en-US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 </a:t>
              </a:r>
              <a:r>
                <a:rPr lang="en-US" altLang="ko-KR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Cloud</a:t>
              </a:r>
              <a:r>
                <a:rPr lang="ko-KR" altLang="en-US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 통해 </a:t>
              </a:r>
              <a:r>
                <a:rPr lang="en-US" altLang="ko-KR" sz="1000" kern="0" dirty="0">
                  <a:solidFill>
                    <a:srgbClr val="FF0000"/>
                  </a:solidFill>
                  <a:latin typeface="+mn-ea"/>
                  <a:ea typeface="+mn-ea"/>
                </a:rPr>
                <a:t>Hosting</a:t>
              </a:r>
            </a:p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kern="0" dirty="0">
                  <a:latin typeface="+mn-ea"/>
                  <a:ea typeface="+mn-ea"/>
                </a:rPr>
                <a:t>Dashboard </a:t>
              </a:r>
              <a:r>
                <a:rPr lang="ko-KR" altLang="en-US" sz="1000" kern="0" dirty="0">
                  <a:latin typeface="+mn-ea"/>
                  <a:ea typeface="+mn-ea"/>
                </a:rPr>
                <a:t>형태로 화면 구성</a:t>
              </a:r>
              <a:endParaRPr lang="en-US" altLang="ko-KR" sz="1000" kern="0" dirty="0">
                <a:latin typeface="+mn-ea"/>
                <a:ea typeface="+mn-ea"/>
              </a:endParaRPr>
            </a:p>
            <a:p>
              <a:pPr marL="144000" indent="-144000" latinLnBrk="0">
                <a:spcBef>
                  <a:spcPct val="50000"/>
                </a:spcBef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kern="0" dirty="0">
                  <a:latin typeface="+mn-ea"/>
                  <a:ea typeface="+mn-ea"/>
                </a:rPr>
                <a:t>Local</a:t>
              </a:r>
              <a:r>
                <a:rPr lang="ko-KR" altLang="en-US" sz="1000" kern="0" dirty="0">
                  <a:latin typeface="+mn-ea"/>
                  <a:ea typeface="+mn-ea"/>
                </a:rPr>
                <a:t>에서는 </a:t>
              </a:r>
              <a:r>
                <a:rPr lang="en-US" altLang="ko-KR" sz="1000" kern="0" dirty="0">
                  <a:latin typeface="+mn-ea"/>
                  <a:ea typeface="+mn-ea"/>
                </a:rPr>
                <a:t>Streamlit/NPM </a:t>
              </a:r>
              <a:r>
                <a:rPr lang="ko-KR" altLang="en-US" sz="1000" kern="0" dirty="0">
                  <a:latin typeface="+mn-ea"/>
                  <a:ea typeface="+mn-ea"/>
                </a:rPr>
                <a:t>통해 구동</a:t>
              </a:r>
              <a:endParaRPr lang="en-US" altLang="ko-KR" sz="1000" kern="0" dirty="0">
                <a:latin typeface="+mn-ea"/>
                <a:ea typeface="+mn-ea"/>
              </a:endParaRP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363CF8EE-77B4-BD34-095D-392EBEDBE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990" y="1963799"/>
            <a:ext cx="6480721" cy="391347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658544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DCFC-3433-CC21-17B1-0E206AB8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9F32B7A-3FCE-9D4D-E829-D72AC376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983054"/>
            <a:ext cx="8937050" cy="1097352"/>
          </a:xfrm>
        </p:spPr>
        <p:txBody>
          <a:bodyPr/>
          <a:lstStyle/>
          <a:p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전략운용본부 </a:t>
            </a:r>
            <a:r>
              <a:rPr lang="en-US" altLang="ko-KR" sz="1400" dirty="0">
                <a:latin typeface="+mj-ea"/>
                <a:ea typeface="+mj-ea"/>
                <a:cs typeface="맑은 고딕" pitchFamily="34" charset="-120"/>
              </a:rPr>
              <a:t>Mission 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및 운용 스타일</a:t>
            </a:r>
            <a:r>
              <a:rPr lang="en-US" altLang="ko-KR" sz="1400" dirty="0">
                <a:latin typeface="+mj-ea"/>
                <a:ea typeface="+mj-ea"/>
                <a:cs typeface="맑은 고딕" pitchFamily="34" charset="-120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펀드 현황</a:t>
            </a:r>
            <a:endParaRPr lang="en-US" altLang="ko-KR" sz="1400" dirty="0">
              <a:latin typeface="+mj-ea"/>
              <a:ea typeface="+mj-ea"/>
              <a:cs typeface="맑은 고딕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Mission: </a:t>
            </a: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투자자 입장에서 장기 플러스 수익 달성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How To: </a:t>
            </a: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정량적 분석과 정성적 리서치를 균형 있게 수행 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+ One Team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운용현황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:  </a:t>
            </a:r>
            <a:r>
              <a:rPr lang="ko-KR" altLang="en-US" sz="1200" dirty="0" err="1">
                <a:ea typeface="KoPub돋움체_Pro Bold" pitchFamily="18" charset="-127"/>
                <a:cs typeface="Arial" pitchFamily="34" charset="0"/>
              </a:rPr>
              <a:t>커버드콜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, </a:t>
            </a:r>
            <a:r>
              <a:rPr lang="ko-KR" altLang="en-US" sz="1200" dirty="0" err="1">
                <a:ea typeface="KoPub돋움체_Pro Bold" pitchFamily="18" charset="-127"/>
                <a:cs typeface="Arial" pitchFamily="34" charset="0"/>
              </a:rPr>
              <a:t>국내인덱스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+, </a:t>
            </a: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절대수익형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, </a:t>
            </a: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구조화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, Custom Mandate </a:t>
            </a: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등 </a:t>
            </a:r>
            <a:r>
              <a:rPr lang="en-US" altLang="ko-KR" sz="1200" dirty="0">
                <a:ea typeface="KoPub돋움체_Pro Bold" pitchFamily="18" charset="-127"/>
                <a:cs typeface="Arial" pitchFamily="34" charset="0"/>
              </a:rPr>
              <a:t>5.61</a:t>
            </a:r>
            <a:r>
              <a:rPr lang="ko-KR" altLang="en-US" sz="1200" dirty="0">
                <a:ea typeface="KoPub돋움체_Pro Bold" pitchFamily="18" charset="-127"/>
                <a:cs typeface="Arial" pitchFamily="34" charset="0"/>
              </a:rPr>
              <a:t>조원 수준 펀드 운용 중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E1E52719-91CF-F0EF-6B33-71C0D598A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4"/>
            </a:pPr>
            <a:r>
              <a:rPr lang="en-US" altLang="ko-KR" dirty="0"/>
              <a:t> </a:t>
            </a:r>
            <a:r>
              <a:rPr lang="ko-KR" altLang="en-US" dirty="0"/>
              <a:t>운용 부서 소개</a:t>
            </a:r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4E0F2D1A-B256-2CE2-4EFB-B8FD749F0216}"/>
              </a:ext>
            </a:extLst>
          </p:cNvPr>
          <p:cNvSpPr txBox="1">
            <a:spLocks/>
          </p:cNvSpPr>
          <p:nvPr/>
        </p:nvSpPr>
        <p:spPr>
          <a:xfrm>
            <a:off x="487788" y="449896"/>
            <a:ext cx="7627774" cy="24994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defTabSz="91281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2pPr>
            <a:lvl3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3pPr>
            <a:lvl4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4pPr>
            <a:lvl5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5pPr>
            <a:lvl6pPr marL="4572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6pPr>
            <a:lvl7pPr marL="9144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7pPr>
            <a:lvl8pPr marL="13716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8pPr>
            <a:lvl9pPr marL="18288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9pPr>
          </a:lstStyle>
          <a:p>
            <a:r>
              <a:rPr lang="ko-KR" altLang="en-US" dirty="0"/>
              <a:t>전체 운용 프로세스 시스템화</a:t>
            </a:r>
            <a:endParaRPr kumimoji="0" lang="ko-KR" altLang="en-US" dirty="0"/>
          </a:p>
        </p:txBody>
      </p:sp>
      <p:grpSp>
        <p:nvGrpSpPr>
          <p:cNvPr id="3" name="그룹 28">
            <a:extLst>
              <a:ext uri="{FF2B5EF4-FFF2-40B4-BE49-F238E27FC236}">
                <a16:creationId xmlns:a16="http://schemas.microsoft.com/office/drawing/2014/main" id="{F77C7DC1-3BB8-CBAC-4709-329B01F67652}"/>
              </a:ext>
            </a:extLst>
          </p:cNvPr>
          <p:cNvGrpSpPr>
            <a:grpSpLocks/>
          </p:cNvGrpSpPr>
          <p:nvPr/>
        </p:nvGrpSpPr>
        <p:grpSpPr bwMode="auto">
          <a:xfrm>
            <a:off x="415702" y="4987155"/>
            <a:ext cx="4277304" cy="918869"/>
            <a:chOff x="508402" y="1689666"/>
            <a:chExt cx="4086491" cy="78271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7A4ED67-3D70-5A4D-EE83-626604475558}"/>
                </a:ext>
              </a:extLst>
            </p:cNvPr>
            <p:cNvSpPr/>
            <p:nvPr/>
          </p:nvSpPr>
          <p:spPr bwMode="auto">
            <a:xfrm>
              <a:off x="508402" y="1689667"/>
              <a:ext cx="1031821" cy="78271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lnSpc>
                  <a:spcPct val="150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altLang="ko-KR" sz="1300" kern="0" dirty="0">
                  <a:solidFill>
                    <a:schemeClr val="bg1"/>
                  </a:solidFill>
                  <a:latin typeface="+mj-ea"/>
                  <a:ea typeface="+mj-ea"/>
                </a:rPr>
                <a:t>Quant </a:t>
              </a:r>
              <a:r>
                <a:rPr lang="ko-KR" altLang="en-US" sz="1300" kern="0" dirty="0">
                  <a:solidFill>
                    <a:schemeClr val="bg1"/>
                  </a:solidFill>
                  <a:latin typeface="+mj-ea"/>
                  <a:ea typeface="+mj-ea"/>
                </a:rPr>
                <a:t>분석</a:t>
              </a:r>
              <a:endParaRPr lang="en-US" altLang="ko-KR" sz="1300" kern="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" name="TextBox 25">
              <a:extLst>
                <a:ext uri="{FF2B5EF4-FFF2-40B4-BE49-F238E27FC236}">
                  <a16:creationId xmlns:a16="http://schemas.microsoft.com/office/drawing/2014/main" id="{84C11A96-6C2E-C42D-61A7-F54739ED6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053" y="1689666"/>
              <a:ext cx="2988840" cy="7827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Clr>
                  <a:srgbClr val="FF6202"/>
                </a:buClr>
                <a:buSzPct val="120000"/>
                <a:buChar char="•"/>
                <a:defRPr sz="1400" b="1">
                  <a:solidFill>
                    <a:srgbClr val="043B72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FF6600"/>
                </a:buClr>
                <a:buFont typeface="Wingdings" panose="05000000000000000000" pitchFamily="2" charset="2"/>
                <a:buChar char="l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Wingdings" panose="05000000000000000000" pitchFamily="2" charset="2"/>
                <a:buChar char="§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tx1"/>
                  </a:solidFill>
                  <a:latin typeface="+mn-ea"/>
                  <a:ea typeface="+mn-ea"/>
                </a:rPr>
                <a:t>Quant Model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Factor, Regime Change</a:t>
              </a:r>
            </a:p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tx1"/>
                  </a:solidFill>
                  <a:latin typeface="+mn-ea"/>
                  <a:ea typeface="+mn-ea"/>
                </a:rPr>
                <a:t>Pricing Model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파생상품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자산가격 모델링</a:t>
              </a:r>
              <a:endParaRPr lang="en-US" altLang="ko-KR" sz="1000" b="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tx1"/>
                  </a:solidFill>
                  <a:latin typeface="+mn-ea"/>
                  <a:ea typeface="+mn-ea"/>
                </a:rPr>
                <a:t>AI Model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Factor Weight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결정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, Parameter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추정 등</a:t>
              </a:r>
              <a:endParaRPr lang="en-US" altLang="ko-KR" sz="1000" b="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tx1"/>
                  </a:solidFill>
                  <a:latin typeface="+mn-ea"/>
                  <a:ea typeface="+mn-ea"/>
                </a:rPr>
                <a:t>Performance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  <a:ea typeface="+mn-ea"/>
                </a:rPr>
                <a:t>분석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종목별 성과 기여 일 단위 분석</a:t>
              </a:r>
            </a:p>
          </p:txBody>
        </p:sp>
      </p:grpSp>
      <p:grpSp>
        <p:nvGrpSpPr>
          <p:cNvPr id="8" name="그룹 28">
            <a:extLst>
              <a:ext uri="{FF2B5EF4-FFF2-40B4-BE49-F238E27FC236}">
                <a16:creationId xmlns:a16="http://schemas.microsoft.com/office/drawing/2014/main" id="{059CC410-D9ED-8814-779E-B277ADF181FD}"/>
              </a:ext>
            </a:extLst>
          </p:cNvPr>
          <p:cNvGrpSpPr>
            <a:grpSpLocks/>
          </p:cNvGrpSpPr>
          <p:nvPr/>
        </p:nvGrpSpPr>
        <p:grpSpPr bwMode="auto">
          <a:xfrm>
            <a:off x="4879632" y="4987162"/>
            <a:ext cx="4275660" cy="919540"/>
            <a:chOff x="508405" y="1698622"/>
            <a:chExt cx="4111859" cy="78386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6121AA4-6E9B-00DF-5CFC-2B8ADD7B0CCC}"/>
                </a:ext>
              </a:extLst>
            </p:cNvPr>
            <p:cNvSpPr/>
            <p:nvPr/>
          </p:nvSpPr>
          <p:spPr bwMode="auto">
            <a:xfrm>
              <a:off x="508405" y="1698625"/>
              <a:ext cx="1038625" cy="783279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lnSpc>
                  <a:spcPct val="150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kern="0" dirty="0">
                  <a:latin typeface="+mj-ea"/>
                  <a:ea typeface="+mj-ea"/>
                </a:rPr>
                <a:t>정성적       리서치</a:t>
              </a:r>
              <a:endParaRPr lang="en-US" altLang="ko-KR" sz="1300" kern="0" dirty="0">
                <a:latin typeface="+mj-ea"/>
                <a:ea typeface="+mj-ea"/>
              </a:endParaRPr>
            </a:p>
          </p:txBody>
        </p:sp>
        <p:sp>
          <p:nvSpPr>
            <p:cNvPr id="10" name="TextBox 25">
              <a:extLst>
                <a:ext uri="{FF2B5EF4-FFF2-40B4-BE49-F238E27FC236}">
                  <a16:creationId xmlns:a16="http://schemas.microsoft.com/office/drawing/2014/main" id="{4BE9F473-E477-C219-5616-CB62E5331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593" y="1698622"/>
              <a:ext cx="3008671" cy="783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Clr>
                  <a:srgbClr val="FF6202"/>
                </a:buClr>
                <a:buSzPct val="120000"/>
                <a:buChar char="•"/>
                <a:defRPr sz="1400" b="1">
                  <a:solidFill>
                    <a:srgbClr val="043B72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FF6600"/>
                </a:buClr>
                <a:buFont typeface="Wingdings" panose="05000000000000000000" pitchFamily="2" charset="2"/>
                <a:buChar char="l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Wingdings" panose="05000000000000000000" pitchFamily="2" charset="2"/>
                <a:buChar char="§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rgbClr val="6D6E7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tx1"/>
                  </a:solidFill>
                  <a:latin typeface="+mn-ea"/>
                  <a:ea typeface="+mn-ea"/>
                </a:rPr>
                <a:t>Research Paper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증권사 리서치 정리 및 요약</a:t>
              </a:r>
              <a:endParaRPr lang="en-US" altLang="ko-KR" sz="1000" b="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  <a:ea typeface="+mn-ea"/>
                </a:rPr>
                <a:t>시장 이슈 분석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개별 기업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공시 등 이벤트 대응</a:t>
              </a:r>
              <a:endParaRPr lang="en-US" altLang="ko-KR" sz="1000" b="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171450" indent="-17145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  <a:ea typeface="+mn-ea"/>
                </a:rPr>
                <a:t>독서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: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심리학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경제사</a:t>
              </a:r>
              <a:r>
                <a:rPr lang="en-US" altLang="ko-KR" sz="1000" b="0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000" b="0" dirty="0">
                  <a:solidFill>
                    <a:schemeClr val="tx1"/>
                  </a:solidFill>
                  <a:latin typeface="+mn-ea"/>
                  <a:ea typeface="+mn-ea"/>
                </a:rPr>
                <a:t>인문학 등</a:t>
              </a:r>
              <a:endParaRPr lang="en-US" altLang="ko-KR" sz="10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568D587-FA5E-83C5-AD5F-2FA397E1E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0102" y="5958572"/>
            <a:ext cx="1175190" cy="207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3943" tIns="41973" rIns="83943" bIns="41973">
            <a:spAutoFit/>
          </a:bodyPr>
          <a:lstStyle/>
          <a:p>
            <a:pPr lvl="0" algn="ctr" defTabSz="836465" latinLnBrk="0"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※ </a:t>
            </a:r>
            <a:r>
              <a:rPr lang="en-US" altLang="ko-KR" sz="800" kern="0" noProof="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2026-05-11</a:t>
            </a:r>
            <a:r>
              <a:rPr lang="en-US" altLang="ko-KR" sz="800" kern="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</a:t>
            </a:r>
            <a:r>
              <a:rPr lang="ko-KR" altLang="en-US" sz="800" kern="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기준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5024349-8DE1-AB8C-C601-B808BC4F2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43187"/>
              </p:ext>
            </p:extLst>
          </p:nvPr>
        </p:nvGraphicFramePr>
        <p:xfrm>
          <a:off x="665566" y="2364472"/>
          <a:ext cx="8338193" cy="2303574"/>
        </p:xfrm>
        <a:graphic>
          <a:graphicData uri="http://schemas.openxmlformats.org/drawingml/2006/table">
            <a:tbl>
              <a:tblPr/>
              <a:tblGrid>
                <a:gridCol w="1577506">
                  <a:extLst>
                    <a:ext uri="{9D8B030D-6E8A-4147-A177-3AD203B41FA5}">
                      <a16:colId xmlns:a16="http://schemas.microsoft.com/office/drawing/2014/main" val="3493348481"/>
                    </a:ext>
                  </a:extLst>
                </a:gridCol>
                <a:gridCol w="813056">
                  <a:extLst>
                    <a:ext uri="{9D8B030D-6E8A-4147-A177-3AD203B41FA5}">
                      <a16:colId xmlns:a16="http://schemas.microsoft.com/office/drawing/2014/main" val="3508007964"/>
                    </a:ext>
                  </a:extLst>
                </a:gridCol>
                <a:gridCol w="813056">
                  <a:extLst>
                    <a:ext uri="{9D8B030D-6E8A-4147-A177-3AD203B41FA5}">
                      <a16:colId xmlns:a16="http://schemas.microsoft.com/office/drawing/2014/main" val="710406588"/>
                    </a:ext>
                  </a:extLst>
                </a:gridCol>
                <a:gridCol w="813056">
                  <a:extLst>
                    <a:ext uri="{9D8B030D-6E8A-4147-A177-3AD203B41FA5}">
                      <a16:colId xmlns:a16="http://schemas.microsoft.com/office/drawing/2014/main" val="3340330361"/>
                    </a:ext>
                  </a:extLst>
                </a:gridCol>
                <a:gridCol w="813056">
                  <a:extLst>
                    <a:ext uri="{9D8B030D-6E8A-4147-A177-3AD203B41FA5}">
                      <a16:colId xmlns:a16="http://schemas.microsoft.com/office/drawing/2014/main" val="2254236047"/>
                    </a:ext>
                  </a:extLst>
                </a:gridCol>
                <a:gridCol w="777704">
                  <a:extLst>
                    <a:ext uri="{9D8B030D-6E8A-4147-A177-3AD203B41FA5}">
                      <a16:colId xmlns:a16="http://schemas.microsoft.com/office/drawing/2014/main" val="4018776307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2638158986"/>
                    </a:ext>
                  </a:extLst>
                </a:gridCol>
              </a:tblGrid>
              <a:tr h="4695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분류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AUM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공모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ETF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사모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일임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10688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커버드콜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27,958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글로벌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국내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중국 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793838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국내인덱스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+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15,204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KOSPI200, KRX300,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일부펀드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TIPP/VT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895437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절대수익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2,538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Pair Trading, Event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매매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구조화 운용 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065729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구조화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3,448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해외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CB, OTC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파생상품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레버리지 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711930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Custom Mandate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6,929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국내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해외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EMP/FOF, AI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모델 기반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817521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56,076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9648"/>
                  </a:ext>
                </a:extLst>
              </a:tr>
            </a:tbl>
          </a:graphicData>
        </a:graphic>
      </p:graphicFrame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6CE5645-D31E-D0D5-E3FD-CBAC1342616A}"/>
              </a:ext>
            </a:extLst>
          </p:cNvPr>
          <p:cNvCxnSpPr>
            <a:cxnSpLocks/>
          </p:cNvCxnSpPr>
          <p:nvPr/>
        </p:nvCxnSpPr>
        <p:spPr>
          <a:xfrm>
            <a:off x="415702" y="4816854"/>
            <a:ext cx="873959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1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F9EC-D997-5F39-F178-CA2A7D5E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651268-9925-6191-1239-7E66DE1766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983054"/>
            <a:ext cx="8937050" cy="233205"/>
          </a:xfrm>
        </p:spPr>
        <p:txBody>
          <a:bodyPr/>
          <a:lstStyle/>
          <a:p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대표 펀드 운용 현황</a:t>
            </a:r>
            <a:r>
              <a:rPr lang="en-US" altLang="ko-KR" sz="1400" dirty="0">
                <a:latin typeface="+mj-ea"/>
                <a:ea typeface="+mj-ea"/>
                <a:cs typeface="맑은 고딕" pitchFamily="34" charset="-120"/>
              </a:rPr>
              <a:t>: 2026-05-11 </a:t>
            </a:r>
            <a:r>
              <a:rPr lang="ko-KR" altLang="en-US" sz="1400" dirty="0">
                <a:latin typeface="+mj-ea"/>
                <a:ea typeface="+mj-ea"/>
                <a:cs typeface="맑은 고딕" pitchFamily="34" charset="-120"/>
              </a:rPr>
              <a:t>기준</a:t>
            </a:r>
            <a:endParaRPr lang="en-US" altLang="ko-KR" sz="1400" dirty="0">
              <a:latin typeface="+mj-ea"/>
              <a:ea typeface="+mj-ea"/>
              <a:cs typeface="맑은 고딕" pitchFamily="34" charset="-120"/>
            </a:endParaRP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16AFE52F-0272-FDBB-DD64-38696E40E4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788" y="189390"/>
            <a:ext cx="6841096" cy="180499"/>
          </a:xfrm>
        </p:spPr>
        <p:txBody>
          <a:bodyPr/>
          <a:lstStyle/>
          <a:p>
            <a:pPr>
              <a:buFont typeface="+mj-lt"/>
              <a:buAutoNum type="romanUcPeriod" startAt="4"/>
            </a:pPr>
            <a:r>
              <a:rPr lang="en-US" altLang="ko-KR" dirty="0"/>
              <a:t> </a:t>
            </a:r>
            <a:r>
              <a:rPr lang="ko-KR" altLang="en-US" dirty="0"/>
              <a:t>운용 부서 소개</a:t>
            </a:r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21A0B025-5985-CBC1-B655-DB17BE5AA5F3}"/>
              </a:ext>
            </a:extLst>
          </p:cNvPr>
          <p:cNvSpPr txBox="1">
            <a:spLocks/>
          </p:cNvSpPr>
          <p:nvPr/>
        </p:nvSpPr>
        <p:spPr>
          <a:xfrm>
            <a:off x="487788" y="449896"/>
            <a:ext cx="7627774" cy="24994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defTabSz="91281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2pPr>
            <a:lvl3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3pPr>
            <a:lvl4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4pPr>
            <a:lvl5pPr algn="l" defTabSz="912813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5pPr>
            <a:lvl6pPr marL="4572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6pPr>
            <a:lvl7pPr marL="9144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7pPr>
            <a:lvl8pPr marL="13716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8pPr>
            <a:lvl9pPr marL="1828800" algn="l" defTabSz="912813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9pPr>
          </a:lstStyle>
          <a:p>
            <a:r>
              <a:rPr lang="ko-KR" altLang="en-US" dirty="0"/>
              <a:t>전체 운용 프로세스 시스템화</a:t>
            </a:r>
            <a:endParaRPr kumimoji="0"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36616D6-861A-499B-84E5-583A87797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82590"/>
              </p:ext>
            </p:extLst>
          </p:nvPr>
        </p:nvGraphicFramePr>
        <p:xfrm>
          <a:off x="518922" y="1321612"/>
          <a:ext cx="8896570" cy="4969084"/>
        </p:xfrm>
        <a:graphic>
          <a:graphicData uri="http://schemas.openxmlformats.org/drawingml/2006/table">
            <a:tbl>
              <a:tblPr/>
              <a:tblGrid>
                <a:gridCol w="912184">
                  <a:extLst>
                    <a:ext uri="{9D8B030D-6E8A-4147-A177-3AD203B41FA5}">
                      <a16:colId xmlns:a16="http://schemas.microsoft.com/office/drawing/2014/main" val="3976351752"/>
                    </a:ext>
                  </a:extLst>
                </a:gridCol>
                <a:gridCol w="945556">
                  <a:extLst>
                    <a:ext uri="{9D8B030D-6E8A-4147-A177-3AD203B41FA5}">
                      <a16:colId xmlns:a16="http://schemas.microsoft.com/office/drawing/2014/main" val="3327528510"/>
                    </a:ext>
                  </a:extLst>
                </a:gridCol>
                <a:gridCol w="2069099">
                  <a:extLst>
                    <a:ext uri="{9D8B030D-6E8A-4147-A177-3AD203B41FA5}">
                      <a16:colId xmlns:a16="http://schemas.microsoft.com/office/drawing/2014/main" val="3924277330"/>
                    </a:ext>
                  </a:extLst>
                </a:gridCol>
                <a:gridCol w="492245">
                  <a:extLst>
                    <a:ext uri="{9D8B030D-6E8A-4147-A177-3AD203B41FA5}">
                      <a16:colId xmlns:a16="http://schemas.microsoft.com/office/drawing/2014/main" val="2698837582"/>
                    </a:ext>
                  </a:extLst>
                </a:gridCol>
                <a:gridCol w="492245">
                  <a:extLst>
                    <a:ext uri="{9D8B030D-6E8A-4147-A177-3AD203B41FA5}">
                      <a16:colId xmlns:a16="http://schemas.microsoft.com/office/drawing/2014/main" val="2592928001"/>
                    </a:ext>
                  </a:extLst>
                </a:gridCol>
                <a:gridCol w="567334">
                  <a:extLst>
                    <a:ext uri="{9D8B030D-6E8A-4147-A177-3AD203B41FA5}">
                      <a16:colId xmlns:a16="http://schemas.microsoft.com/office/drawing/2014/main" val="714583367"/>
                    </a:ext>
                  </a:extLst>
                </a:gridCol>
                <a:gridCol w="634078">
                  <a:extLst>
                    <a:ext uri="{9D8B030D-6E8A-4147-A177-3AD203B41FA5}">
                      <a16:colId xmlns:a16="http://schemas.microsoft.com/office/drawing/2014/main" val="2437765254"/>
                    </a:ext>
                  </a:extLst>
                </a:gridCol>
                <a:gridCol w="567334">
                  <a:extLst>
                    <a:ext uri="{9D8B030D-6E8A-4147-A177-3AD203B41FA5}">
                      <a16:colId xmlns:a16="http://schemas.microsoft.com/office/drawing/2014/main" val="3676929867"/>
                    </a:ext>
                  </a:extLst>
                </a:gridCol>
                <a:gridCol w="592363">
                  <a:extLst>
                    <a:ext uri="{9D8B030D-6E8A-4147-A177-3AD203B41FA5}">
                      <a16:colId xmlns:a16="http://schemas.microsoft.com/office/drawing/2014/main" val="1373319897"/>
                    </a:ext>
                  </a:extLst>
                </a:gridCol>
                <a:gridCol w="812066">
                  <a:extLst>
                    <a:ext uri="{9D8B030D-6E8A-4147-A177-3AD203B41FA5}">
                      <a16:colId xmlns:a16="http://schemas.microsoft.com/office/drawing/2014/main" val="4216096192"/>
                    </a:ext>
                  </a:extLst>
                </a:gridCol>
                <a:gridCol w="812066">
                  <a:extLst>
                    <a:ext uri="{9D8B030D-6E8A-4147-A177-3AD203B41FA5}">
                      <a16:colId xmlns:a16="http://schemas.microsoft.com/office/drawing/2014/main" val="1975795571"/>
                    </a:ext>
                  </a:extLst>
                </a:gridCol>
              </a:tblGrid>
              <a:tr h="254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분류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펀드코드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펀드명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</a:t>
                      </a: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개월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</a:t>
                      </a: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개월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</a:t>
                      </a: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개월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</a:t>
                      </a: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년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</a:t>
                      </a: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년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연초이후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설정일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비고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14103"/>
                  </a:ext>
                </a:extLst>
              </a:tr>
              <a:tr h="208493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커버드콜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536200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글로벌배당커버드콜액티브증권모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Medium" panose="02020603020101020101" pitchFamily="18" charset="-127"/>
                        <a:ea typeface="KoPub돋움체_Pro Medium" panose="02020603020101020101" pitchFamily="18" charset="-127"/>
                      </a:endParaRP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7.75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7.98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12.60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27.87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57.25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11.99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2013-05-20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글로벌커버드콜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Medium" panose="02020603020101020101" pitchFamily="18" charset="-127"/>
                        <a:ea typeface="KoPub돋움체_Pro Medium" panose="02020603020101020101" pitchFamily="18" charset="-127"/>
                      </a:endParaRP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65065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11,398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n-NO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ACWI 50%+MMI 50%)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4.26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4.77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6.77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11.10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16.16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7.08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6307"/>
                  </a:ext>
                </a:extLst>
              </a:tr>
              <a:tr h="208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490318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TIGER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배당커버드콜액티브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37.32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54.04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102.13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196.35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95.40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2023-12-11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커버드콜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액티브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ETF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338860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15,767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KOSPI200 CC 5% OTM)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17.09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19.79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49.52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92.40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48.46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286702"/>
                  </a:ext>
                </a:extLst>
              </a:tr>
              <a:tr h="208493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국내인덱스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+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46120M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코스피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인덱스증권모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38.25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55.32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110.74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260.79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298.15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101.56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2021-04-06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KOSPI200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인덱스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584814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3,567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KOSPI200 PR)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0.40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1.73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2.37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6.04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25.72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1.64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738996"/>
                  </a:ext>
                </a:extLst>
              </a:tr>
              <a:tr h="208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620288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플래티넘국내주식일반사모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호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37.76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52.85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104.10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230.19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327.23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96.87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2021-12-16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국내주식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438364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721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KOSPI PR)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4.25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6.76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13.61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26.68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113.21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11.25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25619"/>
                  </a:ext>
                </a:extLst>
              </a:tr>
              <a:tr h="208493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절대수익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536240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단기채알파증권모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채권혼합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0.11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(0.23)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(0.89)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1.04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10.05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(1.74)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2018-11-21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시장 베타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0%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0746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1,008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매경국고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(0.07)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(0.78)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(2.02)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(1.20)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0.52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(2.51)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197056"/>
                  </a:ext>
                </a:extLst>
              </a:tr>
              <a:tr h="208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53626M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밸런스알파플러스모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채권혼합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9.24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15.64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26.76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39.71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13.23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2019-05-20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시장 베타 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0 % ~ 20%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521854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733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매경국고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5.82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8.69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14.51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24.52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30.18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12.46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492464"/>
                  </a:ext>
                </a:extLst>
              </a:tr>
              <a:tr h="208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308421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OCIO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밸런스코어배분일반사모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호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16.63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27.52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43.56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62.44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79.24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40.19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2022-01-07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현재 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13.35%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목표 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3.60%)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42501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531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4%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단조증가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16.30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26.54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41.55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58.41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67.30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38.75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238958"/>
                  </a:ext>
                </a:extLst>
              </a:tr>
              <a:tr h="208493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구조화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280300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글로벌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차산업전환사채모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채권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4.33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4.54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7.14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22.09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42.32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8.80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2017-08-04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해외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CB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직접투자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783030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133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</a:t>
                      </a: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없음</a:t>
                      </a:r>
                      <a:r>
                        <a:rPr lang="en-US" altLang="ko-KR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017291"/>
                  </a:ext>
                </a:extLst>
              </a:tr>
              <a:tr h="208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802685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플러스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UP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변액연금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V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파생혼합형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-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혼합형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13.38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20.40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74.55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1105.29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673.05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61.00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2023-02-08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OTC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옵션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투자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71466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3,015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</a:t>
                      </a: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없음</a:t>
                      </a:r>
                      <a:r>
                        <a:rPr lang="en-US" altLang="ko-KR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)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80808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　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324690"/>
                  </a:ext>
                </a:extLst>
              </a:tr>
              <a:tr h="208493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Custom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Mandate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801628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미래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KOSPI200EMP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32.46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46.81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90.71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2025-11-27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KOSPI200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0% ~ 100%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투자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643873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354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KOSPI200 PR)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(0.70)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0.74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0.57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531696"/>
                  </a:ext>
                </a:extLst>
              </a:tr>
              <a:tr h="208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806721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AI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글로벌 주식형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5.51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5.17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9.87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10.61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2025-06-02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AI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모델기반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EMP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285943"/>
                  </a:ext>
                </a:extLst>
              </a:tr>
              <a:tr h="220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 NAV: 60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억 </a:t>
                      </a:r>
                    </a:p>
                  </a:txBody>
                  <a:tcPr marL="8130" marR="8130" marT="81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Outperform(BM: ACWI 90% + Call 10%)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(0.20)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(0.70)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0.10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0.00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9C0006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0.71 </a:t>
                      </a:r>
                    </a:p>
                  </a:txBody>
                  <a:tcPr marL="8130" marR="8130" marT="8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596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3803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33877</TotalTime>
  <Words>2113</Words>
  <Application>Microsoft Office PowerPoint</Application>
  <PresentationFormat>사용자 지정</PresentationFormat>
  <Paragraphs>529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KoPub돋움체_Pro Bold</vt:lpstr>
      <vt:lpstr>KoPub돋움체_Pro Light</vt:lpstr>
      <vt:lpstr>KoPub돋움체_Pro Medium</vt:lpstr>
      <vt:lpstr>맑은 고딕</vt:lpstr>
      <vt:lpstr>Arial</vt:lpstr>
      <vt:lpstr>Noto Sans</vt:lpstr>
      <vt:lpstr>Wingdings</vt:lpstr>
      <vt:lpstr>1_Office 테마</vt:lpstr>
      <vt:lpstr>변동성매매 자문상품 제안</vt:lpstr>
      <vt:lpstr>상품 개요</vt:lpstr>
      <vt:lpstr>PowerPoint 프레젠테이션</vt:lpstr>
      <vt:lpstr>투자포인트 - 한 눈에 보는 핵심 투자 포인트</vt:lpstr>
      <vt:lpstr>TPRP 6M/3Y : 타겟 프리미엄 풋 매도 페이오프 복제 구조의 상품</vt:lpstr>
      <vt:lpstr>TPRP 6M/3Y : 타겟 프리미엄 풋 매도 페이오프 복제 구조의 상품</vt:lpstr>
      <vt:lpstr>일별 운용 프로세스: 변동성 예측 → 행사가 산출 → 델타 헤지</vt:lpstr>
      <vt:lpstr>PowerPoint 프레젠테이션</vt:lpstr>
      <vt:lpstr>시뮬레이션 및 운용 성과</vt:lpstr>
      <vt:lpstr>시뮬레이션 및 운용 성과</vt:lpstr>
      <vt:lpstr>시뮬레이션 및 운용 성과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Lee, Hyun Kyung (이현경)</cp:lastModifiedBy>
  <cp:revision>7208</cp:revision>
  <cp:lastPrinted>2026-05-13T07:18:25Z</cp:lastPrinted>
  <dcterms:created xsi:type="dcterms:W3CDTF">2006-10-05T04:04:58Z</dcterms:created>
  <dcterms:modified xsi:type="dcterms:W3CDTF">2026-07-10T08:32:51Z</dcterms:modified>
</cp:coreProperties>
</file>